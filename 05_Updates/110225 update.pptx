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355" r:id="rId2"/>
    <p:sldId id="358" r:id="rId3"/>
    <p:sldId id="35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D1B364F-2371-4101-B2D2-5F385C3245E2}">
          <p14:sldIdLst>
            <p14:sldId id="355"/>
            <p14:sldId id="358"/>
            <p14:sldId id="359"/>
          </p14:sldIdLst>
        </p14:section>
        <p14:section name="Appendix" id="{AE025130-7A99-41D4-B522-ED095CB2199D}">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F00"/>
    <a:srgbClr val="44546A"/>
    <a:srgbClr val="ED7D31"/>
    <a:srgbClr val="E7E6E6"/>
    <a:srgbClr val="C55A11"/>
    <a:srgbClr val="FBE5D6"/>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93" autoAdjust="0"/>
    <p:restoredTop sz="96362" autoAdjust="0"/>
  </p:normalViewPr>
  <p:slideViewPr>
    <p:cSldViewPr snapToGrid="0">
      <p:cViewPr>
        <p:scale>
          <a:sx n="175" d="100"/>
          <a:sy n="175" d="100"/>
        </p:scale>
        <p:origin x="808" y="45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C7BA36-E0FD-4E0A-B8DA-A9E7499AD2FB}" type="datetimeFigureOut">
              <a:rPr lang="en-SG" smtClean="0"/>
              <a:t>10/2/25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7019E-F4A4-4968-85F6-64D7E022BA11}" type="slidenum">
              <a:rPr lang="en-SG" smtClean="0"/>
              <a:t>‹#›</a:t>
            </a:fld>
            <a:endParaRPr lang="en-SG"/>
          </a:p>
        </p:txBody>
      </p:sp>
    </p:spTree>
    <p:extLst>
      <p:ext uri="{BB962C8B-B14F-4D97-AF65-F5344CB8AC3E}">
        <p14:creationId xmlns:p14="http://schemas.microsoft.com/office/powerpoint/2010/main" val="2677881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Main Cov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5" name="Text Placeholder 24">
            <a:extLst>
              <a:ext uri="{FF2B5EF4-FFF2-40B4-BE49-F238E27FC236}">
                <a16:creationId xmlns:a16="http://schemas.microsoft.com/office/drawing/2014/main" id="{5288B3EB-F9F7-C740-BB9A-F0CE75052D7B}"/>
              </a:ext>
            </a:extLst>
          </p:cNvPr>
          <p:cNvSpPr>
            <a:spLocks noGrp="1"/>
          </p:cNvSpPr>
          <p:nvPr>
            <p:ph type="body" sz="quarter" idx="13" hasCustomPrompt="1"/>
          </p:nvPr>
        </p:nvSpPr>
        <p:spPr>
          <a:xfrm>
            <a:off x="585788" y="2559050"/>
            <a:ext cx="10082212" cy="652463"/>
          </a:xfrm>
        </p:spPr>
        <p:txBody>
          <a:bodyPr>
            <a:noAutofit/>
          </a:bodyPr>
          <a:lstStyle>
            <a:lvl1pPr marL="0" indent="0">
              <a:buNone/>
              <a:defRPr sz="1800"/>
            </a:lvl1pPr>
            <a:lvl2pPr>
              <a:defRPr sz="1800"/>
            </a:lvl2pPr>
            <a:lvl3pPr>
              <a:defRPr sz="1800"/>
            </a:lvl3pPr>
            <a:lvl4pPr>
              <a:defRPr sz="1800"/>
            </a:lvl4pPr>
            <a:lvl5pPr>
              <a:defRPr sz="1800"/>
            </a:lvl5pPr>
          </a:lstStyle>
          <a:p>
            <a:pPr lvl="0"/>
            <a:r>
              <a:rPr lang="en-US" dirty="0"/>
              <a:t>Insert Date / Document Version</a:t>
            </a:r>
          </a:p>
        </p:txBody>
      </p:sp>
      <p:sp>
        <p:nvSpPr>
          <p:cNvPr id="2" name="Title 1">
            <a:extLst>
              <a:ext uri="{FF2B5EF4-FFF2-40B4-BE49-F238E27FC236}">
                <a16:creationId xmlns:a16="http://schemas.microsoft.com/office/drawing/2014/main" id="{6D697E39-371E-3E4F-9B2B-838C37523B1B}"/>
              </a:ext>
            </a:extLst>
          </p:cNvPr>
          <p:cNvSpPr>
            <a:spLocks noGrp="1"/>
          </p:cNvSpPr>
          <p:nvPr>
            <p:ph type="ctrTitle"/>
          </p:nvPr>
        </p:nvSpPr>
        <p:spPr>
          <a:xfrm>
            <a:off x="585833" y="1198895"/>
            <a:ext cx="10082167" cy="719707"/>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6E6BC8A-8225-4646-9D45-3F467B2F0056}"/>
              </a:ext>
            </a:extLst>
          </p:cNvPr>
          <p:cNvSpPr>
            <a:spLocks noGrp="1"/>
          </p:cNvSpPr>
          <p:nvPr>
            <p:ph type="subTitle" idx="1"/>
          </p:nvPr>
        </p:nvSpPr>
        <p:spPr>
          <a:xfrm>
            <a:off x="585833" y="1949419"/>
            <a:ext cx="10082167" cy="578279"/>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10" name="Group 9">
            <a:extLst>
              <a:ext uri="{FF2B5EF4-FFF2-40B4-BE49-F238E27FC236}">
                <a16:creationId xmlns:a16="http://schemas.microsoft.com/office/drawing/2014/main" id="{A98975D2-EAD6-7C4A-BB27-8110683CB786}"/>
              </a:ext>
            </a:extLst>
          </p:cNvPr>
          <p:cNvGrpSpPr/>
          <p:nvPr userDrawn="1"/>
        </p:nvGrpSpPr>
        <p:grpSpPr>
          <a:xfrm>
            <a:off x="450360" y="3744893"/>
            <a:ext cx="2060103" cy="753352"/>
            <a:chOff x="450360" y="3744893"/>
            <a:chExt cx="2060103" cy="753352"/>
          </a:xfrm>
        </p:grpSpPr>
        <p:pic>
          <p:nvPicPr>
            <p:cNvPr id="11" name="Picture 10">
              <a:extLst>
                <a:ext uri="{FF2B5EF4-FFF2-40B4-BE49-F238E27FC236}">
                  <a16:creationId xmlns:a16="http://schemas.microsoft.com/office/drawing/2014/main" id="{F72CFCFB-D349-F245-99FE-E8ED5C4E2D0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15352" y="3744893"/>
              <a:ext cx="1837959" cy="498965"/>
            </a:xfrm>
            <a:prstGeom prst="rect">
              <a:avLst/>
            </a:prstGeom>
          </p:spPr>
        </p:pic>
        <p:sp>
          <p:nvSpPr>
            <p:cNvPr id="12" name="TextBox 11">
              <a:extLst>
                <a:ext uri="{FF2B5EF4-FFF2-40B4-BE49-F238E27FC236}">
                  <a16:creationId xmlns:a16="http://schemas.microsoft.com/office/drawing/2014/main" id="{935158BB-F8D5-B54D-B2ED-0168792F8B28}"/>
                </a:ext>
              </a:extLst>
            </p:cNvPr>
            <p:cNvSpPr txBox="1"/>
            <p:nvPr/>
          </p:nvSpPr>
          <p:spPr>
            <a:xfrm>
              <a:off x="450360" y="4244329"/>
              <a:ext cx="2060103" cy="253916"/>
            </a:xfrm>
            <a:prstGeom prst="rect">
              <a:avLst/>
            </a:prstGeom>
            <a:noFill/>
          </p:spPr>
          <p:txBody>
            <a:bodyPr wrap="square" rtlCol="0">
              <a:spAutoFit/>
            </a:bodyPr>
            <a:lstStyle/>
            <a:p>
              <a:pPr algn="r"/>
              <a:r>
                <a:rPr lang="en-US" sz="1050" dirty="0">
                  <a:latin typeface="Trebuchet MS" panose="020B0603020202020204" pitchFamily="34" charset="0"/>
                </a:rPr>
                <a:t>Humanising Financial Services</a:t>
              </a:r>
            </a:p>
          </p:txBody>
        </p:sp>
      </p:grpSp>
      <p:sp>
        <p:nvSpPr>
          <p:cNvPr id="4" name="Footer Placeholder 3">
            <a:extLst>
              <a:ext uri="{FF2B5EF4-FFF2-40B4-BE49-F238E27FC236}">
                <a16:creationId xmlns:a16="http://schemas.microsoft.com/office/drawing/2014/main" id="{F08099C8-7697-9C4D-8D32-53526BB3ED8B}"/>
              </a:ext>
            </a:extLst>
          </p:cNvPr>
          <p:cNvSpPr>
            <a:spLocks noGrp="1"/>
          </p:cNvSpPr>
          <p:nvPr>
            <p:ph type="ftr" sz="quarter" idx="14"/>
          </p:nvPr>
        </p:nvSpPr>
        <p:spPr>
          <a:xfrm>
            <a:off x="6986556" y="117070"/>
            <a:ext cx="4966748" cy="360000"/>
          </a:xfrm>
        </p:spPr>
        <p:txBody>
          <a:bodyPr anchor="b" anchorCtr="0"/>
          <a:lstStyle>
            <a:lvl1pPr>
              <a:defRPr sz="1200">
                <a:solidFill>
                  <a:schemeClr val="tx1">
                    <a:lumMod val="95000"/>
                    <a:lumOff val="5000"/>
                  </a:schemeClr>
                </a:solidFill>
              </a:defRPr>
            </a:lvl1pPr>
          </a:lstStyle>
          <a:p>
            <a:endParaRPr lang="en-US" dirty="0"/>
          </a:p>
        </p:txBody>
      </p:sp>
      <p:sp>
        <p:nvSpPr>
          <p:cNvPr id="5" name="Slide Number Placeholder 4">
            <a:extLst>
              <a:ext uri="{FF2B5EF4-FFF2-40B4-BE49-F238E27FC236}">
                <a16:creationId xmlns:a16="http://schemas.microsoft.com/office/drawing/2014/main" id="{761F157F-E773-9E40-95D1-79F17798E5A0}"/>
              </a:ext>
            </a:extLst>
          </p:cNvPr>
          <p:cNvSpPr>
            <a:spLocks noGrp="1"/>
          </p:cNvSpPr>
          <p:nvPr>
            <p:ph type="sldNum" sz="quarter" idx="15"/>
          </p:nvPr>
        </p:nvSpPr>
        <p:spPr/>
        <p:txBody>
          <a:bodyPr/>
          <a:lstStyle/>
          <a:p>
            <a:fld id="{7C03E8FC-7EBD-BF42-9ED4-90D4B1E23A24}" type="slidenum">
              <a:rPr lang="en-US" smtClean="0"/>
              <a:pPr/>
              <a:t>‹#›</a:t>
            </a:fld>
            <a:endParaRPr lang="en-US" dirty="0"/>
          </a:p>
        </p:txBody>
      </p:sp>
      <p:sp>
        <p:nvSpPr>
          <p:cNvPr id="13" name="Rectangle 12"/>
          <p:cNvSpPr/>
          <p:nvPr userDrawn="1"/>
        </p:nvSpPr>
        <p:spPr>
          <a:xfrm>
            <a:off x="6986556" y="507887"/>
            <a:ext cx="5021766" cy="523220"/>
          </a:xfrm>
          <a:prstGeom prst="rect">
            <a:avLst/>
          </a:prstGeom>
        </p:spPr>
        <p:txBody>
          <a:bodyPr wrap="square">
            <a:spAutoFit/>
          </a:bodyPr>
          <a:lstStyle/>
          <a:p>
            <a:pPr algn="just"/>
            <a:r>
              <a:rPr lang="en-MY" sz="700" i="1" dirty="0"/>
              <a:t>Disclaimer: The contents of this document/information remain the intellectual property of Maybank and no part of this is to be reproduced or transmitted in any form or by any means, including electronically, photocopying, recording or in any information storage and retrieval system without the permission in writing from Maybank. The contents of this document/information are confidential and its circulation and use are restricted.</a:t>
            </a:r>
          </a:p>
        </p:txBody>
      </p:sp>
    </p:spTree>
    <p:extLst>
      <p:ext uri="{BB962C8B-B14F-4D97-AF65-F5344CB8AC3E}">
        <p14:creationId xmlns:p14="http://schemas.microsoft.com/office/powerpoint/2010/main" val="1614037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97E39-371E-3E4F-9B2B-838C37523B1B}"/>
              </a:ext>
            </a:extLst>
          </p:cNvPr>
          <p:cNvSpPr>
            <a:spLocks noGrp="1"/>
          </p:cNvSpPr>
          <p:nvPr>
            <p:ph type="ctrTitle"/>
          </p:nvPr>
        </p:nvSpPr>
        <p:spPr>
          <a:xfrm>
            <a:off x="585833" y="2157326"/>
            <a:ext cx="10082167" cy="719707"/>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6E6BC8A-8225-4646-9D45-3F467B2F0056}"/>
              </a:ext>
            </a:extLst>
          </p:cNvPr>
          <p:cNvSpPr>
            <a:spLocks noGrp="1"/>
          </p:cNvSpPr>
          <p:nvPr>
            <p:ph type="subTitle" idx="1"/>
          </p:nvPr>
        </p:nvSpPr>
        <p:spPr>
          <a:xfrm>
            <a:off x="585833" y="2877504"/>
            <a:ext cx="10082167" cy="578279"/>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10" name="Group 9">
            <a:extLst>
              <a:ext uri="{FF2B5EF4-FFF2-40B4-BE49-F238E27FC236}">
                <a16:creationId xmlns:a16="http://schemas.microsoft.com/office/drawing/2014/main" id="{A98975D2-EAD6-7C4A-BB27-8110683CB786}"/>
              </a:ext>
            </a:extLst>
          </p:cNvPr>
          <p:cNvGrpSpPr/>
          <p:nvPr userDrawn="1"/>
        </p:nvGrpSpPr>
        <p:grpSpPr>
          <a:xfrm>
            <a:off x="450360" y="3744893"/>
            <a:ext cx="2060103" cy="753352"/>
            <a:chOff x="450360" y="3744893"/>
            <a:chExt cx="2060103" cy="753352"/>
          </a:xfrm>
        </p:grpSpPr>
        <p:pic>
          <p:nvPicPr>
            <p:cNvPr id="11" name="Picture 10">
              <a:extLst>
                <a:ext uri="{FF2B5EF4-FFF2-40B4-BE49-F238E27FC236}">
                  <a16:creationId xmlns:a16="http://schemas.microsoft.com/office/drawing/2014/main" id="{F72CFCFB-D349-F245-99FE-E8ED5C4E2D0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15352" y="3744893"/>
              <a:ext cx="1837959" cy="498965"/>
            </a:xfrm>
            <a:prstGeom prst="rect">
              <a:avLst/>
            </a:prstGeom>
          </p:spPr>
        </p:pic>
        <p:sp>
          <p:nvSpPr>
            <p:cNvPr id="12" name="TextBox 11">
              <a:extLst>
                <a:ext uri="{FF2B5EF4-FFF2-40B4-BE49-F238E27FC236}">
                  <a16:creationId xmlns:a16="http://schemas.microsoft.com/office/drawing/2014/main" id="{935158BB-F8D5-B54D-B2ED-0168792F8B28}"/>
                </a:ext>
              </a:extLst>
            </p:cNvPr>
            <p:cNvSpPr txBox="1"/>
            <p:nvPr/>
          </p:nvSpPr>
          <p:spPr>
            <a:xfrm>
              <a:off x="450360" y="4244329"/>
              <a:ext cx="2060103" cy="253916"/>
            </a:xfrm>
            <a:prstGeom prst="rect">
              <a:avLst/>
            </a:prstGeom>
            <a:noFill/>
          </p:spPr>
          <p:txBody>
            <a:bodyPr wrap="square" rtlCol="0">
              <a:spAutoFit/>
            </a:bodyPr>
            <a:lstStyle/>
            <a:p>
              <a:pPr algn="r"/>
              <a:r>
                <a:rPr lang="en-US" sz="1050" dirty="0">
                  <a:latin typeface="Trebuchet MS" panose="020B0603020202020204" pitchFamily="34" charset="0"/>
                </a:rPr>
                <a:t>Humanising Financial Services</a:t>
              </a:r>
            </a:p>
          </p:txBody>
        </p:sp>
      </p:grpSp>
    </p:spTree>
    <p:extLst>
      <p:ext uri="{BB962C8B-B14F-4D97-AF65-F5344CB8AC3E}">
        <p14:creationId xmlns:p14="http://schemas.microsoft.com/office/powerpoint/2010/main" val="2405633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A3A49C1-9F07-0546-8795-7B7F6C43B296}"/>
              </a:ext>
            </a:extLst>
          </p:cNvPr>
          <p:cNvSpPr>
            <a:spLocks noGrp="1"/>
          </p:cNvSpPr>
          <p:nvPr>
            <p:ph type="ftr" sz="quarter" idx="11"/>
          </p:nvPr>
        </p:nvSpPr>
        <p:spPr>
          <a:xfrm>
            <a:off x="9278470" y="6356350"/>
            <a:ext cx="2196423" cy="360000"/>
          </a:xfrm>
        </p:spPr>
        <p:txBody>
          <a:bodyPr/>
          <a:lstStyle/>
          <a:p>
            <a:endParaRPr lang="en-US" dirty="0"/>
          </a:p>
        </p:txBody>
      </p:sp>
      <p:sp>
        <p:nvSpPr>
          <p:cNvPr id="2" name="Title 1">
            <a:extLst>
              <a:ext uri="{FF2B5EF4-FFF2-40B4-BE49-F238E27FC236}">
                <a16:creationId xmlns:a16="http://schemas.microsoft.com/office/drawing/2014/main" id="{F139850A-F6DE-1D46-9625-12E77732FE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A68836-95DD-6444-8A3B-102219EAF7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C83759C-430A-DD4E-9729-2D88B7CF07AC}"/>
              </a:ext>
            </a:extLst>
          </p:cNvPr>
          <p:cNvSpPr>
            <a:spLocks noGrp="1"/>
          </p:cNvSpPr>
          <p:nvPr>
            <p:ph type="sldNum" sz="quarter" idx="12"/>
          </p:nvPr>
        </p:nvSpPr>
        <p:spPr>
          <a:xfrm>
            <a:off x="11508806" y="6356350"/>
            <a:ext cx="270000" cy="360000"/>
          </a:xfrm>
        </p:spPr>
        <p:txBody>
          <a:bodyPr/>
          <a:lstStyle/>
          <a:p>
            <a:fld id="{7C03E8FC-7EBD-BF42-9ED4-90D4B1E23A24}" type="slidenum">
              <a:rPr lang="en-US" smtClean="0"/>
              <a:t>‹#›</a:t>
            </a:fld>
            <a:endParaRPr lang="en-US" dirty="0"/>
          </a:p>
        </p:txBody>
      </p:sp>
      <p:sp>
        <p:nvSpPr>
          <p:cNvPr id="8" name="Text Placeholder 7"/>
          <p:cNvSpPr>
            <a:spLocks noGrp="1"/>
          </p:cNvSpPr>
          <p:nvPr>
            <p:ph type="body" sz="quarter" idx="13" hasCustomPrompt="1"/>
          </p:nvPr>
        </p:nvSpPr>
        <p:spPr>
          <a:xfrm>
            <a:off x="504825" y="6411593"/>
            <a:ext cx="2974975" cy="25241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2167312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w/o pictur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C19CAAEA-73C2-F242-89DF-673AAD3BE9B6}"/>
              </a:ext>
            </a:extLst>
          </p:cNvPr>
          <p:cNvSpPr>
            <a:spLocks noGrp="1"/>
          </p:cNvSpPr>
          <p:nvPr>
            <p:ph type="body" sz="quarter" idx="13"/>
          </p:nvPr>
        </p:nvSpPr>
        <p:spPr>
          <a:xfrm>
            <a:off x="4781550" y="2378075"/>
            <a:ext cx="6135688" cy="1389063"/>
          </a:xfrm>
        </p:spPr>
        <p:txBody>
          <a:bodyPr/>
          <a:lstStyle>
            <a:lvl1pPr marL="0" indent="0">
              <a:buNone/>
              <a:defRPr>
                <a:solidFill>
                  <a:srgbClr val="C0C0C8"/>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5" name="Footer Placeholder 4">
            <a:extLst>
              <a:ext uri="{FF2B5EF4-FFF2-40B4-BE49-F238E27FC236}">
                <a16:creationId xmlns:a16="http://schemas.microsoft.com/office/drawing/2014/main" id="{9A3A49C1-9F07-0546-8795-7B7F6C43B296}"/>
              </a:ext>
            </a:extLst>
          </p:cNvPr>
          <p:cNvSpPr>
            <a:spLocks noGrp="1"/>
          </p:cNvSpPr>
          <p:nvPr>
            <p:ph type="ftr" sz="quarter" idx="11"/>
          </p:nvPr>
        </p:nvSpPr>
        <p:spPr>
          <a:xfrm>
            <a:off x="9278470" y="6356350"/>
            <a:ext cx="2196423" cy="360000"/>
          </a:xfrm>
        </p:spPr>
        <p:txBody>
          <a:bodyPr/>
          <a:lstStyle/>
          <a:p>
            <a:endParaRPr lang="en-US" dirty="0"/>
          </a:p>
        </p:txBody>
      </p:sp>
      <p:sp>
        <p:nvSpPr>
          <p:cNvPr id="2" name="Title 1">
            <a:extLst>
              <a:ext uri="{FF2B5EF4-FFF2-40B4-BE49-F238E27FC236}">
                <a16:creationId xmlns:a16="http://schemas.microsoft.com/office/drawing/2014/main" id="{F139850A-F6DE-1D46-9625-12E77732FE01}"/>
              </a:ext>
            </a:extLst>
          </p:cNvPr>
          <p:cNvSpPr>
            <a:spLocks noGrp="1"/>
          </p:cNvSpPr>
          <p:nvPr>
            <p:ph type="title" hasCustomPrompt="1"/>
          </p:nvPr>
        </p:nvSpPr>
        <p:spPr/>
        <p:txBody>
          <a:bodyPr/>
          <a:lstStyle>
            <a:lvl1pPr>
              <a:defRPr/>
            </a:lvl1pPr>
          </a:lstStyle>
          <a:p>
            <a:r>
              <a:rPr lang="en-US" dirty="0"/>
              <a:t>Divider w/o picture</a:t>
            </a:r>
          </a:p>
        </p:txBody>
      </p:sp>
      <p:sp>
        <p:nvSpPr>
          <p:cNvPr id="6" name="Slide Number Placeholder 5">
            <a:extLst>
              <a:ext uri="{FF2B5EF4-FFF2-40B4-BE49-F238E27FC236}">
                <a16:creationId xmlns:a16="http://schemas.microsoft.com/office/drawing/2014/main" id="{BC83759C-430A-DD4E-9729-2D88B7CF07AC}"/>
              </a:ext>
            </a:extLst>
          </p:cNvPr>
          <p:cNvSpPr>
            <a:spLocks noGrp="1"/>
          </p:cNvSpPr>
          <p:nvPr>
            <p:ph type="sldNum" sz="quarter" idx="12"/>
          </p:nvPr>
        </p:nvSpPr>
        <p:spPr>
          <a:xfrm>
            <a:off x="11508806" y="6356350"/>
            <a:ext cx="270000" cy="360000"/>
          </a:xfrm>
        </p:spPr>
        <p:txBody>
          <a:bodyPr/>
          <a:lstStyle/>
          <a:p>
            <a:fld id="{7C03E8FC-7EBD-BF42-9ED4-90D4B1E23A24}" type="slidenum">
              <a:rPr lang="en-US" smtClean="0"/>
              <a:t>‹#›</a:t>
            </a:fld>
            <a:endParaRPr lang="en-US" dirty="0"/>
          </a:p>
        </p:txBody>
      </p:sp>
      <p:grpSp>
        <p:nvGrpSpPr>
          <p:cNvPr id="7" name="Group 6">
            <a:extLst>
              <a:ext uri="{FF2B5EF4-FFF2-40B4-BE49-F238E27FC236}">
                <a16:creationId xmlns:a16="http://schemas.microsoft.com/office/drawing/2014/main" id="{ECDFFBDC-318D-3F4B-8882-A65DFD277D6F}"/>
              </a:ext>
            </a:extLst>
          </p:cNvPr>
          <p:cNvGrpSpPr/>
          <p:nvPr userDrawn="1"/>
        </p:nvGrpSpPr>
        <p:grpSpPr>
          <a:xfrm>
            <a:off x="1335505" y="1987277"/>
            <a:ext cx="2959768" cy="2825955"/>
            <a:chOff x="2743200" y="3200400"/>
            <a:chExt cx="3886200" cy="3886200"/>
          </a:xfrm>
        </p:grpSpPr>
        <p:sp>
          <p:nvSpPr>
            <p:cNvPr id="8" name="Oval 7">
              <a:extLst>
                <a:ext uri="{FF2B5EF4-FFF2-40B4-BE49-F238E27FC236}">
                  <a16:creationId xmlns:a16="http://schemas.microsoft.com/office/drawing/2014/main" id="{DA268088-0802-7149-8E40-18E4EE20A607}"/>
                </a:ext>
              </a:extLst>
            </p:cNvPr>
            <p:cNvSpPr/>
            <p:nvPr/>
          </p:nvSpPr>
          <p:spPr>
            <a:xfrm>
              <a:off x="2743200" y="3200400"/>
              <a:ext cx="3886200" cy="3886200"/>
            </a:xfrm>
            <a:prstGeom prst="ellipse">
              <a:avLst/>
            </a:prstGeom>
            <a:solidFill>
              <a:srgbClr val="FFC800"/>
            </a:solidFill>
            <a:ln w="254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371600" eaLnBrk="1" fontAlgn="auto" latinLnBrk="0" hangingPunct="1">
                <a:lnSpc>
                  <a:spcPct val="100000"/>
                </a:lnSpc>
                <a:spcBef>
                  <a:spcPts val="0"/>
                </a:spcBef>
                <a:spcAft>
                  <a:spcPts val="0"/>
                </a:spcAft>
                <a:buClrTx/>
                <a:buSzTx/>
                <a:buFontTx/>
                <a:buNone/>
                <a:tabLst/>
                <a:defRPr/>
              </a:pPr>
              <a:endParaRPr kumimoji="0" lang="uk-UA" b="0" i="0" u="none" strike="noStrike" kern="0" cap="none" spc="0" normalizeH="0" baseline="0" noProof="0">
                <a:ln>
                  <a:noFill/>
                </a:ln>
                <a:solidFill>
                  <a:srgbClr val="0A091B"/>
                </a:solidFill>
                <a:effectLst/>
                <a:uLnTx/>
                <a:uFillTx/>
                <a:latin typeface="Trebuchet MS" panose="020B0603020202020204" pitchFamily="34" charset="0"/>
                <a:cs typeface="Arial" panose="020B0604020202020204" pitchFamily="34" charset="0"/>
              </a:endParaRPr>
            </a:p>
          </p:txBody>
        </p:sp>
        <p:sp>
          <p:nvSpPr>
            <p:cNvPr id="9" name="Freeform 8">
              <a:extLst>
                <a:ext uri="{FF2B5EF4-FFF2-40B4-BE49-F238E27FC236}">
                  <a16:creationId xmlns:a16="http://schemas.microsoft.com/office/drawing/2014/main" id="{54C67207-558A-2748-8761-EBE162DE7E71}"/>
                </a:ext>
              </a:extLst>
            </p:cNvPr>
            <p:cNvSpPr>
              <a:spLocks noEditPoints="1"/>
            </p:cNvSpPr>
            <p:nvPr/>
          </p:nvSpPr>
          <p:spPr bwMode="auto">
            <a:xfrm>
              <a:off x="4008516" y="4381500"/>
              <a:ext cx="1355568" cy="1266824"/>
            </a:xfrm>
            <a:custGeom>
              <a:avLst/>
              <a:gdLst>
                <a:gd name="T0" fmla="*/ 79 w 185"/>
                <a:gd name="T1" fmla="*/ 8 h 172"/>
                <a:gd name="T2" fmla="*/ 79 w 185"/>
                <a:gd name="T3" fmla="*/ 38 h 172"/>
                <a:gd name="T4" fmla="*/ 72 w 185"/>
                <a:gd name="T5" fmla="*/ 46 h 172"/>
                <a:gd name="T6" fmla="*/ 48 w 185"/>
                <a:gd name="T7" fmla="*/ 91 h 172"/>
                <a:gd name="T8" fmla="*/ 72 w 185"/>
                <a:gd name="T9" fmla="*/ 91 h 172"/>
                <a:gd name="T10" fmla="*/ 79 w 185"/>
                <a:gd name="T11" fmla="*/ 99 h 172"/>
                <a:gd name="T12" fmla="*/ 79 w 185"/>
                <a:gd name="T13" fmla="*/ 164 h 172"/>
                <a:gd name="T14" fmla="*/ 72 w 185"/>
                <a:gd name="T15" fmla="*/ 172 h 172"/>
                <a:gd name="T16" fmla="*/ 8 w 185"/>
                <a:gd name="T17" fmla="*/ 172 h 172"/>
                <a:gd name="T18" fmla="*/ 0 w 185"/>
                <a:gd name="T19" fmla="*/ 164 h 172"/>
                <a:gd name="T20" fmla="*/ 0 w 185"/>
                <a:gd name="T21" fmla="*/ 99 h 172"/>
                <a:gd name="T22" fmla="*/ 4 w 185"/>
                <a:gd name="T23" fmla="*/ 59 h 172"/>
                <a:gd name="T24" fmla="*/ 18 w 185"/>
                <a:gd name="T25" fmla="*/ 28 h 172"/>
                <a:gd name="T26" fmla="*/ 41 w 185"/>
                <a:gd name="T27" fmla="*/ 7 h 172"/>
                <a:gd name="T28" fmla="*/ 72 w 185"/>
                <a:gd name="T29" fmla="*/ 0 h 172"/>
                <a:gd name="T30" fmla="*/ 79 w 185"/>
                <a:gd name="T31" fmla="*/ 8 h 172"/>
                <a:gd name="T32" fmla="*/ 177 w 185"/>
                <a:gd name="T33" fmla="*/ 46 h 172"/>
                <a:gd name="T34" fmla="*/ 185 w 185"/>
                <a:gd name="T35" fmla="*/ 38 h 172"/>
                <a:gd name="T36" fmla="*/ 185 w 185"/>
                <a:gd name="T37" fmla="*/ 8 h 172"/>
                <a:gd name="T38" fmla="*/ 177 w 185"/>
                <a:gd name="T39" fmla="*/ 0 h 172"/>
                <a:gd name="T40" fmla="*/ 146 w 185"/>
                <a:gd name="T41" fmla="*/ 7 h 172"/>
                <a:gd name="T42" fmla="*/ 123 w 185"/>
                <a:gd name="T43" fmla="*/ 28 h 172"/>
                <a:gd name="T44" fmla="*/ 109 w 185"/>
                <a:gd name="T45" fmla="*/ 59 h 172"/>
                <a:gd name="T46" fmla="*/ 105 w 185"/>
                <a:gd name="T47" fmla="*/ 99 h 172"/>
                <a:gd name="T48" fmla="*/ 105 w 185"/>
                <a:gd name="T49" fmla="*/ 164 h 172"/>
                <a:gd name="T50" fmla="*/ 113 w 185"/>
                <a:gd name="T51" fmla="*/ 172 h 172"/>
                <a:gd name="T52" fmla="*/ 177 w 185"/>
                <a:gd name="T53" fmla="*/ 172 h 172"/>
                <a:gd name="T54" fmla="*/ 185 w 185"/>
                <a:gd name="T55" fmla="*/ 164 h 172"/>
                <a:gd name="T56" fmla="*/ 185 w 185"/>
                <a:gd name="T57" fmla="*/ 99 h 172"/>
                <a:gd name="T58" fmla="*/ 177 w 185"/>
                <a:gd name="T59" fmla="*/ 91 h 172"/>
                <a:gd name="T60" fmla="*/ 153 w 185"/>
                <a:gd name="T61" fmla="*/ 91 h 172"/>
                <a:gd name="T62" fmla="*/ 177 w 185"/>
                <a:gd name="T63" fmla="*/ 46 h 172"/>
                <a:gd name="T64" fmla="*/ 177 w 185"/>
                <a:gd name="T65" fmla="*/ 46 h 172"/>
                <a:gd name="T66" fmla="*/ 177 w 185"/>
                <a:gd name="T67" fmla="*/ 4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5" h="172">
                  <a:moveTo>
                    <a:pt x="79" y="8"/>
                  </a:moveTo>
                  <a:cubicBezTo>
                    <a:pt x="79" y="38"/>
                    <a:pt x="79" y="38"/>
                    <a:pt x="79" y="38"/>
                  </a:cubicBezTo>
                  <a:cubicBezTo>
                    <a:pt x="79" y="43"/>
                    <a:pt x="76" y="46"/>
                    <a:pt x="72" y="46"/>
                  </a:cubicBezTo>
                  <a:cubicBezTo>
                    <a:pt x="57" y="46"/>
                    <a:pt x="49" y="61"/>
                    <a:pt x="48" y="91"/>
                  </a:cubicBezTo>
                  <a:cubicBezTo>
                    <a:pt x="72" y="91"/>
                    <a:pt x="72" y="91"/>
                    <a:pt x="72" y="91"/>
                  </a:cubicBezTo>
                  <a:cubicBezTo>
                    <a:pt x="76" y="91"/>
                    <a:pt x="79" y="95"/>
                    <a:pt x="79" y="99"/>
                  </a:cubicBezTo>
                  <a:cubicBezTo>
                    <a:pt x="79" y="164"/>
                    <a:pt x="79" y="164"/>
                    <a:pt x="79" y="164"/>
                  </a:cubicBezTo>
                  <a:cubicBezTo>
                    <a:pt x="79" y="168"/>
                    <a:pt x="76" y="172"/>
                    <a:pt x="72" y="172"/>
                  </a:cubicBezTo>
                  <a:cubicBezTo>
                    <a:pt x="8" y="172"/>
                    <a:pt x="8" y="172"/>
                    <a:pt x="8" y="172"/>
                  </a:cubicBezTo>
                  <a:cubicBezTo>
                    <a:pt x="3" y="172"/>
                    <a:pt x="0" y="168"/>
                    <a:pt x="0" y="164"/>
                  </a:cubicBezTo>
                  <a:cubicBezTo>
                    <a:pt x="0" y="99"/>
                    <a:pt x="0" y="99"/>
                    <a:pt x="0" y="99"/>
                  </a:cubicBezTo>
                  <a:cubicBezTo>
                    <a:pt x="0" y="84"/>
                    <a:pt x="1" y="71"/>
                    <a:pt x="4" y="59"/>
                  </a:cubicBezTo>
                  <a:cubicBezTo>
                    <a:pt x="7" y="47"/>
                    <a:pt x="12" y="37"/>
                    <a:pt x="18" y="28"/>
                  </a:cubicBezTo>
                  <a:cubicBezTo>
                    <a:pt x="24" y="19"/>
                    <a:pt x="32" y="12"/>
                    <a:pt x="41" y="7"/>
                  </a:cubicBezTo>
                  <a:cubicBezTo>
                    <a:pt x="50" y="2"/>
                    <a:pt x="60" y="0"/>
                    <a:pt x="72" y="0"/>
                  </a:cubicBezTo>
                  <a:cubicBezTo>
                    <a:pt x="76" y="0"/>
                    <a:pt x="79" y="3"/>
                    <a:pt x="79" y="8"/>
                  </a:cubicBezTo>
                  <a:close/>
                  <a:moveTo>
                    <a:pt x="177" y="46"/>
                  </a:moveTo>
                  <a:cubicBezTo>
                    <a:pt x="181" y="46"/>
                    <a:pt x="185" y="43"/>
                    <a:pt x="185" y="38"/>
                  </a:cubicBezTo>
                  <a:cubicBezTo>
                    <a:pt x="185" y="8"/>
                    <a:pt x="185" y="8"/>
                    <a:pt x="185" y="8"/>
                  </a:cubicBezTo>
                  <a:cubicBezTo>
                    <a:pt x="185" y="3"/>
                    <a:pt x="181" y="0"/>
                    <a:pt x="177" y="0"/>
                  </a:cubicBezTo>
                  <a:cubicBezTo>
                    <a:pt x="165" y="0"/>
                    <a:pt x="155" y="2"/>
                    <a:pt x="146" y="7"/>
                  </a:cubicBezTo>
                  <a:cubicBezTo>
                    <a:pt x="137" y="12"/>
                    <a:pt x="129" y="19"/>
                    <a:pt x="123" y="28"/>
                  </a:cubicBezTo>
                  <a:cubicBezTo>
                    <a:pt x="117" y="37"/>
                    <a:pt x="112" y="47"/>
                    <a:pt x="109" y="59"/>
                  </a:cubicBezTo>
                  <a:cubicBezTo>
                    <a:pt x="107" y="71"/>
                    <a:pt x="105" y="84"/>
                    <a:pt x="105" y="99"/>
                  </a:cubicBezTo>
                  <a:cubicBezTo>
                    <a:pt x="105" y="164"/>
                    <a:pt x="105" y="164"/>
                    <a:pt x="105" y="164"/>
                  </a:cubicBezTo>
                  <a:cubicBezTo>
                    <a:pt x="105" y="168"/>
                    <a:pt x="108" y="172"/>
                    <a:pt x="113" y="172"/>
                  </a:cubicBezTo>
                  <a:cubicBezTo>
                    <a:pt x="177" y="172"/>
                    <a:pt x="177" y="172"/>
                    <a:pt x="177" y="172"/>
                  </a:cubicBezTo>
                  <a:cubicBezTo>
                    <a:pt x="181" y="172"/>
                    <a:pt x="185" y="168"/>
                    <a:pt x="185" y="164"/>
                  </a:cubicBezTo>
                  <a:cubicBezTo>
                    <a:pt x="185" y="99"/>
                    <a:pt x="185" y="99"/>
                    <a:pt x="185" y="99"/>
                  </a:cubicBezTo>
                  <a:cubicBezTo>
                    <a:pt x="185" y="95"/>
                    <a:pt x="181" y="91"/>
                    <a:pt x="177" y="91"/>
                  </a:cubicBezTo>
                  <a:cubicBezTo>
                    <a:pt x="153" y="91"/>
                    <a:pt x="153" y="91"/>
                    <a:pt x="153" y="91"/>
                  </a:cubicBezTo>
                  <a:cubicBezTo>
                    <a:pt x="154" y="61"/>
                    <a:pt x="162" y="46"/>
                    <a:pt x="177" y="46"/>
                  </a:cubicBezTo>
                  <a:close/>
                  <a:moveTo>
                    <a:pt x="177" y="46"/>
                  </a:moveTo>
                  <a:cubicBezTo>
                    <a:pt x="177" y="46"/>
                    <a:pt x="177" y="46"/>
                    <a:pt x="177" y="46"/>
                  </a:cubicBezTo>
                </a:path>
              </a:pathLst>
            </a:custGeom>
            <a:solidFill>
              <a:srgbClr val="F2F2F5"/>
            </a:solidFill>
            <a:ln>
              <a:noFill/>
            </a:ln>
          </p:spPr>
          <p:txBody>
            <a:bodyPr vert="horz" wrap="square" lIns="91440" tIns="45720" rIns="91440" bIns="45720" numCol="1" anchor="t" anchorCtr="0" compatLnSpc="1">
              <a:prstTxWarp prst="textNoShape">
                <a:avLst/>
              </a:prstTxWarp>
            </a:bodyPr>
            <a:lstStyle/>
            <a:p>
              <a:pPr marL="0" marR="0" lvl="0" indent="0" defTabSz="1371600" eaLnBrk="1" fontAlgn="auto" latinLnBrk="0" hangingPunct="1">
                <a:lnSpc>
                  <a:spcPct val="100000"/>
                </a:lnSpc>
                <a:spcBef>
                  <a:spcPts val="0"/>
                </a:spcBef>
                <a:spcAft>
                  <a:spcPts val="0"/>
                </a:spcAft>
                <a:buClrTx/>
                <a:buSzTx/>
                <a:buFontTx/>
                <a:buNone/>
                <a:tabLst/>
                <a:defRPr/>
              </a:pPr>
              <a:endParaRPr kumimoji="0" lang="uk-UA" b="0" i="0" u="none" strike="noStrike" kern="0" cap="none" spc="0" normalizeH="0" baseline="0" noProof="0">
                <a:ln>
                  <a:noFill/>
                </a:ln>
                <a:solidFill>
                  <a:srgbClr val="0A091B"/>
                </a:solidFill>
                <a:effectLst/>
                <a:uLnTx/>
                <a:uFillTx/>
                <a:latin typeface="Trebuchet MS" panose="020B0603020202020204" pitchFamily="34" charset="0"/>
                <a:cs typeface="Arial" panose="020B0604020202020204" pitchFamily="34" charset="0"/>
              </a:endParaRPr>
            </a:p>
          </p:txBody>
        </p:sp>
      </p:grpSp>
      <p:sp>
        <p:nvSpPr>
          <p:cNvPr id="4" name="Text Placeholder 3"/>
          <p:cNvSpPr>
            <a:spLocks noGrp="1"/>
          </p:cNvSpPr>
          <p:nvPr>
            <p:ph type="body" sz="quarter" idx="14" hasCustomPrompt="1"/>
          </p:nvPr>
        </p:nvSpPr>
        <p:spPr>
          <a:xfrm>
            <a:off x="504825" y="6356350"/>
            <a:ext cx="30257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986956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750" fill="hold"/>
                                        <p:tgtEl>
                                          <p:spTgt spid="7"/>
                                        </p:tgtEl>
                                        <p:attrNameLst>
                                          <p:attrName>ppt_w</p:attrName>
                                        </p:attrNameLst>
                                      </p:cBhvr>
                                      <p:tavLst>
                                        <p:tav tm="0">
                                          <p:val>
                                            <p:fltVal val="0"/>
                                          </p:val>
                                        </p:tav>
                                        <p:tav tm="100000">
                                          <p:val>
                                            <p:strVal val="#ppt_w"/>
                                          </p:val>
                                        </p:tav>
                                      </p:tavLst>
                                    </p:anim>
                                    <p:anim calcmode="lin" valueType="num">
                                      <p:cBhvr>
                                        <p:cTn id="8" dur="750" fill="hold"/>
                                        <p:tgtEl>
                                          <p:spTgt spid="7"/>
                                        </p:tgtEl>
                                        <p:attrNameLst>
                                          <p:attrName>ppt_h</p:attrName>
                                        </p:attrNameLst>
                                      </p:cBhvr>
                                      <p:tavLst>
                                        <p:tav tm="0">
                                          <p:val>
                                            <p:fltVal val="0"/>
                                          </p:val>
                                        </p:tav>
                                        <p:tav tm="100000">
                                          <p:val>
                                            <p:strVal val="#ppt_h"/>
                                          </p:val>
                                        </p:tav>
                                      </p:tavLst>
                                    </p:anim>
                                    <p:anim calcmode="lin" valueType="num">
                                      <p:cBhvr>
                                        <p:cTn id="9" dur="750" fill="hold"/>
                                        <p:tgtEl>
                                          <p:spTgt spid="7"/>
                                        </p:tgtEl>
                                        <p:attrNameLst>
                                          <p:attrName>style.rotation</p:attrName>
                                        </p:attrNameLst>
                                      </p:cBhvr>
                                      <p:tavLst>
                                        <p:tav tm="0">
                                          <p:val>
                                            <p:fltVal val="360"/>
                                          </p:val>
                                        </p:tav>
                                        <p:tav tm="100000">
                                          <p:val>
                                            <p:fltVal val="0"/>
                                          </p:val>
                                        </p:tav>
                                      </p:tavLst>
                                    </p:anim>
                                    <p:animEffect transition="in" filter="fade">
                                      <p:cBhvr>
                                        <p:cTn id="10"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with pictur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5B390E-C77E-7C41-B22A-A0D2E61CCC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4405" y="1532515"/>
            <a:ext cx="7315201" cy="4480309"/>
          </a:xfrm>
          <a:prstGeom prst="rect">
            <a:avLst/>
          </a:prstGeom>
          <a:effectLst>
            <a:outerShdw blurRad="190500" dist="76200" dir="5400000" algn="t" rotWithShape="0">
              <a:prstClr val="black">
                <a:alpha val="14000"/>
              </a:prstClr>
            </a:outerShdw>
          </a:effectLst>
        </p:spPr>
      </p:pic>
      <p:sp>
        <p:nvSpPr>
          <p:cNvPr id="11" name="Text Placeholder 10">
            <a:extLst>
              <a:ext uri="{FF2B5EF4-FFF2-40B4-BE49-F238E27FC236}">
                <a16:creationId xmlns:a16="http://schemas.microsoft.com/office/drawing/2014/main" id="{C19CAAEA-73C2-F242-89DF-673AAD3BE9B6}"/>
              </a:ext>
            </a:extLst>
          </p:cNvPr>
          <p:cNvSpPr>
            <a:spLocks noGrp="1"/>
          </p:cNvSpPr>
          <p:nvPr>
            <p:ph type="body" sz="quarter" idx="13" hasCustomPrompt="1"/>
          </p:nvPr>
        </p:nvSpPr>
        <p:spPr>
          <a:xfrm>
            <a:off x="6961792" y="2485939"/>
            <a:ext cx="4727700" cy="813316"/>
          </a:xfrm>
        </p:spPr>
        <p:txBody>
          <a:bodyPr anchor="b"/>
          <a:lstStyle>
            <a:lvl1pPr marL="0" indent="0">
              <a:buNone/>
              <a:defRPr>
                <a:solidFill>
                  <a:schemeClr val="tx1">
                    <a:lumMod val="95000"/>
                    <a:lumOff val="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EDIT MASTER TEXT STYLES</a:t>
            </a:r>
          </a:p>
        </p:txBody>
      </p:sp>
      <p:sp>
        <p:nvSpPr>
          <p:cNvPr id="5" name="Footer Placeholder 4">
            <a:extLst>
              <a:ext uri="{FF2B5EF4-FFF2-40B4-BE49-F238E27FC236}">
                <a16:creationId xmlns:a16="http://schemas.microsoft.com/office/drawing/2014/main" id="{9A3A49C1-9F07-0546-8795-7B7F6C43B296}"/>
              </a:ext>
            </a:extLst>
          </p:cNvPr>
          <p:cNvSpPr>
            <a:spLocks noGrp="1"/>
          </p:cNvSpPr>
          <p:nvPr>
            <p:ph type="ftr" sz="quarter" idx="11"/>
          </p:nvPr>
        </p:nvSpPr>
        <p:spPr>
          <a:xfrm>
            <a:off x="9278470" y="6356350"/>
            <a:ext cx="2196423" cy="360000"/>
          </a:xfrm>
        </p:spPr>
        <p:txBody>
          <a:bodyPr/>
          <a:lstStyle/>
          <a:p>
            <a:endParaRPr lang="en-US" dirty="0"/>
          </a:p>
        </p:txBody>
      </p:sp>
      <p:sp>
        <p:nvSpPr>
          <p:cNvPr id="2" name="Title 1">
            <a:extLst>
              <a:ext uri="{FF2B5EF4-FFF2-40B4-BE49-F238E27FC236}">
                <a16:creationId xmlns:a16="http://schemas.microsoft.com/office/drawing/2014/main" id="{F139850A-F6DE-1D46-9625-12E77732FE01}"/>
              </a:ext>
            </a:extLst>
          </p:cNvPr>
          <p:cNvSpPr>
            <a:spLocks noGrp="1"/>
          </p:cNvSpPr>
          <p:nvPr>
            <p:ph type="title" hasCustomPrompt="1"/>
          </p:nvPr>
        </p:nvSpPr>
        <p:spPr/>
        <p:txBody>
          <a:bodyPr/>
          <a:lstStyle>
            <a:lvl1pPr>
              <a:defRPr/>
            </a:lvl1pPr>
          </a:lstStyle>
          <a:p>
            <a:r>
              <a:rPr lang="en-US" dirty="0"/>
              <a:t>Divider with picture</a:t>
            </a:r>
          </a:p>
        </p:txBody>
      </p:sp>
      <p:sp>
        <p:nvSpPr>
          <p:cNvPr id="6" name="Slide Number Placeholder 5">
            <a:extLst>
              <a:ext uri="{FF2B5EF4-FFF2-40B4-BE49-F238E27FC236}">
                <a16:creationId xmlns:a16="http://schemas.microsoft.com/office/drawing/2014/main" id="{BC83759C-430A-DD4E-9729-2D88B7CF07AC}"/>
              </a:ext>
            </a:extLst>
          </p:cNvPr>
          <p:cNvSpPr>
            <a:spLocks noGrp="1"/>
          </p:cNvSpPr>
          <p:nvPr>
            <p:ph type="sldNum" sz="quarter" idx="12"/>
          </p:nvPr>
        </p:nvSpPr>
        <p:spPr>
          <a:xfrm>
            <a:off x="11508806" y="6356350"/>
            <a:ext cx="270000" cy="360000"/>
          </a:xfrm>
        </p:spPr>
        <p:txBody>
          <a:bodyPr/>
          <a:lstStyle/>
          <a:p>
            <a:fld id="{7C03E8FC-7EBD-BF42-9ED4-90D4B1E23A24}" type="slidenum">
              <a:rPr lang="en-US" smtClean="0"/>
              <a:t>‹#›</a:t>
            </a:fld>
            <a:endParaRPr lang="en-US"/>
          </a:p>
        </p:txBody>
      </p:sp>
      <p:sp>
        <p:nvSpPr>
          <p:cNvPr id="14" name="Picture Placeholder 13">
            <a:extLst>
              <a:ext uri="{FF2B5EF4-FFF2-40B4-BE49-F238E27FC236}">
                <a16:creationId xmlns:a16="http://schemas.microsoft.com/office/drawing/2014/main" id="{9E64B062-21B0-4D42-BAF2-3D88EA4ABB73}"/>
              </a:ext>
            </a:extLst>
          </p:cNvPr>
          <p:cNvSpPr>
            <a:spLocks noGrp="1"/>
          </p:cNvSpPr>
          <p:nvPr>
            <p:ph type="pic" sz="quarter" idx="14" hasCustomPrompt="1"/>
          </p:nvPr>
        </p:nvSpPr>
        <p:spPr>
          <a:xfrm>
            <a:off x="1012825" y="1964724"/>
            <a:ext cx="5437188" cy="3435951"/>
          </a:xfrm>
        </p:spPr>
        <p:txBody>
          <a:bodyPr anchor="ctr"/>
          <a:lstStyle>
            <a:lvl1pPr marL="0" indent="0" algn="ctr">
              <a:buNone/>
              <a:defRPr/>
            </a:lvl1pPr>
          </a:lstStyle>
          <a:p>
            <a:r>
              <a:rPr lang="en-US" dirty="0"/>
              <a:t>Insert Picture</a:t>
            </a:r>
          </a:p>
        </p:txBody>
      </p:sp>
      <p:sp>
        <p:nvSpPr>
          <p:cNvPr id="17" name="Text Placeholder 16">
            <a:extLst>
              <a:ext uri="{FF2B5EF4-FFF2-40B4-BE49-F238E27FC236}">
                <a16:creationId xmlns:a16="http://schemas.microsoft.com/office/drawing/2014/main" id="{263B176F-1D20-3E47-8649-209AA2AF26B0}"/>
              </a:ext>
            </a:extLst>
          </p:cNvPr>
          <p:cNvSpPr>
            <a:spLocks noGrp="1"/>
          </p:cNvSpPr>
          <p:nvPr>
            <p:ph type="body" sz="quarter" idx="15"/>
          </p:nvPr>
        </p:nvSpPr>
        <p:spPr>
          <a:xfrm>
            <a:off x="6961792" y="3435350"/>
            <a:ext cx="4725383" cy="1001713"/>
          </a:xfrm>
        </p:spPr>
        <p:txBody>
          <a:bodyPr>
            <a:noAutofit/>
          </a:bodyPr>
          <a:lstStyle>
            <a:lvl1pPr marL="0" indent="0">
              <a:buNone/>
              <a:defRPr sz="2000">
                <a:solidFill>
                  <a:srgbClr val="7F7F7F"/>
                </a:solidFill>
              </a:defRPr>
            </a:lvl1pPr>
            <a:lvl2pPr marL="457200" indent="0">
              <a:buNone/>
              <a:defRPr sz="2000">
                <a:solidFill>
                  <a:srgbClr val="7F7F7F"/>
                </a:solidFill>
              </a:defRPr>
            </a:lvl2pPr>
            <a:lvl3pPr marL="914400" indent="0">
              <a:buNone/>
              <a:defRPr sz="2000">
                <a:solidFill>
                  <a:srgbClr val="7F7F7F"/>
                </a:solidFill>
              </a:defRPr>
            </a:lvl3pPr>
            <a:lvl4pPr marL="1371600" indent="0">
              <a:buNone/>
              <a:defRPr sz="2000">
                <a:solidFill>
                  <a:srgbClr val="7F7F7F"/>
                </a:solidFill>
              </a:defRPr>
            </a:lvl4pPr>
            <a:lvl5pPr marL="1828800" indent="0">
              <a:buNone/>
              <a:defRPr sz="2000">
                <a:solidFill>
                  <a:srgbClr val="7F7F7F"/>
                </a:solidFill>
              </a:defRPr>
            </a:lvl5pPr>
          </a:lstStyle>
          <a:p>
            <a:pPr lvl="0"/>
            <a:r>
              <a:rPr lang="en-US"/>
              <a:t>Click to edit Master text styles</a:t>
            </a:r>
          </a:p>
        </p:txBody>
      </p:sp>
      <p:sp>
        <p:nvSpPr>
          <p:cNvPr id="7" name="Text Placeholder 6"/>
          <p:cNvSpPr>
            <a:spLocks noGrp="1"/>
          </p:cNvSpPr>
          <p:nvPr>
            <p:ph type="body" sz="quarter" idx="16" hasCustomPrompt="1"/>
          </p:nvPr>
        </p:nvSpPr>
        <p:spPr>
          <a:xfrm>
            <a:off x="504825" y="6451600"/>
            <a:ext cx="3419475" cy="406400"/>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2612114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x Text + 1x Pic">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C31572B-B7C6-C044-91A0-A25424F1D6EC}"/>
              </a:ext>
            </a:extLst>
          </p:cNvPr>
          <p:cNvSpPr>
            <a:spLocks noGrp="1"/>
          </p:cNvSpPr>
          <p:nvPr>
            <p:ph type="pic" sz="quarter" idx="13"/>
          </p:nvPr>
        </p:nvSpPr>
        <p:spPr>
          <a:xfrm>
            <a:off x="7204075" y="1062038"/>
            <a:ext cx="4484688" cy="5178425"/>
          </a:xfrm>
        </p:spPr>
        <p:txBody>
          <a:bodyPr anchor="ctr"/>
          <a:lstStyle>
            <a:lvl1pPr marL="0" indent="0" algn="ctr">
              <a:buNone/>
              <a:defRPr/>
            </a:lvl1pPr>
          </a:lstStyle>
          <a:p>
            <a:r>
              <a:rPr lang="en-US"/>
              <a:t>Click icon to add picture</a:t>
            </a:r>
          </a:p>
        </p:txBody>
      </p:sp>
      <p:sp>
        <p:nvSpPr>
          <p:cNvPr id="8" name="Footer Placeholder 7">
            <a:extLst>
              <a:ext uri="{FF2B5EF4-FFF2-40B4-BE49-F238E27FC236}">
                <a16:creationId xmlns:a16="http://schemas.microsoft.com/office/drawing/2014/main" id="{9E9578D3-73F5-4B45-880E-D728A04E5519}"/>
              </a:ext>
            </a:extLst>
          </p:cNvPr>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E8EB04BC-3E8E-2741-8C53-EE2B482A6F48}"/>
              </a:ext>
            </a:extLst>
          </p:cNvPr>
          <p:cNvSpPr>
            <a:spLocks noGrp="1"/>
          </p:cNvSpPr>
          <p:nvPr>
            <p:ph type="title"/>
          </p:nvPr>
        </p:nvSpPr>
        <p:spPr>
          <a:xfrm>
            <a:off x="504825" y="250215"/>
            <a:ext cx="10412557" cy="584297"/>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C316D93-A762-F242-A2EA-25CE18AA65CA}"/>
              </a:ext>
            </a:extLst>
          </p:cNvPr>
          <p:cNvSpPr>
            <a:spLocks noGrp="1"/>
          </p:cNvSpPr>
          <p:nvPr>
            <p:ph type="body" idx="1" hasCustomPrompt="1"/>
          </p:nvPr>
        </p:nvSpPr>
        <p:spPr>
          <a:xfrm>
            <a:off x="465942" y="1302701"/>
            <a:ext cx="5891996" cy="303677"/>
          </a:xfrm>
        </p:spPr>
        <p:txBody>
          <a:bodyPr anchor="b">
            <a:normAutofit/>
          </a:bodyPr>
          <a:lstStyle>
            <a:lvl1pPr marL="0" indent="0">
              <a:buNone/>
              <a:defRPr sz="1400" b="1">
                <a:solidFill>
                  <a:srgbClr val="595959"/>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EAF8B3DA-4F87-9E44-9E87-E64D2C891546}"/>
              </a:ext>
            </a:extLst>
          </p:cNvPr>
          <p:cNvSpPr>
            <a:spLocks noGrp="1"/>
          </p:cNvSpPr>
          <p:nvPr>
            <p:ph sz="half" idx="2"/>
          </p:nvPr>
        </p:nvSpPr>
        <p:spPr>
          <a:xfrm>
            <a:off x="465942" y="1841157"/>
            <a:ext cx="5891996" cy="4348506"/>
          </a:xfrm>
        </p:spPr>
        <p:txBody>
          <a:bodyPr>
            <a:normAutofit/>
          </a:bodyPr>
          <a:lstStyle>
            <a:lvl1pPr marL="0" indent="0">
              <a:buNone/>
              <a:defRPr sz="1200">
                <a:solidFill>
                  <a:srgbClr val="595959"/>
                </a:solidFill>
              </a:defRPr>
            </a:lvl1pPr>
            <a:lvl2pPr marL="457200" indent="0">
              <a:buNone/>
              <a:defRPr sz="1200">
                <a:solidFill>
                  <a:srgbClr val="595959"/>
                </a:solidFill>
              </a:defRPr>
            </a:lvl2pPr>
            <a:lvl3pPr marL="914400" indent="0">
              <a:buNone/>
              <a:defRPr sz="1200">
                <a:solidFill>
                  <a:srgbClr val="595959"/>
                </a:solidFill>
              </a:defRPr>
            </a:lvl3pPr>
            <a:lvl4pPr marL="1371600" indent="0">
              <a:buNone/>
              <a:defRPr sz="1200">
                <a:solidFill>
                  <a:srgbClr val="595959"/>
                </a:solidFill>
              </a:defRPr>
            </a:lvl4pPr>
            <a:lvl5pPr marL="1828800" indent="0">
              <a:buNone/>
              <a:defRPr sz="12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3486B81E-3E88-4647-9E8D-B2561FD3D768}"/>
              </a:ext>
            </a:extLst>
          </p:cNvPr>
          <p:cNvSpPr>
            <a:spLocks noGrp="1"/>
          </p:cNvSpPr>
          <p:nvPr>
            <p:ph type="sldNum" sz="quarter" idx="12"/>
          </p:nvPr>
        </p:nvSpPr>
        <p:spPr/>
        <p:txBody>
          <a:bodyPr/>
          <a:lstStyle/>
          <a:p>
            <a:fld id="{7C03E8FC-7EBD-BF42-9ED4-90D4B1E23A24}" type="slidenum">
              <a:rPr lang="en-US" smtClean="0"/>
              <a:t>‹#›</a:t>
            </a:fld>
            <a:endParaRPr lang="en-US"/>
          </a:p>
        </p:txBody>
      </p:sp>
      <p:sp>
        <p:nvSpPr>
          <p:cNvPr id="6" name="Text Placeholder 5"/>
          <p:cNvSpPr>
            <a:spLocks noGrp="1"/>
          </p:cNvSpPr>
          <p:nvPr>
            <p:ph type="body" sz="quarter" idx="14" hasCustomPrompt="1"/>
          </p:nvPr>
        </p:nvSpPr>
        <p:spPr>
          <a:xfrm>
            <a:off x="466725" y="6356350"/>
            <a:ext cx="34448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307163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column project showcas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A2BBBA6-8747-8149-897F-5F4120F24E1E}"/>
              </a:ext>
            </a:extLst>
          </p:cNvPr>
          <p:cNvSpPr>
            <a:spLocks noGrp="1"/>
          </p:cNvSpPr>
          <p:nvPr>
            <p:ph type="body" sz="quarter" idx="16" hasCustomPrompt="1"/>
          </p:nvPr>
        </p:nvSpPr>
        <p:spPr>
          <a:xfrm>
            <a:off x="855881" y="4184650"/>
            <a:ext cx="3240000" cy="1371600"/>
          </a:xfrm>
        </p:spPr>
        <p:txBody>
          <a:bodyPr lIns="0" tIns="0" rIns="0" bIns="0">
            <a:normAutofit/>
          </a:bodyPr>
          <a:lstStyle>
            <a:lvl1pPr marL="0" indent="0">
              <a:buNone/>
              <a:defRPr sz="1200">
                <a:solidFill>
                  <a:srgbClr val="6C6C6C"/>
                </a:solidFill>
              </a:defRPr>
            </a:lvl1pPr>
            <a:lvl2pPr marL="457200" indent="0">
              <a:buNone/>
              <a:defRPr sz="1200">
                <a:solidFill>
                  <a:srgbClr val="6C6C6C"/>
                </a:solidFill>
              </a:defRPr>
            </a:lvl2pPr>
            <a:lvl3pPr marL="914400" indent="0">
              <a:buNone/>
              <a:defRPr sz="1200">
                <a:solidFill>
                  <a:srgbClr val="6C6C6C"/>
                </a:solidFill>
              </a:defRPr>
            </a:lvl3pPr>
            <a:lvl4pPr marL="1371600" indent="0">
              <a:buNone/>
              <a:defRPr sz="1200">
                <a:solidFill>
                  <a:srgbClr val="6C6C6C"/>
                </a:solidFill>
              </a:defRPr>
            </a:lvl4pPr>
            <a:lvl5pPr marL="1828800" indent="0">
              <a:buNone/>
              <a:defRPr sz="1200">
                <a:solidFill>
                  <a:srgbClr val="6C6C6C"/>
                </a:solidFill>
              </a:defRPr>
            </a:lvl5pPr>
          </a:lstStyle>
          <a:p>
            <a:pPr lvl="0"/>
            <a:r>
              <a:rPr lang="en-US" dirty="0"/>
              <a:t>Edit Text</a:t>
            </a:r>
          </a:p>
        </p:txBody>
      </p:sp>
      <p:sp>
        <p:nvSpPr>
          <p:cNvPr id="15" name="Picture Placeholder 14">
            <a:extLst>
              <a:ext uri="{FF2B5EF4-FFF2-40B4-BE49-F238E27FC236}">
                <a16:creationId xmlns:a16="http://schemas.microsoft.com/office/drawing/2014/main" id="{EC31572B-B7C6-C044-91A0-A25424F1D6EC}"/>
              </a:ext>
            </a:extLst>
          </p:cNvPr>
          <p:cNvSpPr>
            <a:spLocks noGrp="1"/>
          </p:cNvSpPr>
          <p:nvPr>
            <p:ph type="pic" sz="quarter" idx="13"/>
          </p:nvPr>
        </p:nvSpPr>
        <p:spPr>
          <a:xfrm>
            <a:off x="4476000" y="1198518"/>
            <a:ext cx="3240000" cy="2520000"/>
          </a:xfrm>
        </p:spPr>
        <p:txBody>
          <a:bodyPr anchor="ctr"/>
          <a:lstStyle>
            <a:lvl1pPr marL="0" indent="0" algn="ctr">
              <a:buNone/>
              <a:defRPr/>
            </a:lvl1pPr>
          </a:lstStyle>
          <a:p>
            <a:r>
              <a:rPr lang="en-US"/>
              <a:t>Click icon to add picture</a:t>
            </a:r>
          </a:p>
        </p:txBody>
      </p:sp>
      <p:sp>
        <p:nvSpPr>
          <p:cNvPr id="8" name="Footer Placeholder 7">
            <a:extLst>
              <a:ext uri="{FF2B5EF4-FFF2-40B4-BE49-F238E27FC236}">
                <a16:creationId xmlns:a16="http://schemas.microsoft.com/office/drawing/2014/main" id="{9E9578D3-73F5-4B45-880E-D728A04E5519}"/>
              </a:ext>
            </a:extLst>
          </p:cNvPr>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E8EB04BC-3E8E-2741-8C53-EE2B482A6F48}"/>
              </a:ext>
            </a:extLst>
          </p:cNvPr>
          <p:cNvSpPr>
            <a:spLocks noGrp="1"/>
          </p:cNvSpPr>
          <p:nvPr>
            <p:ph type="title" hasCustomPrompt="1"/>
          </p:nvPr>
        </p:nvSpPr>
        <p:spPr>
          <a:xfrm>
            <a:off x="504825" y="250215"/>
            <a:ext cx="10412557" cy="584297"/>
          </a:xfrm>
        </p:spPr>
        <p:txBody>
          <a:bodyPr/>
          <a:lstStyle>
            <a:lvl1pPr>
              <a:defRPr/>
            </a:lvl1pPr>
          </a:lstStyle>
          <a:p>
            <a:r>
              <a:rPr lang="en-US" dirty="0"/>
              <a:t>3-column project showcase</a:t>
            </a:r>
          </a:p>
        </p:txBody>
      </p:sp>
      <p:sp>
        <p:nvSpPr>
          <p:cNvPr id="3" name="Text Placeholder 2">
            <a:extLst>
              <a:ext uri="{FF2B5EF4-FFF2-40B4-BE49-F238E27FC236}">
                <a16:creationId xmlns:a16="http://schemas.microsoft.com/office/drawing/2014/main" id="{EC316D93-A762-F242-A2EA-25CE18AA65CA}"/>
              </a:ext>
            </a:extLst>
          </p:cNvPr>
          <p:cNvSpPr>
            <a:spLocks noGrp="1"/>
          </p:cNvSpPr>
          <p:nvPr>
            <p:ph type="body" idx="1" hasCustomPrompt="1"/>
          </p:nvPr>
        </p:nvSpPr>
        <p:spPr>
          <a:xfrm>
            <a:off x="855881" y="3870396"/>
            <a:ext cx="3240000" cy="303677"/>
          </a:xfrm>
        </p:spPr>
        <p:txBody>
          <a:bodyPr lIns="0" tIns="0" rIns="0" bIns="0" anchor="b">
            <a:normAutofit/>
          </a:bodyPr>
          <a:lstStyle>
            <a:lvl1pPr marL="0" indent="0">
              <a:buNone/>
              <a:defRPr sz="2400" b="0">
                <a:solidFill>
                  <a:schemeClr val="tx1">
                    <a:lumMod val="95000"/>
                    <a:lumOff val="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header</a:t>
            </a:r>
          </a:p>
        </p:txBody>
      </p:sp>
      <p:sp>
        <p:nvSpPr>
          <p:cNvPr id="9" name="Slide Number Placeholder 8">
            <a:extLst>
              <a:ext uri="{FF2B5EF4-FFF2-40B4-BE49-F238E27FC236}">
                <a16:creationId xmlns:a16="http://schemas.microsoft.com/office/drawing/2014/main" id="{3486B81E-3E88-4647-9E8D-B2561FD3D768}"/>
              </a:ext>
            </a:extLst>
          </p:cNvPr>
          <p:cNvSpPr>
            <a:spLocks noGrp="1"/>
          </p:cNvSpPr>
          <p:nvPr>
            <p:ph type="sldNum" sz="quarter" idx="12"/>
          </p:nvPr>
        </p:nvSpPr>
        <p:spPr/>
        <p:txBody>
          <a:bodyPr/>
          <a:lstStyle/>
          <a:p>
            <a:fld id="{7C03E8FC-7EBD-BF42-9ED4-90D4B1E23A24}" type="slidenum">
              <a:rPr lang="en-US" smtClean="0"/>
              <a:t>‹#›</a:t>
            </a:fld>
            <a:endParaRPr lang="en-US"/>
          </a:p>
        </p:txBody>
      </p:sp>
      <p:sp>
        <p:nvSpPr>
          <p:cNvPr id="20" name="Picture Placeholder 14">
            <a:extLst>
              <a:ext uri="{FF2B5EF4-FFF2-40B4-BE49-F238E27FC236}">
                <a16:creationId xmlns:a16="http://schemas.microsoft.com/office/drawing/2014/main" id="{FC9E2B90-5A98-D947-A29D-1372DADDA8DA}"/>
              </a:ext>
            </a:extLst>
          </p:cNvPr>
          <p:cNvSpPr>
            <a:spLocks noGrp="1"/>
          </p:cNvSpPr>
          <p:nvPr>
            <p:ph type="pic" sz="quarter" idx="14"/>
          </p:nvPr>
        </p:nvSpPr>
        <p:spPr>
          <a:xfrm>
            <a:off x="855881" y="1198518"/>
            <a:ext cx="3240000" cy="2520000"/>
          </a:xfrm>
        </p:spPr>
        <p:txBody>
          <a:bodyPr anchor="ctr"/>
          <a:lstStyle>
            <a:lvl1pPr marL="0" indent="0" algn="ctr">
              <a:buNone/>
              <a:defRPr/>
            </a:lvl1pPr>
          </a:lstStyle>
          <a:p>
            <a:r>
              <a:rPr lang="en-US"/>
              <a:t>Click icon to add picture</a:t>
            </a:r>
            <a:endParaRPr lang="en-US" dirty="0"/>
          </a:p>
        </p:txBody>
      </p:sp>
      <p:sp>
        <p:nvSpPr>
          <p:cNvPr id="21" name="Picture Placeholder 14">
            <a:extLst>
              <a:ext uri="{FF2B5EF4-FFF2-40B4-BE49-F238E27FC236}">
                <a16:creationId xmlns:a16="http://schemas.microsoft.com/office/drawing/2014/main" id="{C087033D-C8DB-864A-92FE-5CDCB4253B35}"/>
              </a:ext>
            </a:extLst>
          </p:cNvPr>
          <p:cNvSpPr>
            <a:spLocks noGrp="1"/>
          </p:cNvSpPr>
          <p:nvPr>
            <p:ph type="pic" sz="quarter" idx="15"/>
          </p:nvPr>
        </p:nvSpPr>
        <p:spPr>
          <a:xfrm>
            <a:off x="7992511" y="1198518"/>
            <a:ext cx="3240000" cy="2520000"/>
          </a:xfrm>
        </p:spPr>
        <p:txBody>
          <a:bodyPr anchor="ctr"/>
          <a:lstStyle>
            <a:lvl1pPr marL="0" indent="0" algn="ctr">
              <a:buNone/>
              <a:defRPr/>
            </a:lvl1pPr>
          </a:lstStyle>
          <a:p>
            <a:r>
              <a:rPr lang="en-US"/>
              <a:t>Click icon to add picture</a:t>
            </a:r>
            <a:endParaRPr lang="en-US" dirty="0"/>
          </a:p>
        </p:txBody>
      </p:sp>
      <p:sp>
        <p:nvSpPr>
          <p:cNvPr id="22" name="Text Placeholder 5">
            <a:extLst>
              <a:ext uri="{FF2B5EF4-FFF2-40B4-BE49-F238E27FC236}">
                <a16:creationId xmlns:a16="http://schemas.microsoft.com/office/drawing/2014/main" id="{57BA9409-A7B4-5147-B2B4-81AD8C98D8FE}"/>
              </a:ext>
            </a:extLst>
          </p:cNvPr>
          <p:cNvSpPr>
            <a:spLocks noGrp="1"/>
          </p:cNvSpPr>
          <p:nvPr>
            <p:ph type="body" sz="quarter" idx="17" hasCustomPrompt="1"/>
          </p:nvPr>
        </p:nvSpPr>
        <p:spPr>
          <a:xfrm>
            <a:off x="4476000" y="4184650"/>
            <a:ext cx="3240000" cy="1371600"/>
          </a:xfrm>
        </p:spPr>
        <p:txBody>
          <a:bodyPr lIns="0" tIns="0" rIns="0" bIns="0">
            <a:normAutofit/>
          </a:bodyPr>
          <a:lstStyle>
            <a:lvl1pPr marL="0" indent="0">
              <a:buNone/>
              <a:defRPr sz="1200">
                <a:solidFill>
                  <a:srgbClr val="6C6C6C"/>
                </a:solidFill>
              </a:defRPr>
            </a:lvl1pPr>
            <a:lvl2pPr marL="457200" indent="0">
              <a:buNone/>
              <a:defRPr sz="1200">
                <a:solidFill>
                  <a:srgbClr val="6C6C6C"/>
                </a:solidFill>
              </a:defRPr>
            </a:lvl2pPr>
            <a:lvl3pPr marL="914400" indent="0">
              <a:buNone/>
              <a:defRPr sz="1200">
                <a:solidFill>
                  <a:srgbClr val="6C6C6C"/>
                </a:solidFill>
              </a:defRPr>
            </a:lvl3pPr>
            <a:lvl4pPr marL="1371600" indent="0">
              <a:buNone/>
              <a:defRPr sz="1200">
                <a:solidFill>
                  <a:srgbClr val="6C6C6C"/>
                </a:solidFill>
              </a:defRPr>
            </a:lvl4pPr>
            <a:lvl5pPr marL="1828800" indent="0">
              <a:buNone/>
              <a:defRPr sz="1200">
                <a:solidFill>
                  <a:srgbClr val="6C6C6C"/>
                </a:solidFill>
              </a:defRPr>
            </a:lvl5pPr>
          </a:lstStyle>
          <a:p>
            <a:pPr lvl="0"/>
            <a:r>
              <a:rPr lang="en-US" dirty="0"/>
              <a:t>Edit Text</a:t>
            </a:r>
          </a:p>
        </p:txBody>
      </p:sp>
      <p:sp>
        <p:nvSpPr>
          <p:cNvPr id="23" name="Text Placeholder 2">
            <a:extLst>
              <a:ext uri="{FF2B5EF4-FFF2-40B4-BE49-F238E27FC236}">
                <a16:creationId xmlns:a16="http://schemas.microsoft.com/office/drawing/2014/main" id="{D142D9D1-526E-CC4D-8FE6-90CB7593C04F}"/>
              </a:ext>
            </a:extLst>
          </p:cNvPr>
          <p:cNvSpPr>
            <a:spLocks noGrp="1"/>
          </p:cNvSpPr>
          <p:nvPr>
            <p:ph type="body" idx="18" hasCustomPrompt="1"/>
          </p:nvPr>
        </p:nvSpPr>
        <p:spPr>
          <a:xfrm>
            <a:off x="4476000" y="3870396"/>
            <a:ext cx="3240000" cy="303677"/>
          </a:xfrm>
        </p:spPr>
        <p:txBody>
          <a:bodyPr lIns="0" tIns="0" rIns="0" bIns="0" anchor="b">
            <a:normAutofit/>
          </a:bodyPr>
          <a:lstStyle>
            <a:lvl1pPr marL="0" indent="0">
              <a:buNone/>
              <a:defRPr sz="2400" b="0">
                <a:solidFill>
                  <a:schemeClr val="tx1">
                    <a:lumMod val="95000"/>
                    <a:lumOff val="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header</a:t>
            </a:r>
          </a:p>
        </p:txBody>
      </p:sp>
      <p:sp>
        <p:nvSpPr>
          <p:cNvPr id="24" name="Text Placeholder 5">
            <a:extLst>
              <a:ext uri="{FF2B5EF4-FFF2-40B4-BE49-F238E27FC236}">
                <a16:creationId xmlns:a16="http://schemas.microsoft.com/office/drawing/2014/main" id="{0D9B4493-7B31-C644-B62E-32A90C658F44}"/>
              </a:ext>
            </a:extLst>
          </p:cNvPr>
          <p:cNvSpPr>
            <a:spLocks noGrp="1"/>
          </p:cNvSpPr>
          <p:nvPr>
            <p:ph type="body" sz="quarter" idx="19" hasCustomPrompt="1"/>
          </p:nvPr>
        </p:nvSpPr>
        <p:spPr>
          <a:xfrm>
            <a:off x="7992511" y="4184650"/>
            <a:ext cx="3240000" cy="1371600"/>
          </a:xfrm>
        </p:spPr>
        <p:txBody>
          <a:bodyPr lIns="0" tIns="0" rIns="0" bIns="0">
            <a:normAutofit/>
          </a:bodyPr>
          <a:lstStyle>
            <a:lvl1pPr marL="0" indent="0">
              <a:buNone/>
              <a:defRPr sz="1200">
                <a:solidFill>
                  <a:srgbClr val="6C6C6C"/>
                </a:solidFill>
              </a:defRPr>
            </a:lvl1pPr>
            <a:lvl2pPr marL="457200" indent="0">
              <a:buNone/>
              <a:defRPr sz="1200">
                <a:solidFill>
                  <a:srgbClr val="6C6C6C"/>
                </a:solidFill>
              </a:defRPr>
            </a:lvl2pPr>
            <a:lvl3pPr marL="914400" indent="0">
              <a:buNone/>
              <a:defRPr sz="1200">
                <a:solidFill>
                  <a:srgbClr val="6C6C6C"/>
                </a:solidFill>
              </a:defRPr>
            </a:lvl3pPr>
            <a:lvl4pPr marL="1371600" indent="0">
              <a:buNone/>
              <a:defRPr sz="1200">
                <a:solidFill>
                  <a:srgbClr val="6C6C6C"/>
                </a:solidFill>
              </a:defRPr>
            </a:lvl4pPr>
            <a:lvl5pPr marL="1828800" indent="0">
              <a:buNone/>
              <a:defRPr sz="1200">
                <a:solidFill>
                  <a:srgbClr val="6C6C6C"/>
                </a:solidFill>
              </a:defRPr>
            </a:lvl5pPr>
          </a:lstStyle>
          <a:p>
            <a:pPr lvl="0"/>
            <a:r>
              <a:rPr lang="en-US" dirty="0"/>
              <a:t>Edit Text</a:t>
            </a:r>
          </a:p>
        </p:txBody>
      </p:sp>
      <p:sp>
        <p:nvSpPr>
          <p:cNvPr id="25" name="Text Placeholder 2">
            <a:extLst>
              <a:ext uri="{FF2B5EF4-FFF2-40B4-BE49-F238E27FC236}">
                <a16:creationId xmlns:a16="http://schemas.microsoft.com/office/drawing/2014/main" id="{207568BA-2550-D849-9CC9-D47F24A15E41}"/>
              </a:ext>
            </a:extLst>
          </p:cNvPr>
          <p:cNvSpPr>
            <a:spLocks noGrp="1"/>
          </p:cNvSpPr>
          <p:nvPr>
            <p:ph type="body" idx="20" hasCustomPrompt="1"/>
          </p:nvPr>
        </p:nvSpPr>
        <p:spPr>
          <a:xfrm>
            <a:off x="7992511" y="3870396"/>
            <a:ext cx="3240000" cy="303677"/>
          </a:xfrm>
        </p:spPr>
        <p:txBody>
          <a:bodyPr lIns="0" tIns="0" rIns="0" bIns="0" anchor="b">
            <a:normAutofit/>
          </a:bodyPr>
          <a:lstStyle>
            <a:lvl1pPr marL="0" indent="0">
              <a:buNone/>
              <a:defRPr sz="2400" b="0">
                <a:solidFill>
                  <a:schemeClr val="tx1">
                    <a:lumMod val="95000"/>
                    <a:lumOff val="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header</a:t>
            </a:r>
          </a:p>
        </p:txBody>
      </p:sp>
      <p:sp>
        <p:nvSpPr>
          <p:cNvPr id="5" name="Text Placeholder 4"/>
          <p:cNvSpPr>
            <a:spLocks noGrp="1"/>
          </p:cNvSpPr>
          <p:nvPr>
            <p:ph type="body" sz="quarter" idx="21" hasCustomPrompt="1"/>
          </p:nvPr>
        </p:nvSpPr>
        <p:spPr>
          <a:xfrm>
            <a:off x="504825" y="6356350"/>
            <a:ext cx="33686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1968364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Opt 01)">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4BD3B939-3B16-F441-83B2-1414FC3CE098}"/>
              </a:ext>
            </a:extLst>
          </p:cNvPr>
          <p:cNvSpPr>
            <a:spLocks noGrp="1"/>
          </p:cNvSpPr>
          <p:nvPr>
            <p:ph type="body" sz="quarter" idx="13" hasCustomPrompt="1"/>
          </p:nvPr>
        </p:nvSpPr>
        <p:spPr>
          <a:xfrm>
            <a:off x="834887" y="1302547"/>
            <a:ext cx="3060000" cy="612000"/>
          </a:xfrm>
          <a:prstGeom prst="roundRect">
            <a:avLst/>
          </a:prstGeom>
          <a:ln w="12700">
            <a:solidFill>
              <a:srgbClr val="FFBB13"/>
            </a:solidFill>
          </a:ln>
        </p:spPr>
        <p:txBody>
          <a:bodyPr anchor="ctr">
            <a:normAutofit/>
          </a:bodyPr>
          <a:lstStyle>
            <a:lvl1pPr marL="357188" indent="0">
              <a:buNone/>
              <a:tabLst/>
              <a:defRPr sz="1800" b="1">
                <a:solidFill>
                  <a:schemeClr val="tx1">
                    <a:lumMod val="95000"/>
                    <a:lumOff val="5000"/>
                  </a:schemeClr>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dirty="0"/>
              <a:t>Header</a:t>
            </a:r>
          </a:p>
        </p:txBody>
      </p:sp>
      <p:sp>
        <p:nvSpPr>
          <p:cNvPr id="6" name="Footer Placeholder 5">
            <a:extLst>
              <a:ext uri="{FF2B5EF4-FFF2-40B4-BE49-F238E27FC236}">
                <a16:creationId xmlns:a16="http://schemas.microsoft.com/office/drawing/2014/main" id="{12BBE763-1218-9947-9A47-DF757A782627}"/>
              </a:ext>
            </a:extLst>
          </p:cNvPr>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1CBDDC26-D28A-CC47-A903-3215875BC210}"/>
              </a:ext>
            </a:extLst>
          </p:cNvPr>
          <p:cNvSpPr>
            <a:spLocks noGrp="1"/>
          </p:cNvSpPr>
          <p:nvPr>
            <p:ph type="title" hasCustomPrompt="1"/>
          </p:nvPr>
        </p:nvSpPr>
        <p:spPr/>
        <p:txBody>
          <a:bodyPr/>
          <a:lstStyle>
            <a:lvl1pPr>
              <a:defRPr/>
            </a:lvl1pPr>
          </a:lstStyle>
          <a:p>
            <a:r>
              <a:rPr lang="en-US" sz="2800" dirty="0">
                <a:latin typeface="Trebuchet MS" panose="020B0603020202020204" pitchFamily="34" charset="0"/>
              </a:rPr>
              <a:t>Comparisons (opt 01)</a:t>
            </a:r>
            <a:endParaRPr lang="en-US" dirty="0"/>
          </a:p>
        </p:txBody>
      </p:sp>
      <p:sp>
        <p:nvSpPr>
          <p:cNvPr id="7" name="Slide Number Placeholder 6">
            <a:extLst>
              <a:ext uri="{FF2B5EF4-FFF2-40B4-BE49-F238E27FC236}">
                <a16:creationId xmlns:a16="http://schemas.microsoft.com/office/drawing/2014/main" id="{3F94BA0A-67FA-4247-9601-DC5CB851E8D1}"/>
              </a:ext>
            </a:extLst>
          </p:cNvPr>
          <p:cNvSpPr>
            <a:spLocks noGrp="1"/>
          </p:cNvSpPr>
          <p:nvPr>
            <p:ph type="sldNum" sz="quarter" idx="12"/>
          </p:nvPr>
        </p:nvSpPr>
        <p:spPr/>
        <p:txBody>
          <a:bodyPr/>
          <a:lstStyle/>
          <a:p>
            <a:fld id="{7C03E8FC-7EBD-BF42-9ED4-90D4B1E23A24}" type="slidenum">
              <a:rPr lang="en-US" smtClean="0"/>
              <a:t>‹#›</a:t>
            </a:fld>
            <a:endParaRPr lang="en-US"/>
          </a:p>
        </p:txBody>
      </p:sp>
      <p:pic>
        <p:nvPicPr>
          <p:cNvPr id="8" name="Picture 7">
            <a:extLst>
              <a:ext uri="{FF2B5EF4-FFF2-40B4-BE49-F238E27FC236}">
                <a16:creationId xmlns:a16="http://schemas.microsoft.com/office/drawing/2014/main" id="{2A57548A-77DE-7545-8751-6597417007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066277" y="213615"/>
            <a:ext cx="620897" cy="620897"/>
          </a:xfrm>
          <a:prstGeom prst="rect">
            <a:avLst/>
          </a:prstGeom>
        </p:spPr>
      </p:pic>
      <p:sp>
        <p:nvSpPr>
          <p:cNvPr id="24" name="Text Placeholder 23">
            <a:extLst>
              <a:ext uri="{FF2B5EF4-FFF2-40B4-BE49-F238E27FC236}">
                <a16:creationId xmlns:a16="http://schemas.microsoft.com/office/drawing/2014/main" id="{F03422E6-CE47-5B4C-8C92-FA13F1EA2762}"/>
              </a:ext>
            </a:extLst>
          </p:cNvPr>
          <p:cNvSpPr>
            <a:spLocks noGrp="1"/>
          </p:cNvSpPr>
          <p:nvPr>
            <p:ph type="body" sz="quarter" idx="14" hasCustomPrompt="1"/>
          </p:nvPr>
        </p:nvSpPr>
        <p:spPr>
          <a:xfrm>
            <a:off x="581891" y="1302547"/>
            <a:ext cx="612000" cy="612000"/>
          </a:xfrm>
          <a:prstGeom prst="ellipse">
            <a:avLst/>
          </a:prstGeom>
          <a:solidFill>
            <a:srgbClr val="FEBC11"/>
          </a:solidFill>
        </p:spPr>
        <p:txBody>
          <a:bodyPr lIns="0" tIns="0" rIns="0" bIns="0" anchor="ctr">
            <a:normAutofit/>
          </a:bodyPr>
          <a:lstStyle>
            <a:lvl1pPr marL="0" indent="0" algn="ctr">
              <a:buNone/>
              <a:defRPr sz="1600" b="1">
                <a:solidFill>
                  <a:schemeClr val="bg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stStyle>
          <a:p>
            <a:pPr lvl="0"/>
            <a:r>
              <a:rPr lang="en-US" dirty="0"/>
              <a:t>##</a:t>
            </a:r>
          </a:p>
        </p:txBody>
      </p:sp>
      <p:sp>
        <p:nvSpPr>
          <p:cNvPr id="26" name="Text Placeholder 25">
            <a:extLst>
              <a:ext uri="{FF2B5EF4-FFF2-40B4-BE49-F238E27FC236}">
                <a16:creationId xmlns:a16="http://schemas.microsoft.com/office/drawing/2014/main" id="{278BC178-06E1-BF4D-98E6-06661E7FB494}"/>
              </a:ext>
            </a:extLst>
          </p:cNvPr>
          <p:cNvSpPr>
            <a:spLocks noGrp="1"/>
          </p:cNvSpPr>
          <p:nvPr>
            <p:ph type="body" sz="quarter" idx="15"/>
          </p:nvPr>
        </p:nvSpPr>
        <p:spPr>
          <a:xfrm>
            <a:off x="834886" y="2100030"/>
            <a:ext cx="2975113" cy="4047676"/>
          </a:xfrm>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21">
            <a:extLst>
              <a:ext uri="{FF2B5EF4-FFF2-40B4-BE49-F238E27FC236}">
                <a16:creationId xmlns:a16="http://schemas.microsoft.com/office/drawing/2014/main" id="{FF0BFB3C-8987-A449-857D-BE505C75ABED}"/>
              </a:ext>
            </a:extLst>
          </p:cNvPr>
          <p:cNvSpPr>
            <a:spLocks noGrp="1"/>
          </p:cNvSpPr>
          <p:nvPr>
            <p:ph type="body" sz="quarter" idx="16" hasCustomPrompt="1"/>
          </p:nvPr>
        </p:nvSpPr>
        <p:spPr>
          <a:xfrm>
            <a:off x="4742858" y="1302547"/>
            <a:ext cx="3060000" cy="612000"/>
          </a:xfrm>
          <a:prstGeom prst="roundRect">
            <a:avLst/>
          </a:prstGeom>
          <a:ln w="12700">
            <a:solidFill>
              <a:srgbClr val="FFBB13"/>
            </a:solidFill>
          </a:ln>
        </p:spPr>
        <p:txBody>
          <a:bodyPr anchor="ctr">
            <a:normAutofit/>
          </a:bodyPr>
          <a:lstStyle>
            <a:lvl1pPr marL="357188" indent="0">
              <a:buNone/>
              <a:tabLst/>
              <a:defRPr sz="1800" b="1">
                <a:solidFill>
                  <a:schemeClr val="tx1">
                    <a:lumMod val="95000"/>
                    <a:lumOff val="5000"/>
                  </a:schemeClr>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dirty="0"/>
              <a:t>Header</a:t>
            </a:r>
          </a:p>
        </p:txBody>
      </p:sp>
      <p:sp>
        <p:nvSpPr>
          <p:cNvPr id="29" name="Text Placeholder 23">
            <a:extLst>
              <a:ext uri="{FF2B5EF4-FFF2-40B4-BE49-F238E27FC236}">
                <a16:creationId xmlns:a16="http://schemas.microsoft.com/office/drawing/2014/main" id="{6C59BA92-114B-CA46-8F65-30948BB2E36E}"/>
              </a:ext>
            </a:extLst>
          </p:cNvPr>
          <p:cNvSpPr>
            <a:spLocks noGrp="1"/>
          </p:cNvSpPr>
          <p:nvPr>
            <p:ph type="body" sz="quarter" idx="17" hasCustomPrompt="1"/>
          </p:nvPr>
        </p:nvSpPr>
        <p:spPr>
          <a:xfrm>
            <a:off x="4489862" y="1302547"/>
            <a:ext cx="612000" cy="612000"/>
          </a:xfrm>
          <a:prstGeom prst="ellipse">
            <a:avLst/>
          </a:prstGeom>
          <a:solidFill>
            <a:srgbClr val="FEBC11"/>
          </a:solidFill>
        </p:spPr>
        <p:txBody>
          <a:bodyPr lIns="0" tIns="0" rIns="0" bIns="0" anchor="ctr">
            <a:normAutofit/>
          </a:bodyPr>
          <a:lstStyle>
            <a:lvl1pPr marL="0" indent="0" algn="ctr">
              <a:buNone/>
              <a:defRPr sz="1600" b="1">
                <a:solidFill>
                  <a:schemeClr val="bg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stStyle>
          <a:p>
            <a:pPr lvl="0"/>
            <a:r>
              <a:rPr lang="en-US" dirty="0"/>
              <a:t>##</a:t>
            </a:r>
          </a:p>
        </p:txBody>
      </p:sp>
      <p:sp>
        <p:nvSpPr>
          <p:cNvPr id="30" name="Text Placeholder 25">
            <a:extLst>
              <a:ext uri="{FF2B5EF4-FFF2-40B4-BE49-F238E27FC236}">
                <a16:creationId xmlns:a16="http://schemas.microsoft.com/office/drawing/2014/main" id="{B16A439E-D494-B345-A2DC-0ED9729C73AF}"/>
              </a:ext>
            </a:extLst>
          </p:cNvPr>
          <p:cNvSpPr>
            <a:spLocks noGrp="1"/>
          </p:cNvSpPr>
          <p:nvPr>
            <p:ph type="body" sz="quarter" idx="18"/>
          </p:nvPr>
        </p:nvSpPr>
        <p:spPr>
          <a:xfrm>
            <a:off x="4742857" y="2100030"/>
            <a:ext cx="2975113" cy="4047676"/>
          </a:xfrm>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21">
            <a:extLst>
              <a:ext uri="{FF2B5EF4-FFF2-40B4-BE49-F238E27FC236}">
                <a16:creationId xmlns:a16="http://schemas.microsoft.com/office/drawing/2014/main" id="{AC3AA84A-179B-C44A-A390-FBE7CF18792C}"/>
              </a:ext>
            </a:extLst>
          </p:cNvPr>
          <p:cNvSpPr>
            <a:spLocks noGrp="1"/>
          </p:cNvSpPr>
          <p:nvPr>
            <p:ph type="body" sz="quarter" idx="19" hasCustomPrompt="1"/>
          </p:nvPr>
        </p:nvSpPr>
        <p:spPr>
          <a:xfrm>
            <a:off x="8740609" y="1302547"/>
            <a:ext cx="3060000" cy="612000"/>
          </a:xfrm>
          <a:prstGeom prst="roundRect">
            <a:avLst/>
          </a:prstGeom>
          <a:solidFill>
            <a:srgbClr val="FEBC11"/>
          </a:solidFill>
          <a:ln w="12700">
            <a:solidFill>
              <a:srgbClr val="FFBB13"/>
            </a:solidFill>
          </a:ln>
        </p:spPr>
        <p:txBody>
          <a:bodyPr anchor="ctr">
            <a:normAutofit/>
          </a:bodyPr>
          <a:lstStyle>
            <a:lvl1pPr marL="357188" indent="0">
              <a:buNone/>
              <a:tabLst/>
              <a:defRPr sz="1800" b="1">
                <a:solidFill>
                  <a:schemeClr val="bg1"/>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dirty="0"/>
              <a:t>Header</a:t>
            </a:r>
          </a:p>
        </p:txBody>
      </p:sp>
      <p:sp>
        <p:nvSpPr>
          <p:cNvPr id="37" name="Text Placeholder 23">
            <a:extLst>
              <a:ext uri="{FF2B5EF4-FFF2-40B4-BE49-F238E27FC236}">
                <a16:creationId xmlns:a16="http://schemas.microsoft.com/office/drawing/2014/main" id="{DB0369DC-C42C-BC44-B24A-FD8EE3F70AB4}"/>
              </a:ext>
            </a:extLst>
          </p:cNvPr>
          <p:cNvSpPr>
            <a:spLocks noGrp="1"/>
          </p:cNvSpPr>
          <p:nvPr>
            <p:ph type="body" sz="quarter" idx="20" hasCustomPrompt="1"/>
          </p:nvPr>
        </p:nvSpPr>
        <p:spPr>
          <a:xfrm>
            <a:off x="8487613" y="1302547"/>
            <a:ext cx="612000" cy="612000"/>
          </a:xfrm>
          <a:prstGeom prst="ellipse">
            <a:avLst/>
          </a:prstGeom>
          <a:solidFill>
            <a:srgbClr val="FEBC11"/>
          </a:solidFill>
          <a:ln w="25400">
            <a:solidFill>
              <a:schemeClr val="bg1"/>
            </a:solidFill>
          </a:ln>
        </p:spPr>
        <p:txBody>
          <a:bodyPr lIns="0" tIns="0" rIns="0" bIns="0" anchor="ctr">
            <a:normAutofit/>
          </a:bodyPr>
          <a:lstStyle>
            <a:lvl1pPr marL="0" indent="0" algn="ctr">
              <a:buNone/>
              <a:defRPr sz="1600" b="1">
                <a:solidFill>
                  <a:schemeClr val="bg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stStyle>
          <a:p>
            <a:pPr lvl="0"/>
            <a:r>
              <a:rPr lang="en-US" dirty="0"/>
              <a:t>##</a:t>
            </a:r>
          </a:p>
        </p:txBody>
      </p:sp>
      <p:sp>
        <p:nvSpPr>
          <p:cNvPr id="38" name="Text Placeholder 25">
            <a:extLst>
              <a:ext uri="{FF2B5EF4-FFF2-40B4-BE49-F238E27FC236}">
                <a16:creationId xmlns:a16="http://schemas.microsoft.com/office/drawing/2014/main" id="{E4A1293A-D1F4-1941-A787-F87122B6427B}"/>
              </a:ext>
            </a:extLst>
          </p:cNvPr>
          <p:cNvSpPr>
            <a:spLocks noGrp="1"/>
          </p:cNvSpPr>
          <p:nvPr>
            <p:ph type="body" sz="quarter" idx="21"/>
          </p:nvPr>
        </p:nvSpPr>
        <p:spPr>
          <a:xfrm>
            <a:off x="8740608" y="2100030"/>
            <a:ext cx="2975113" cy="4047676"/>
          </a:xfrm>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quarter" idx="22" hasCustomPrompt="1"/>
          </p:nvPr>
        </p:nvSpPr>
        <p:spPr>
          <a:xfrm>
            <a:off x="406400" y="6356350"/>
            <a:ext cx="3403600"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1380601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s - with image / chart / icon (opt 02)">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4BD3B939-3B16-F441-83B2-1414FC3CE098}"/>
              </a:ext>
            </a:extLst>
          </p:cNvPr>
          <p:cNvSpPr>
            <a:spLocks noGrp="1"/>
          </p:cNvSpPr>
          <p:nvPr>
            <p:ph type="body" sz="quarter" idx="13" hasCustomPrompt="1"/>
          </p:nvPr>
        </p:nvSpPr>
        <p:spPr>
          <a:xfrm>
            <a:off x="504825" y="1012874"/>
            <a:ext cx="3600000" cy="468000"/>
          </a:xfrm>
          <a:prstGeom prst="rect">
            <a:avLst/>
          </a:prstGeom>
          <a:solidFill>
            <a:srgbClr val="EEECED"/>
          </a:solidFill>
          <a:ln w="12700">
            <a:noFill/>
          </a:ln>
        </p:spPr>
        <p:txBody>
          <a:bodyPr anchor="ctr">
            <a:normAutofit/>
          </a:bodyPr>
          <a:lstStyle>
            <a:lvl1pPr marL="12700" indent="0" algn="ctr">
              <a:buNone/>
              <a:tabLst/>
              <a:defRPr sz="1600" b="1">
                <a:solidFill>
                  <a:srgbClr val="595959"/>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a:t>Header</a:t>
            </a:r>
            <a:endParaRPr lang="en-US" dirty="0"/>
          </a:p>
        </p:txBody>
      </p:sp>
      <p:sp>
        <p:nvSpPr>
          <p:cNvPr id="6" name="Footer Placeholder 5">
            <a:extLst>
              <a:ext uri="{FF2B5EF4-FFF2-40B4-BE49-F238E27FC236}">
                <a16:creationId xmlns:a16="http://schemas.microsoft.com/office/drawing/2014/main" id="{12BBE763-1218-9947-9A47-DF757A782627}"/>
              </a:ext>
            </a:extLst>
          </p:cNvPr>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1CBDDC26-D28A-CC47-A903-3215875BC210}"/>
              </a:ext>
            </a:extLst>
          </p:cNvPr>
          <p:cNvSpPr>
            <a:spLocks noGrp="1"/>
          </p:cNvSpPr>
          <p:nvPr>
            <p:ph type="title" hasCustomPrompt="1"/>
          </p:nvPr>
        </p:nvSpPr>
        <p:spPr>
          <a:xfrm>
            <a:off x="504825" y="250215"/>
            <a:ext cx="10412557" cy="584297"/>
          </a:xfrm>
        </p:spPr>
        <p:txBody>
          <a:bodyPr/>
          <a:lstStyle>
            <a:lvl1pPr>
              <a:defRPr/>
            </a:lvl1pPr>
          </a:lstStyle>
          <a:p>
            <a:r>
              <a:rPr lang="en-US" sz="2800" dirty="0">
                <a:latin typeface="Trebuchet MS" panose="020B0603020202020204" pitchFamily="34" charset="0"/>
              </a:rPr>
              <a:t>Comparisons - with image / chart / icon (opt 02)</a:t>
            </a:r>
            <a:endParaRPr lang="en-US" dirty="0"/>
          </a:p>
        </p:txBody>
      </p:sp>
      <p:sp>
        <p:nvSpPr>
          <p:cNvPr id="7" name="Slide Number Placeholder 6">
            <a:extLst>
              <a:ext uri="{FF2B5EF4-FFF2-40B4-BE49-F238E27FC236}">
                <a16:creationId xmlns:a16="http://schemas.microsoft.com/office/drawing/2014/main" id="{3F94BA0A-67FA-4247-9601-DC5CB851E8D1}"/>
              </a:ext>
            </a:extLst>
          </p:cNvPr>
          <p:cNvSpPr>
            <a:spLocks noGrp="1"/>
          </p:cNvSpPr>
          <p:nvPr>
            <p:ph type="sldNum" sz="quarter" idx="12"/>
          </p:nvPr>
        </p:nvSpPr>
        <p:spPr/>
        <p:txBody>
          <a:bodyPr/>
          <a:lstStyle/>
          <a:p>
            <a:fld id="{7C03E8FC-7EBD-BF42-9ED4-90D4B1E23A24}" type="slidenum">
              <a:rPr lang="en-US" smtClean="0"/>
              <a:t>‹#›</a:t>
            </a:fld>
            <a:endParaRPr lang="en-US"/>
          </a:p>
        </p:txBody>
      </p:sp>
      <p:pic>
        <p:nvPicPr>
          <p:cNvPr id="8" name="Picture 7">
            <a:extLst>
              <a:ext uri="{FF2B5EF4-FFF2-40B4-BE49-F238E27FC236}">
                <a16:creationId xmlns:a16="http://schemas.microsoft.com/office/drawing/2014/main" id="{2A57548A-77DE-7545-8751-6597417007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066277" y="213615"/>
            <a:ext cx="620897" cy="620897"/>
          </a:xfrm>
          <a:prstGeom prst="rect">
            <a:avLst/>
          </a:prstGeom>
        </p:spPr>
      </p:pic>
      <p:sp>
        <p:nvSpPr>
          <p:cNvPr id="26" name="Text Placeholder 25">
            <a:extLst>
              <a:ext uri="{FF2B5EF4-FFF2-40B4-BE49-F238E27FC236}">
                <a16:creationId xmlns:a16="http://schemas.microsoft.com/office/drawing/2014/main" id="{278BC178-06E1-BF4D-98E6-06661E7FB494}"/>
              </a:ext>
            </a:extLst>
          </p:cNvPr>
          <p:cNvSpPr>
            <a:spLocks noGrp="1"/>
          </p:cNvSpPr>
          <p:nvPr>
            <p:ph type="body" sz="quarter" idx="15"/>
          </p:nvPr>
        </p:nvSpPr>
        <p:spPr>
          <a:xfrm>
            <a:off x="504825" y="2869808"/>
            <a:ext cx="3600000" cy="3420000"/>
          </a:xfrm>
          <a:solidFill>
            <a:srgbClr val="FCFDE9"/>
          </a:solidFill>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DF6BE7-BA67-1B46-8163-B7A3DFBB32E9}"/>
              </a:ext>
            </a:extLst>
          </p:cNvPr>
          <p:cNvSpPr>
            <a:spLocks noGrp="1"/>
          </p:cNvSpPr>
          <p:nvPr>
            <p:ph sz="quarter" idx="21" hasCustomPrompt="1"/>
          </p:nvPr>
        </p:nvSpPr>
        <p:spPr>
          <a:xfrm>
            <a:off x="504825" y="1631950"/>
            <a:ext cx="3600000" cy="1080000"/>
          </a:xfrm>
        </p:spPr>
        <p:txBody>
          <a:bodyPr anchor="ct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Insert Picture</a:t>
            </a:r>
          </a:p>
        </p:txBody>
      </p:sp>
      <p:sp>
        <p:nvSpPr>
          <p:cNvPr id="19" name="Text Placeholder 21">
            <a:extLst>
              <a:ext uri="{FF2B5EF4-FFF2-40B4-BE49-F238E27FC236}">
                <a16:creationId xmlns:a16="http://schemas.microsoft.com/office/drawing/2014/main" id="{072E3C89-2DC2-D745-AC1A-40F655B2CE22}"/>
              </a:ext>
            </a:extLst>
          </p:cNvPr>
          <p:cNvSpPr>
            <a:spLocks noGrp="1"/>
          </p:cNvSpPr>
          <p:nvPr>
            <p:ph type="body" sz="quarter" idx="22" hasCustomPrompt="1"/>
          </p:nvPr>
        </p:nvSpPr>
        <p:spPr>
          <a:xfrm>
            <a:off x="4331237" y="1012874"/>
            <a:ext cx="3600000" cy="468000"/>
          </a:xfrm>
          <a:prstGeom prst="rect">
            <a:avLst/>
          </a:prstGeom>
          <a:solidFill>
            <a:srgbClr val="EEECED"/>
          </a:solidFill>
          <a:ln w="12700">
            <a:noFill/>
          </a:ln>
        </p:spPr>
        <p:txBody>
          <a:bodyPr anchor="ctr">
            <a:normAutofit/>
          </a:bodyPr>
          <a:lstStyle>
            <a:lvl1pPr marL="12700" indent="0" algn="ctr">
              <a:buNone/>
              <a:tabLst/>
              <a:defRPr sz="1600" b="1">
                <a:solidFill>
                  <a:srgbClr val="595959"/>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a:t>Header</a:t>
            </a:r>
            <a:endParaRPr lang="en-US" dirty="0"/>
          </a:p>
        </p:txBody>
      </p:sp>
      <p:sp>
        <p:nvSpPr>
          <p:cNvPr id="20" name="Text Placeholder 25">
            <a:extLst>
              <a:ext uri="{FF2B5EF4-FFF2-40B4-BE49-F238E27FC236}">
                <a16:creationId xmlns:a16="http://schemas.microsoft.com/office/drawing/2014/main" id="{5565FFAC-83E0-5641-B638-1A58E427F71E}"/>
              </a:ext>
            </a:extLst>
          </p:cNvPr>
          <p:cNvSpPr>
            <a:spLocks noGrp="1"/>
          </p:cNvSpPr>
          <p:nvPr>
            <p:ph type="body" sz="quarter" idx="23"/>
          </p:nvPr>
        </p:nvSpPr>
        <p:spPr>
          <a:xfrm>
            <a:off x="4331237" y="2869808"/>
            <a:ext cx="3600000" cy="3420000"/>
          </a:xfrm>
          <a:solidFill>
            <a:srgbClr val="FCFDE9"/>
          </a:solidFill>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Placeholder 3">
            <a:extLst>
              <a:ext uri="{FF2B5EF4-FFF2-40B4-BE49-F238E27FC236}">
                <a16:creationId xmlns:a16="http://schemas.microsoft.com/office/drawing/2014/main" id="{793719C8-1987-8A4C-A63E-B740FD53052B}"/>
              </a:ext>
            </a:extLst>
          </p:cNvPr>
          <p:cNvSpPr>
            <a:spLocks noGrp="1"/>
          </p:cNvSpPr>
          <p:nvPr>
            <p:ph sz="quarter" idx="24" hasCustomPrompt="1"/>
          </p:nvPr>
        </p:nvSpPr>
        <p:spPr>
          <a:xfrm>
            <a:off x="4331237" y="1631950"/>
            <a:ext cx="3600000" cy="1080000"/>
          </a:xfrm>
        </p:spPr>
        <p:txBody>
          <a:bodyPr anchor="ct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Insert Picture</a:t>
            </a:r>
          </a:p>
        </p:txBody>
      </p:sp>
      <p:sp>
        <p:nvSpPr>
          <p:cNvPr id="23" name="Text Placeholder 21">
            <a:extLst>
              <a:ext uri="{FF2B5EF4-FFF2-40B4-BE49-F238E27FC236}">
                <a16:creationId xmlns:a16="http://schemas.microsoft.com/office/drawing/2014/main" id="{3EBF9622-0B52-5D4E-BF04-71D838A7A6A4}"/>
              </a:ext>
            </a:extLst>
          </p:cNvPr>
          <p:cNvSpPr>
            <a:spLocks noGrp="1"/>
          </p:cNvSpPr>
          <p:nvPr>
            <p:ph type="body" sz="quarter" idx="25" hasCustomPrompt="1"/>
          </p:nvPr>
        </p:nvSpPr>
        <p:spPr>
          <a:xfrm>
            <a:off x="8157650" y="1012874"/>
            <a:ext cx="3600000" cy="468000"/>
          </a:xfrm>
          <a:prstGeom prst="rect">
            <a:avLst/>
          </a:prstGeom>
          <a:solidFill>
            <a:srgbClr val="EEECED"/>
          </a:solidFill>
          <a:ln w="12700">
            <a:noFill/>
          </a:ln>
        </p:spPr>
        <p:txBody>
          <a:bodyPr anchor="ctr">
            <a:normAutofit/>
          </a:bodyPr>
          <a:lstStyle>
            <a:lvl1pPr marL="12700" indent="0" algn="ctr">
              <a:buNone/>
              <a:tabLst/>
              <a:defRPr sz="1600" b="1">
                <a:solidFill>
                  <a:srgbClr val="595959"/>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a:t>Header</a:t>
            </a:r>
            <a:endParaRPr lang="en-US" dirty="0"/>
          </a:p>
        </p:txBody>
      </p:sp>
      <p:sp>
        <p:nvSpPr>
          <p:cNvPr id="25" name="Text Placeholder 25">
            <a:extLst>
              <a:ext uri="{FF2B5EF4-FFF2-40B4-BE49-F238E27FC236}">
                <a16:creationId xmlns:a16="http://schemas.microsoft.com/office/drawing/2014/main" id="{DAA0B8D7-4C30-1648-86CE-0F510E7EB760}"/>
              </a:ext>
            </a:extLst>
          </p:cNvPr>
          <p:cNvSpPr>
            <a:spLocks noGrp="1"/>
          </p:cNvSpPr>
          <p:nvPr>
            <p:ph type="body" sz="quarter" idx="26"/>
          </p:nvPr>
        </p:nvSpPr>
        <p:spPr>
          <a:xfrm>
            <a:off x="8157650" y="2869808"/>
            <a:ext cx="3600000" cy="3420000"/>
          </a:xfrm>
          <a:solidFill>
            <a:srgbClr val="FCFDE9"/>
          </a:solidFill>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Content Placeholder 3">
            <a:extLst>
              <a:ext uri="{FF2B5EF4-FFF2-40B4-BE49-F238E27FC236}">
                <a16:creationId xmlns:a16="http://schemas.microsoft.com/office/drawing/2014/main" id="{6C08569C-0B31-6C47-AAB3-3B9388505ED4}"/>
              </a:ext>
            </a:extLst>
          </p:cNvPr>
          <p:cNvSpPr>
            <a:spLocks noGrp="1"/>
          </p:cNvSpPr>
          <p:nvPr>
            <p:ph sz="quarter" idx="27" hasCustomPrompt="1"/>
          </p:nvPr>
        </p:nvSpPr>
        <p:spPr>
          <a:xfrm>
            <a:off x="8157650" y="1631950"/>
            <a:ext cx="3600000" cy="1080000"/>
          </a:xfrm>
        </p:spPr>
        <p:txBody>
          <a:bodyPr anchor="ct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Insert Picture</a:t>
            </a:r>
          </a:p>
        </p:txBody>
      </p:sp>
      <p:sp>
        <p:nvSpPr>
          <p:cNvPr id="5" name="Text Placeholder 4"/>
          <p:cNvSpPr>
            <a:spLocks noGrp="1"/>
          </p:cNvSpPr>
          <p:nvPr>
            <p:ph type="body" sz="quarter" idx="28" hasCustomPrompt="1"/>
          </p:nvPr>
        </p:nvSpPr>
        <p:spPr>
          <a:xfrm>
            <a:off x="504825" y="6356350"/>
            <a:ext cx="39528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1730256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layout with copy">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9E9578D3-73F5-4B45-880E-D728A04E5519}"/>
              </a:ext>
            </a:extLst>
          </p:cNvPr>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E8EB04BC-3E8E-2741-8C53-EE2B482A6F48}"/>
              </a:ext>
            </a:extLst>
          </p:cNvPr>
          <p:cNvSpPr>
            <a:spLocks noGrp="1"/>
          </p:cNvSpPr>
          <p:nvPr>
            <p:ph type="title" hasCustomPrompt="1"/>
          </p:nvPr>
        </p:nvSpPr>
        <p:spPr>
          <a:xfrm>
            <a:off x="504825" y="250215"/>
            <a:ext cx="10412557" cy="584297"/>
          </a:xfrm>
        </p:spPr>
        <p:txBody>
          <a:bodyPr/>
          <a:lstStyle>
            <a:lvl1pPr>
              <a:defRPr/>
            </a:lvl1pPr>
          </a:lstStyle>
          <a:p>
            <a:r>
              <a:rPr lang="en-US" sz="2800" dirty="0">
                <a:latin typeface="Trebuchet MS" panose="020B0603020202020204" pitchFamily="34" charset="0"/>
              </a:rPr>
              <a:t>Table layout with copy</a:t>
            </a:r>
            <a:endParaRPr lang="en-US" dirty="0"/>
          </a:p>
        </p:txBody>
      </p:sp>
      <p:sp>
        <p:nvSpPr>
          <p:cNvPr id="3" name="Text Placeholder 2">
            <a:extLst>
              <a:ext uri="{FF2B5EF4-FFF2-40B4-BE49-F238E27FC236}">
                <a16:creationId xmlns:a16="http://schemas.microsoft.com/office/drawing/2014/main" id="{EC316D93-A762-F242-A2EA-25CE18AA65CA}"/>
              </a:ext>
            </a:extLst>
          </p:cNvPr>
          <p:cNvSpPr>
            <a:spLocks noGrp="1"/>
          </p:cNvSpPr>
          <p:nvPr>
            <p:ph type="body" idx="1" hasCustomPrompt="1"/>
          </p:nvPr>
        </p:nvSpPr>
        <p:spPr>
          <a:xfrm>
            <a:off x="1422545" y="-640493"/>
            <a:ext cx="5891996" cy="303677"/>
          </a:xfrm>
        </p:spPr>
        <p:txBody>
          <a:bodyPr anchor="b">
            <a:normAutofit/>
          </a:bodyPr>
          <a:lstStyle>
            <a:lvl1pPr marL="0" indent="0">
              <a:buNone/>
              <a:defRPr sz="1400" b="1">
                <a:solidFill>
                  <a:srgbClr val="595959"/>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EAF8B3DA-4F87-9E44-9E87-E64D2C891546}"/>
              </a:ext>
            </a:extLst>
          </p:cNvPr>
          <p:cNvSpPr>
            <a:spLocks noGrp="1"/>
          </p:cNvSpPr>
          <p:nvPr>
            <p:ph sz="half" idx="2"/>
          </p:nvPr>
        </p:nvSpPr>
        <p:spPr>
          <a:xfrm>
            <a:off x="465942" y="1653951"/>
            <a:ext cx="3346403" cy="2831544"/>
          </a:xfrm>
        </p:spPr>
        <p:txBody>
          <a:bodyPr>
            <a:normAutofit/>
          </a:bodyPr>
          <a:lstStyle>
            <a:lvl1pPr marL="0" indent="0">
              <a:buNone/>
              <a:defRPr sz="1800">
                <a:solidFill>
                  <a:schemeClr val="tx1">
                    <a:lumMod val="85000"/>
                    <a:lumOff val="15000"/>
                  </a:schemeClr>
                </a:solidFill>
              </a:defRPr>
            </a:lvl1pPr>
            <a:lvl2pPr marL="180975" indent="-168275">
              <a:buFont typeface="Arial" panose="020B0604020202020204" pitchFamily="34" charset="0"/>
              <a:buChar char="•"/>
              <a:tabLst/>
              <a:defRPr sz="1600">
                <a:solidFill>
                  <a:schemeClr val="tx1">
                    <a:lumMod val="85000"/>
                    <a:lumOff val="15000"/>
                  </a:schemeClr>
                </a:solidFill>
              </a:defRPr>
            </a:lvl2pPr>
            <a:lvl3pPr marL="361950" indent="-139700">
              <a:buFont typeface="Arial" panose="020B0604020202020204" pitchFamily="34" charset="0"/>
              <a:buChar char="•"/>
              <a:tabLst/>
              <a:defRPr sz="1400">
                <a:solidFill>
                  <a:schemeClr val="tx1">
                    <a:lumMod val="85000"/>
                    <a:lumOff val="15000"/>
                  </a:schemeClr>
                </a:solidFill>
              </a:defRPr>
            </a:lvl3pPr>
            <a:lvl4pPr marL="501650" indent="-139700">
              <a:buFont typeface="Arial" panose="020B0604020202020204" pitchFamily="34" charset="0"/>
              <a:buChar char="•"/>
              <a:tabLst/>
              <a:defRPr sz="1200">
                <a:solidFill>
                  <a:schemeClr val="tx1">
                    <a:lumMod val="85000"/>
                    <a:lumOff val="15000"/>
                  </a:schemeClr>
                </a:solidFill>
              </a:defRPr>
            </a:lvl4pPr>
            <a:lvl5pPr marL="668338" indent="-166688">
              <a:buFont typeface="Arial" panose="020B0604020202020204" pitchFamily="34" charset="0"/>
              <a:buChar char="•"/>
              <a:tabLst/>
              <a:defRPr sz="1000">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3486B81E-3E88-4647-9E8D-B2561FD3D768}"/>
              </a:ext>
            </a:extLst>
          </p:cNvPr>
          <p:cNvSpPr>
            <a:spLocks noGrp="1"/>
          </p:cNvSpPr>
          <p:nvPr>
            <p:ph type="sldNum" sz="quarter" idx="12"/>
          </p:nvPr>
        </p:nvSpPr>
        <p:spPr/>
        <p:txBody>
          <a:bodyPr/>
          <a:lstStyle/>
          <a:p>
            <a:fld id="{7C03E8FC-7EBD-BF42-9ED4-90D4B1E23A24}" type="slidenum">
              <a:rPr lang="en-US" smtClean="0"/>
              <a:t>‹#›</a:t>
            </a:fld>
            <a:endParaRPr lang="en-US"/>
          </a:p>
        </p:txBody>
      </p:sp>
      <p:sp>
        <p:nvSpPr>
          <p:cNvPr id="6" name="Table Placeholder 5">
            <a:extLst>
              <a:ext uri="{FF2B5EF4-FFF2-40B4-BE49-F238E27FC236}">
                <a16:creationId xmlns:a16="http://schemas.microsoft.com/office/drawing/2014/main" id="{804F53D6-FE15-014B-8637-4816D8C8D57E}"/>
              </a:ext>
            </a:extLst>
          </p:cNvPr>
          <p:cNvSpPr>
            <a:spLocks noGrp="1"/>
          </p:cNvSpPr>
          <p:nvPr>
            <p:ph type="tbl" sz="quarter" idx="13"/>
          </p:nvPr>
        </p:nvSpPr>
        <p:spPr>
          <a:xfrm>
            <a:off x="3955805" y="1605397"/>
            <a:ext cx="7705970" cy="4387416"/>
          </a:xfrm>
        </p:spPr>
        <p:txBody>
          <a:bodyPr/>
          <a:lstStyle/>
          <a:p>
            <a:r>
              <a:rPr lang="en-US"/>
              <a:t>Click icon to add table</a:t>
            </a:r>
            <a:endParaRPr lang="en-US" dirty="0"/>
          </a:p>
        </p:txBody>
      </p:sp>
      <p:sp>
        <p:nvSpPr>
          <p:cNvPr id="7" name="Text Placeholder 6"/>
          <p:cNvSpPr>
            <a:spLocks noGrp="1"/>
          </p:cNvSpPr>
          <p:nvPr>
            <p:ph type="body" sz="quarter" idx="14" hasCustomPrompt="1"/>
          </p:nvPr>
        </p:nvSpPr>
        <p:spPr>
          <a:xfrm>
            <a:off x="466725" y="6356350"/>
            <a:ext cx="42195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2548213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01ACCC9-0B01-4140-AB97-B2D5AAF74A13}"/>
              </a:ext>
            </a:extLst>
          </p:cNvPr>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B814FBDE-2BA1-4740-A145-BE005D1192D5}"/>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BA6741B0-2215-8A46-88BF-F2E66B8FCFBF}"/>
              </a:ext>
            </a:extLst>
          </p:cNvPr>
          <p:cNvSpPr>
            <a:spLocks noGrp="1"/>
          </p:cNvSpPr>
          <p:nvPr>
            <p:ph type="sldNum" sz="quarter" idx="12"/>
          </p:nvPr>
        </p:nvSpPr>
        <p:spPr/>
        <p:txBody>
          <a:bodyPr/>
          <a:lstStyle/>
          <a:p>
            <a:fld id="{7C03E8FC-7EBD-BF42-9ED4-90D4B1E23A24}" type="slidenum">
              <a:rPr lang="en-US" smtClean="0"/>
              <a:t>‹#›</a:t>
            </a:fld>
            <a:endParaRPr lang="en-US"/>
          </a:p>
        </p:txBody>
      </p:sp>
      <p:sp>
        <p:nvSpPr>
          <p:cNvPr id="7" name="Text Placeholder 6"/>
          <p:cNvSpPr>
            <a:spLocks noGrp="1"/>
          </p:cNvSpPr>
          <p:nvPr>
            <p:ph type="body" sz="quarter" idx="13" hasCustomPrompt="1"/>
          </p:nvPr>
        </p:nvSpPr>
        <p:spPr>
          <a:xfrm>
            <a:off x="504825" y="6356350"/>
            <a:ext cx="3800475" cy="501650"/>
          </a:xfrm>
        </p:spPr>
        <p:txBody>
          <a:bodyPr>
            <a:norm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34892548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97AE889-C293-674E-B5E9-01862CB4F1BA}"/>
              </a:ext>
            </a:extLst>
          </p:cNvPr>
          <p:cNvSpPr>
            <a:spLocks noGrp="1"/>
          </p:cNvSpPr>
          <p:nvPr>
            <p:ph type="pic" idx="1"/>
          </p:nvPr>
        </p:nvSpPr>
        <p:spPr>
          <a:xfrm>
            <a:off x="0" y="0"/>
            <a:ext cx="60579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6" name="Footer Placeholder 5">
            <a:extLst>
              <a:ext uri="{FF2B5EF4-FFF2-40B4-BE49-F238E27FC236}">
                <a16:creationId xmlns:a16="http://schemas.microsoft.com/office/drawing/2014/main" id="{F3565BFD-3AF0-F64F-BA5A-7FAD6F793F06}"/>
              </a:ext>
            </a:extLst>
          </p:cNvPr>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BC330D6F-16E3-BB4D-AAD6-AF24CD8A2838}"/>
              </a:ext>
            </a:extLst>
          </p:cNvPr>
          <p:cNvSpPr>
            <a:spLocks noGrp="1"/>
          </p:cNvSpPr>
          <p:nvPr>
            <p:ph type="title" hasCustomPrompt="1"/>
          </p:nvPr>
        </p:nvSpPr>
        <p:spPr>
          <a:xfrm>
            <a:off x="6669088" y="2256296"/>
            <a:ext cx="4397190" cy="523220"/>
          </a:xfrm>
        </p:spPr>
        <p:txBody>
          <a:bodyPr anchor="b">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8EA95580-89D1-2F44-B156-FC0FE81704F9}"/>
              </a:ext>
            </a:extLst>
          </p:cNvPr>
          <p:cNvSpPr>
            <a:spLocks noGrp="1"/>
          </p:cNvSpPr>
          <p:nvPr>
            <p:ph type="body" sz="half" idx="2"/>
          </p:nvPr>
        </p:nvSpPr>
        <p:spPr>
          <a:xfrm>
            <a:off x="6669088" y="3284782"/>
            <a:ext cx="4397190" cy="2584206"/>
          </a:xfrm>
        </p:spPr>
        <p:txBody>
          <a:bodyPr>
            <a:normAutofit/>
          </a:bodyPr>
          <a:lstStyle>
            <a:lvl1pPr marL="0" indent="0">
              <a:buNone/>
              <a:defRPr sz="2000">
                <a:solidFill>
                  <a:srgbClr val="7F7F7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698C8ABB-4A3F-E348-ADA0-77696158B139}"/>
              </a:ext>
            </a:extLst>
          </p:cNvPr>
          <p:cNvSpPr>
            <a:spLocks noGrp="1"/>
          </p:cNvSpPr>
          <p:nvPr>
            <p:ph type="sldNum" sz="quarter" idx="12"/>
          </p:nvPr>
        </p:nvSpPr>
        <p:spPr/>
        <p:txBody>
          <a:bodyPr/>
          <a:lstStyle/>
          <a:p>
            <a:fld id="{7C03E8FC-7EBD-BF42-9ED4-90D4B1E23A24}" type="slidenum">
              <a:rPr lang="en-US" smtClean="0"/>
              <a:t>‹#›</a:t>
            </a:fld>
            <a:endParaRPr lang="en-US"/>
          </a:p>
        </p:txBody>
      </p:sp>
    </p:spTree>
    <p:extLst>
      <p:ext uri="{BB962C8B-B14F-4D97-AF65-F5344CB8AC3E}">
        <p14:creationId xmlns:p14="http://schemas.microsoft.com/office/powerpoint/2010/main" val="454902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270" imgH="270" progId="TCLayout.ActiveDocument.1">
                  <p:embed/>
                </p:oleObj>
              </mc:Choice>
              <mc:Fallback>
                <p:oleObj name="think-cell Slide" r:id="rId15" imgW="270" imgH="270" progId="TCLayout.ActiveDocument.1">
                  <p:embed/>
                  <p:pic>
                    <p:nvPicPr>
                      <p:cNvPr id="9" name="Object 8" hidden="1"/>
                      <p:cNvPicPr/>
                      <p:nvPr/>
                    </p:nvPicPr>
                    <p:blipFill>
                      <a:blip r:embed="rId16"/>
                      <a:stretch>
                        <a:fillRect/>
                      </a:stretch>
                    </p:blipFill>
                    <p:spPr>
                      <a:xfrm>
                        <a:off x="1588" y="1588"/>
                        <a:ext cx="1588" cy="1588"/>
                      </a:xfrm>
                      <a:prstGeom prst="rect">
                        <a:avLst/>
                      </a:prstGeom>
                    </p:spPr>
                  </p:pic>
                </p:oleObj>
              </mc:Fallback>
            </mc:AlternateContent>
          </a:graphicData>
        </a:graphic>
      </p:graphicFrame>
      <p:pic>
        <p:nvPicPr>
          <p:cNvPr id="18" name="Picture 17">
            <a:extLst>
              <a:ext uri="{FF2B5EF4-FFF2-40B4-BE49-F238E27FC236}">
                <a16:creationId xmlns:a16="http://schemas.microsoft.com/office/drawing/2014/main" id="{D332AD5B-E72D-A94F-98AE-656377385D6B}"/>
              </a:ext>
            </a:extLst>
          </p:cNvPr>
          <p:cNvPicPr>
            <a:picLocks noChangeAspect="1"/>
          </p:cNvPicPr>
          <p:nvPr userDrawn="1"/>
        </p:nvPicPr>
        <p:blipFill>
          <a:blip r:embed="rId17" cstate="screen">
            <a:lum/>
            <a:extLst>
              <a:ext uri="{28A0092B-C50C-407E-A947-70E740481C1C}">
                <a14:useLocalDpi xmlns:a14="http://schemas.microsoft.com/office/drawing/2010/main"/>
              </a:ext>
            </a:extLst>
          </a:blip>
          <a:stretch>
            <a:fillRect/>
          </a:stretch>
        </p:blipFill>
        <p:spPr>
          <a:xfrm>
            <a:off x="11081394" y="223339"/>
            <a:ext cx="603250" cy="603250"/>
          </a:xfrm>
          <a:prstGeom prst="rect">
            <a:avLst/>
          </a:prstGeom>
        </p:spPr>
      </p:pic>
      <p:sp>
        <p:nvSpPr>
          <p:cNvPr id="17" name="Rectangle 16">
            <a:extLst>
              <a:ext uri="{FF2B5EF4-FFF2-40B4-BE49-F238E27FC236}">
                <a16:creationId xmlns:a16="http://schemas.microsoft.com/office/drawing/2014/main" id="{4B1F3A1E-7DB8-E942-A26E-AA47434BAB2A}"/>
              </a:ext>
            </a:extLst>
          </p:cNvPr>
          <p:cNvSpPr/>
          <p:nvPr userDrawn="1"/>
        </p:nvSpPr>
        <p:spPr>
          <a:xfrm>
            <a:off x="0" y="321764"/>
            <a:ext cx="504824" cy="365125"/>
          </a:xfrm>
          <a:prstGeom prst="rect">
            <a:avLst/>
          </a:prstGeom>
          <a:solidFill>
            <a:srgbClr val="A6A6A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9D2D0EB2-9874-914F-813F-217E2062148A}"/>
              </a:ext>
            </a:extLst>
          </p:cNvPr>
          <p:cNvSpPr>
            <a:spLocks noGrp="1"/>
          </p:cNvSpPr>
          <p:nvPr>
            <p:ph type="ftr" sz="quarter" idx="3"/>
          </p:nvPr>
        </p:nvSpPr>
        <p:spPr>
          <a:xfrm>
            <a:off x="9278470" y="6356350"/>
            <a:ext cx="2197675" cy="360000"/>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endParaRPr lang="en-US" dirty="0"/>
          </a:p>
        </p:txBody>
      </p:sp>
      <p:cxnSp>
        <p:nvCxnSpPr>
          <p:cNvPr id="7" name="Straight Connector 6">
            <a:extLst>
              <a:ext uri="{FF2B5EF4-FFF2-40B4-BE49-F238E27FC236}">
                <a16:creationId xmlns:a16="http://schemas.microsoft.com/office/drawing/2014/main" id="{1F060E8E-1590-EC47-B852-A8EDA70D52E9}"/>
              </a:ext>
            </a:extLst>
          </p:cNvPr>
          <p:cNvCxnSpPr/>
          <p:nvPr userDrawn="1"/>
        </p:nvCxnSpPr>
        <p:spPr>
          <a:xfrm>
            <a:off x="504825" y="6333935"/>
            <a:ext cx="11273981" cy="0"/>
          </a:xfrm>
          <a:prstGeom prst="line">
            <a:avLst/>
          </a:prstGeom>
          <a:ln w="22225">
            <a:solidFill>
              <a:schemeClr val="accent4">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1AF1BBB8-66EF-AE41-A86C-2B947B05AAFE}"/>
              </a:ext>
            </a:extLst>
          </p:cNvPr>
          <p:cNvSpPr>
            <a:spLocks noGrp="1"/>
          </p:cNvSpPr>
          <p:nvPr>
            <p:ph type="title"/>
          </p:nvPr>
        </p:nvSpPr>
        <p:spPr>
          <a:xfrm>
            <a:off x="504825" y="250215"/>
            <a:ext cx="10412557" cy="58429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5B460CC-4201-9F45-950F-D8B26925AAAC}"/>
              </a:ext>
            </a:extLst>
          </p:cNvPr>
          <p:cNvSpPr>
            <a:spLocks noGrp="1"/>
          </p:cNvSpPr>
          <p:nvPr>
            <p:ph type="body" idx="1"/>
          </p:nvPr>
        </p:nvSpPr>
        <p:spPr>
          <a:xfrm>
            <a:off x="666596" y="1321555"/>
            <a:ext cx="10515600" cy="485540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6704F3C0-4E01-514C-A6AC-261444DB95E2}"/>
              </a:ext>
            </a:extLst>
          </p:cNvPr>
          <p:cNvSpPr>
            <a:spLocks noGrp="1"/>
          </p:cNvSpPr>
          <p:nvPr>
            <p:ph type="sldNum" sz="quarter" idx="4"/>
          </p:nvPr>
        </p:nvSpPr>
        <p:spPr>
          <a:xfrm>
            <a:off x="11508806" y="6356350"/>
            <a:ext cx="270000" cy="360000"/>
          </a:xfrm>
          <a:prstGeom prst="rect">
            <a:avLst/>
          </a:prstGeom>
        </p:spPr>
        <p:txBody>
          <a:bodyPr vert="horz" lIns="0" tIns="0" rIns="0" bIns="0" rtlCol="0" anchor="ctr"/>
          <a:lstStyle>
            <a:lvl1pPr algn="r">
              <a:defRPr sz="1000" b="1">
                <a:solidFill>
                  <a:srgbClr val="898989"/>
                </a:solidFill>
              </a:defRPr>
            </a:lvl1pPr>
          </a:lstStyle>
          <a:p>
            <a:fld id="{7C03E8FC-7EBD-BF42-9ED4-90D4B1E23A24}" type="slidenum">
              <a:rPr lang="en-US" smtClean="0"/>
              <a:pPr/>
              <a:t>‹#›</a:t>
            </a:fld>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MY" dirty="0"/>
          </a:p>
        </p:txBody>
      </p:sp>
      <p:grpSp>
        <p:nvGrpSpPr>
          <p:cNvPr id="11" name="Group 10"/>
          <p:cNvGrpSpPr/>
          <p:nvPr userDrawn="1"/>
        </p:nvGrpSpPr>
        <p:grpSpPr>
          <a:xfrm>
            <a:off x="-767806" y="0"/>
            <a:ext cx="457200" cy="2413535"/>
            <a:chOff x="-533400" y="0"/>
            <a:chExt cx="457200" cy="2413535"/>
          </a:xfrm>
          <a:effectLst>
            <a:outerShdw blurRad="50800" dist="38100" dir="2700000" algn="tl" rotWithShape="0">
              <a:prstClr val="black">
                <a:alpha val="40000"/>
              </a:prstClr>
            </a:outerShdw>
          </a:effectLst>
        </p:grpSpPr>
        <p:sp>
          <p:nvSpPr>
            <p:cNvPr id="12" name="Rectangle 11"/>
            <p:cNvSpPr/>
            <p:nvPr userDrawn="1"/>
          </p:nvSpPr>
          <p:spPr>
            <a:xfrm>
              <a:off x="-533400" y="0"/>
              <a:ext cx="457200" cy="35613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3" name="Rectangle 12"/>
            <p:cNvSpPr/>
            <p:nvPr userDrawn="1"/>
          </p:nvSpPr>
          <p:spPr>
            <a:xfrm>
              <a:off x="-533400" y="357071"/>
              <a:ext cx="457200" cy="356135"/>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4" name="Rectangle 13"/>
            <p:cNvSpPr/>
            <p:nvPr userDrawn="1"/>
          </p:nvSpPr>
          <p:spPr>
            <a:xfrm>
              <a:off x="-533400" y="714142"/>
              <a:ext cx="457200" cy="356135"/>
            </a:xfrm>
            <a:prstGeom prst="rect">
              <a:avLst/>
            </a:prstGeom>
            <a:solidFill>
              <a:srgbClr val="FFB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5" name="Rectangle 14"/>
            <p:cNvSpPr/>
            <p:nvPr userDrawn="1"/>
          </p:nvSpPr>
          <p:spPr>
            <a:xfrm>
              <a:off x="-533400" y="1071213"/>
              <a:ext cx="457200" cy="35613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6" name="Rectangle 15"/>
            <p:cNvSpPr/>
            <p:nvPr userDrawn="1"/>
          </p:nvSpPr>
          <p:spPr>
            <a:xfrm>
              <a:off x="-533400" y="1428284"/>
              <a:ext cx="457200" cy="356135"/>
            </a:xfrm>
            <a:prstGeom prst="rect">
              <a:avLst/>
            </a:prstGeom>
            <a:solidFill>
              <a:srgbClr val="E7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9" name="Rectangle 18"/>
            <p:cNvSpPr/>
            <p:nvPr userDrawn="1"/>
          </p:nvSpPr>
          <p:spPr>
            <a:xfrm>
              <a:off x="-533400" y="1785355"/>
              <a:ext cx="457200" cy="356135"/>
            </a:xfrm>
            <a:prstGeom prst="rect">
              <a:avLst/>
            </a:prstGeom>
            <a:solidFill>
              <a:srgbClr val="FFF2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0" name="Rectangle 19"/>
            <p:cNvSpPr/>
            <p:nvPr userDrawn="1"/>
          </p:nvSpPr>
          <p:spPr>
            <a:xfrm>
              <a:off x="-533400" y="2057400"/>
              <a:ext cx="457200" cy="356135"/>
            </a:xfrm>
            <a:prstGeom prst="rect">
              <a:avLst/>
            </a:prstGeom>
            <a:solidFill>
              <a:srgbClr val="FBE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spTree>
    <p:extLst>
      <p:ext uri="{BB962C8B-B14F-4D97-AF65-F5344CB8AC3E}">
        <p14:creationId xmlns:p14="http://schemas.microsoft.com/office/powerpoint/2010/main" val="39123595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2" r:id="rId11"/>
    <p:sldLayoutId id="2147483675" r:id="rId12"/>
  </p:sldLayoutIdLst>
  <p:hf hdr="0" ftr="0" dt="0"/>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9.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SG" dirty="0"/>
              <a:t>Sustainability Use Case 1: Competitor Analysis</a:t>
            </a:r>
          </a:p>
        </p:txBody>
      </p:sp>
      <p:sp>
        <p:nvSpPr>
          <p:cNvPr id="4" name="Slide Number Placeholder 3"/>
          <p:cNvSpPr>
            <a:spLocks noGrp="1"/>
          </p:cNvSpPr>
          <p:nvPr>
            <p:ph type="sldNum" sz="quarter" idx="12"/>
          </p:nvPr>
        </p:nvSpPr>
        <p:spPr/>
        <p:txBody>
          <a:bodyPr/>
          <a:lstStyle/>
          <a:p>
            <a:fld id="{7C03E8FC-7EBD-BF42-9ED4-90D4B1E23A24}" type="slidenum">
              <a:rPr lang="en-US" smtClean="0"/>
              <a:t>1</a:t>
            </a:fld>
            <a:endParaRPr lang="en-US" dirty="0"/>
          </a:p>
        </p:txBody>
      </p:sp>
      <p:pic>
        <p:nvPicPr>
          <p:cNvPr id="34" name="Picture 33" descr="A table with numbers and symbols&#10;&#10;AI-generated content may be incorrect.">
            <a:extLst>
              <a:ext uri="{FF2B5EF4-FFF2-40B4-BE49-F238E27FC236}">
                <a16:creationId xmlns:a16="http://schemas.microsoft.com/office/drawing/2014/main" id="{DCE080A5-64A6-3CCA-0108-8DBBEABE31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41922" y="4468238"/>
            <a:ext cx="4871726" cy="1740795"/>
          </a:xfrm>
          <a:prstGeom prst="rect">
            <a:avLst/>
          </a:prstGeom>
        </p:spPr>
      </p:pic>
      <p:pic>
        <p:nvPicPr>
          <p:cNvPr id="22" name="Picture 21" descr="A chart with text and numbers&#10;&#10;AI-generated content may be incorrect.">
            <a:extLst>
              <a:ext uri="{FF2B5EF4-FFF2-40B4-BE49-F238E27FC236}">
                <a16:creationId xmlns:a16="http://schemas.microsoft.com/office/drawing/2014/main" id="{7133D7E2-82B7-960E-4079-7531F8FC2CD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1231" y="1346816"/>
            <a:ext cx="3408721" cy="2794287"/>
          </a:xfrm>
          <a:prstGeom prst="rect">
            <a:avLst/>
          </a:prstGeom>
        </p:spPr>
      </p:pic>
      <p:sp>
        <p:nvSpPr>
          <p:cNvPr id="39" name="TextBox 38">
            <a:extLst>
              <a:ext uri="{FF2B5EF4-FFF2-40B4-BE49-F238E27FC236}">
                <a16:creationId xmlns:a16="http://schemas.microsoft.com/office/drawing/2014/main" id="{EDB13A8F-8508-692D-3539-261613443003}"/>
              </a:ext>
            </a:extLst>
          </p:cNvPr>
          <p:cNvSpPr txBox="1"/>
          <p:nvPr/>
        </p:nvSpPr>
        <p:spPr>
          <a:xfrm>
            <a:off x="146060" y="937298"/>
            <a:ext cx="3599062" cy="461665"/>
          </a:xfrm>
          <a:prstGeom prst="rect">
            <a:avLst/>
          </a:prstGeom>
          <a:noFill/>
        </p:spPr>
        <p:txBody>
          <a:bodyPr wrap="none" rtlCol="0">
            <a:spAutoFit/>
          </a:bodyPr>
          <a:lstStyle/>
          <a:p>
            <a:pPr marL="228600" indent="-228600">
              <a:buAutoNum type="alphaLcPeriod"/>
            </a:pPr>
            <a:r>
              <a:rPr lang="en-US" sz="1200" dirty="0"/>
              <a:t>Identify relevant and prepare a library of ESG </a:t>
            </a:r>
          </a:p>
          <a:p>
            <a:r>
              <a:rPr lang="en-US" sz="1200" dirty="0"/>
              <a:t>metrics </a:t>
            </a:r>
          </a:p>
        </p:txBody>
      </p:sp>
      <p:pic>
        <p:nvPicPr>
          <p:cNvPr id="26" name="Picture 25" descr="A diagram of a company's scorecard&#10;&#10;AI-generated content may be incorrect.">
            <a:extLst>
              <a:ext uri="{FF2B5EF4-FFF2-40B4-BE49-F238E27FC236}">
                <a16:creationId xmlns:a16="http://schemas.microsoft.com/office/drawing/2014/main" id="{98CACC21-F1C6-936D-E780-2D3314166E9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26206" y="1346817"/>
            <a:ext cx="4030457" cy="2794286"/>
          </a:xfrm>
          <a:prstGeom prst="rect">
            <a:avLst/>
          </a:prstGeom>
        </p:spPr>
      </p:pic>
      <p:sp>
        <p:nvSpPr>
          <p:cNvPr id="41" name="TextBox 40">
            <a:extLst>
              <a:ext uri="{FF2B5EF4-FFF2-40B4-BE49-F238E27FC236}">
                <a16:creationId xmlns:a16="http://schemas.microsoft.com/office/drawing/2014/main" id="{F57F8BCE-DDED-DEDC-359E-ECBCDFD54B90}"/>
              </a:ext>
            </a:extLst>
          </p:cNvPr>
          <p:cNvSpPr txBox="1"/>
          <p:nvPr/>
        </p:nvSpPr>
        <p:spPr>
          <a:xfrm>
            <a:off x="3843700" y="937298"/>
            <a:ext cx="3574568" cy="276999"/>
          </a:xfrm>
          <a:prstGeom prst="rect">
            <a:avLst/>
          </a:prstGeom>
          <a:noFill/>
        </p:spPr>
        <p:txBody>
          <a:bodyPr wrap="none" rtlCol="0">
            <a:spAutoFit/>
          </a:bodyPr>
          <a:lstStyle/>
          <a:p>
            <a:r>
              <a:rPr lang="en-US" sz="1200" dirty="0"/>
              <a:t>b. Assign relative criticalities(weights) to metrics</a:t>
            </a:r>
          </a:p>
        </p:txBody>
      </p:sp>
      <p:pic>
        <p:nvPicPr>
          <p:cNvPr id="32" name="Picture 31" descr="A screenshot of a chart&#10;&#10;AI-generated content may be incorrect.">
            <a:extLst>
              <a:ext uri="{FF2B5EF4-FFF2-40B4-BE49-F238E27FC236}">
                <a16:creationId xmlns:a16="http://schemas.microsoft.com/office/drawing/2014/main" id="{1A7328EE-2D63-ED69-1D2C-4AE8735C300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45612" y="1346816"/>
            <a:ext cx="3677503" cy="2794287"/>
          </a:xfrm>
          <a:prstGeom prst="rect">
            <a:avLst/>
          </a:prstGeom>
        </p:spPr>
      </p:pic>
      <p:sp>
        <p:nvSpPr>
          <p:cNvPr id="42" name="TextBox 41">
            <a:extLst>
              <a:ext uri="{FF2B5EF4-FFF2-40B4-BE49-F238E27FC236}">
                <a16:creationId xmlns:a16="http://schemas.microsoft.com/office/drawing/2014/main" id="{E2D0180B-13E1-C918-B075-1BC108215BC1}"/>
              </a:ext>
            </a:extLst>
          </p:cNvPr>
          <p:cNvSpPr txBox="1"/>
          <p:nvPr/>
        </p:nvSpPr>
        <p:spPr>
          <a:xfrm>
            <a:off x="8232917" y="937297"/>
            <a:ext cx="2733441" cy="276999"/>
          </a:xfrm>
          <a:prstGeom prst="rect">
            <a:avLst/>
          </a:prstGeom>
          <a:noFill/>
        </p:spPr>
        <p:txBody>
          <a:bodyPr wrap="none" rtlCol="0">
            <a:spAutoFit/>
          </a:bodyPr>
          <a:lstStyle/>
          <a:p>
            <a:r>
              <a:rPr lang="en-US" sz="1200" dirty="0"/>
              <a:t>c. Define units, limits and tolerances</a:t>
            </a:r>
          </a:p>
        </p:txBody>
      </p:sp>
      <p:sp>
        <p:nvSpPr>
          <p:cNvPr id="43" name="TextBox 42">
            <a:extLst>
              <a:ext uri="{FF2B5EF4-FFF2-40B4-BE49-F238E27FC236}">
                <a16:creationId xmlns:a16="http://schemas.microsoft.com/office/drawing/2014/main" id="{F3102B29-5AC8-967E-526A-B0720A54900B}"/>
              </a:ext>
            </a:extLst>
          </p:cNvPr>
          <p:cNvSpPr txBox="1"/>
          <p:nvPr/>
        </p:nvSpPr>
        <p:spPr>
          <a:xfrm>
            <a:off x="3541922" y="4220894"/>
            <a:ext cx="4955203" cy="276999"/>
          </a:xfrm>
          <a:prstGeom prst="rect">
            <a:avLst/>
          </a:prstGeom>
          <a:noFill/>
        </p:spPr>
        <p:txBody>
          <a:bodyPr wrap="none" rtlCol="0">
            <a:spAutoFit/>
          </a:bodyPr>
          <a:lstStyle/>
          <a:p>
            <a:r>
              <a:rPr lang="en-US" sz="1200" dirty="0"/>
              <a:t>d. Mechanism for scoring and integration with credit decision-making</a:t>
            </a:r>
          </a:p>
        </p:txBody>
      </p:sp>
      <p:sp>
        <p:nvSpPr>
          <p:cNvPr id="3" name="TextBox 2"/>
          <p:cNvSpPr txBox="1"/>
          <p:nvPr/>
        </p:nvSpPr>
        <p:spPr>
          <a:xfrm flipH="1">
            <a:off x="104425" y="680417"/>
            <a:ext cx="1047367" cy="276999"/>
          </a:xfrm>
          <a:prstGeom prst="rect">
            <a:avLst/>
          </a:prstGeom>
          <a:noFill/>
        </p:spPr>
        <p:txBody>
          <a:bodyPr wrap="square" rtlCol="0">
            <a:spAutoFit/>
          </a:bodyPr>
          <a:lstStyle/>
          <a:p>
            <a:r>
              <a:rPr lang="en-US" sz="1200" b="1" dirty="0"/>
              <a:t>Steps</a:t>
            </a:r>
            <a:endParaRPr lang="en-SG" sz="1200" b="1" dirty="0"/>
          </a:p>
        </p:txBody>
      </p:sp>
      <p:sp>
        <p:nvSpPr>
          <p:cNvPr id="8" name="Triangle 7">
            <a:extLst>
              <a:ext uri="{FF2B5EF4-FFF2-40B4-BE49-F238E27FC236}">
                <a16:creationId xmlns:a16="http://schemas.microsoft.com/office/drawing/2014/main" id="{F8E51634-F1F5-6FAF-A0D2-4CFD6F7D8DD3}"/>
              </a:ext>
            </a:extLst>
          </p:cNvPr>
          <p:cNvSpPr/>
          <p:nvPr/>
        </p:nvSpPr>
        <p:spPr>
          <a:xfrm rot="5400000">
            <a:off x="3395354" y="2749749"/>
            <a:ext cx="854641" cy="315557"/>
          </a:xfrm>
          <a:prstGeom prst="triangle">
            <a:avLst>
              <a:gd name="adj" fmla="val 5188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 name="Triangle 8">
            <a:extLst>
              <a:ext uri="{FF2B5EF4-FFF2-40B4-BE49-F238E27FC236}">
                <a16:creationId xmlns:a16="http://schemas.microsoft.com/office/drawing/2014/main" id="{19741BEC-A735-8520-729C-AD32F0E77004}"/>
              </a:ext>
            </a:extLst>
          </p:cNvPr>
          <p:cNvSpPr/>
          <p:nvPr/>
        </p:nvSpPr>
        <p:spPr>
          <a:xfrm rot="5400000">
            <a:off x="7647818" y="2749749"/>
            <a:ext cx="854641" cy="315557"/>
          </a:xfrm>
          <a:prstGeom prst="triangle">
            <a:avLst>
              <a:gd name="adj" fmla="val 5188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Tree>
    <p:extLst>
      <p:ext uri="{BB962C8B-B14F-4D97-AF65-F5344CB8AC3E}">
        <p14:creationId xmlns:p14="http://schemas.microsoft.com/office/powerpoint/2010/main" val="35488699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SG" dirty="0"/>
              <a:t>Sustainability Use Case 2: KPMG</a:t>
            </a:r>
          </a:p>
        </p:txBody>
      </p:sp>
      <p:sp>
        <p:nvSpPr>
          <p:cNvPr id="4" name="Slide Number Placeholder 3"/>
          <p:cNvSpPr>
            <a:spLocks noGrp="1"/>
          </p:cNvSpPr>
          <p:nvPr>
            <p:ph type="sldNum" sz="quarter" idx="12"/>
          </p:nvPr>
        </p:nvSpPr>
        <p:spPr/>
        <p:txBody>
          <a:bodyPr/>
          <a:lstStyle/>
          <a:p>
            <a:fld id="{7C03E8FC-7EBD-BF42-9ED4-90D4B1E23A24}" type="slidenum">
              <a:rPr lang="en-US" smtClean="0"/>
              <a:t>2</a:t>
            </a:fld>
            <a:endParaRPr lang="en-US" dirty="0"/>
          </a:p>
        </p:txBody>
      </p:sp>
      <p:sp>
        <p:nvSpPr>
          <p:cNvPr id="35" name="Rectangle 34">
            <a:extLst>
              <a:ext uri="{FF2B5EF4-FFF2-40B4-BE49-F238E27FC236}">
                <a16:creationId xmlns:a16="http://schemas.microsoft.com/office/drawing/2014/main" id="{680C51FB-06A7-A726-12F0-97DDE878A89D}"/>
              </a:ext>
            </a:extLst>
          </p:cNvPr>
          <p:cNvSpPr/>
          <p:nvPr/>
        </p:nvSpPr>
        <p:spPr>
          <a:xfrm>
            <a:off x="317660" y="874042"/>
            <a:ext cx="7976841" cy="5368325"/>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r>
              <a:rPr lang="en-US" sz="1200" b="1" dirty="0">
                <a:solidFill>
                  <a:srgbClr val="0070C0"/>
                </a:solidFill>
              </a:rPr>
              <a:t>KPMG: </a:t>
            </a:r>
            <a:r>
              <a:rPr lang="en-US" sz="1200" b="1" dirty="0">
                <a:solidFill>
                  <a:schemeClr val="tx1"/>
                </a:solidFill>
              </a:rPr>
              <a:t>Transition risk scenario analysis – focusing on impact of carbon cost on credit loss</a:t>
            </a:r>
            <a:endParaRPr lang="en-US" sz="1200" dirty="0">
              <a:solidFill>
                <a:schemeClr val="tx1"/>
              </a:solidFill>
            </a:endParaRPr>
          </a:p>
          <a:p>
            <a:r>
              <a:rPr lang="en-US" sz="1200" dirty="0">
                <a:solidFill>
                  <a:schemeClr val="tx1"/>
                </a:solidFill>
              </a:rPr>
              <a:t>1. Financial impact at borrower level is determined via linking carbon footprint and evolution of carbon cost.</a:t>
            </a:r>
          </a:p>
          <a:p>
            <a:r>
              <a:rPr lang="en-US" sz="1200" dirty="0">
                <a:solidFill>
                  <a:schemeClr val="tx1"/>
                </a:solidFill>
              </a:rPr>
              <a:t>2. Stressed PDs are generated and integrated based on simulated financials.</a:t>
            </a:r>
          </a:p>
          <a:p>
            <a:r>
              <a:rPr lang="en-US" sz="1200" dirty="0">
                <a:solidFill>
                  <a:schemeClr val="tx1"/>
                </a:solidFill>
              </a:rPr>
              <a:t>3. Additional credit losses are being calculated from transition risk assuming prolongations are adequately </a:t>
            </a:r>
          </a:p>
          <a:p>
            <a:r>
              <a:rPr lang="en-US" sz="1200" dirty="0">
                <a:solidFill>
                  <a:schemeClr val="tx1"/>
                </a:solidFill>
              </a:rPr>
              <a:t>priced at time of prolongation.</a:t>
            </a:r>
          </a:p>
          <a:p>
            <a:endParaRPr lang="en-US" sz="1200" dirty="0">
              <a:solidFill>
                <a:schemeClr val="tx1"/>
              </a:solidFill>
            </a:endParaRPr>
          </a:p>
          <a:p>
            <a:r>
              <a:rPr lang="en-US" sz="1200" dirty="0">
                <a:solidFill>
                  <a:schemeClr val="tx1"/>
                </a:solidFill>
              </a:rPr>
              <a:t>The prototype indicates </a:t>
            </a:r>
            <a:r>
              <a:rPr lang="en-US" sz="1200" b="1" dirty="0">
                <a:solidFill>
                  <a:schemeClr val="tx1"/>
                </a:solidFill>
              </a:rPr>
              <a:t>the impact on corporate portfolios</a:t>
            </a:r>
            <a:r>
              <a:rPr lang="en-US" sz="1200" dirty="0">
                <a:solidFill>
                  <a:schemeClr val="tx1"/>
                </a:solidFill>
              </a:rPr>
              <a:t> by presenting the evolution of the </a:t>
            </a:r>
            <a:r>
              <a:rPr lang="en-US" sz="1200" b="1" dirty="0">
                <a:solidFill>
                  <a:schemeClr val="tx1"/>
                </a:solidFill>
              </a:rPr>
              <a:t>expected loss </a:t>
            </a:r>
          </a:p>
          <a:p>
            <a:r>
              <a:rPr lang="en-US" sz="1200" b="1" dirty="0">
                <a:solidFill>
                  <a:schemeClr val="tx1"/>
                </a:solidFill>
              </a:rPr>
              <a:t>per industry. </a:t>
            </a:r>
            <a:r>
              <a:rPr lang="en-US" sz="1200" dirty="0">
                <a:solidFill>
                  <a:schemeClr val="tx1"/>
                </a:solidFill>
              </a:rPr>
              <a:t>A summary of quantitative results can be used to communicate climate sensitivity of business</a:t>
            </a:r>
          </a:p>
          <a:p>
            <a:r>
              <a:rPr lang="en-US" sz="1200" dirty="0">
                <a:solidFill>
                  <a:schemeClr val="tx1"/>
                </a:solidFill>
              </a:rPr>
              <a:t>within the organization, up to management board level.</a:t>
            </a:r>
          </a:p>
          <a:p>
            <a:endParaRPr lang="en-US" sz="1200" b="1" dirty="0">
              <a:solidFill>
                <a:schemeClr val="tx1"/>
              </a:solidFill>
            </a:endParaRPr>
          </a:p>
          <a:p>
            <a:r>
              <a:rPr lang="en-US" sz="1200" dirty="0">
                <a:solidFill>
                  <a:schemeClr val="tx1"/>
                </a:solidFill>
              </a:rPr>
              <a:t>KPMG’s climate risk stress testing prototype integrates </a:t>
            </a:r>
            <a:r>
              <a:rPr lang="en-US" sz="1200" b="1" dirty="0">
                <a:solidFill>
                  <a:schemeClr val="tx1"/>
                </a:solidFill>
              </a:rPr>
              <a:t>three elements</a:t>
            </a:r>
          </a:p>
          <a:p>
            <a:pPr marL="171450" indent="-171450">
              <a:buFont typeface="Arial" panose="020B0604020202020204" pitchFamily="34" charset="0"/>
              <a:buChar char="•"/>
            </a:pPr>
            <a:r>
              <a:rPr lang="en-US" sz="1200" dirty="0">
                <a:solidFill>
                  <a:schemeClr val="tx1"/>
                </a:solidFill>
              </a:rPr>
              <a:t>Client data: Bank’s loan portfolio (individual loans; credit risk properties; financials of borrower)</a:t>
            </a:r>
          </a:p>
          <a:p>
            <a:pPr marL="171450" indent="-171450">
              <a:buFont typeface="Arial" panose="020B0604020202020204" pitchFamily="34" charset="0"/>
              <a:buChar char="•"/>
            </a:pPr>
            <a:r>
              <a:rPr lang="en-US" sz="1200" dirty="0">
                <a:solidFill>
                  <a:schemeClr val="tx1"/>
                </a:solidFill>
              </a:rPr>
              <a:t>Sector information: Carbon footprint</a:t>
            </a:r>
          </a:p>
          <a:p>
            <a:pPr marL="171450" indent="-171450">
              <a:buFont typeface="Arial" panose="020B0604020202020204" pitchFamily="34" charset="0"/>
              <a:buChar char="•"/>
            </a:pPr>
            <a:r>
              <a:rPr lang="en-US" sz="1200" dirty="0">
                <a:solidFill>
                  <a:schemeClr val="tx1"/>
                </a:solidFill>
              </a:rPr>
              <a:t>Scenario: Evolution of Carbon Cost</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endParaRPr lang="en-US" sz="1200" dirty="0">
              <a:solidFill>
                <a:schemeClr val="tx1"/>
              </a:solidFill>
            </a:endParaRPr>
          </a:p>
          <a:p>
            <a:r>
              <a:rPr lang="en-US" sz="1200" u="sng" dirty="0">
                <a:solidFill>
                  <a:schemeClr val="tx1"/>
                </a:solidFill>
              </a:rPr>
              <a:t>Other current tools:</a:t>
            </a:r>
          </a:p>
          <a:p>
            <a:r>
              <a:rPr lang="en-US" sz="1200" dirty="0">
                <a:solidFill>
                  <a:schemeClr val="tx1"/>
                </a:solidFill>
              </a:rPr>
              <a:t>a. </a:t>
            </a:r>
            <a:r>
              <a:rPr lang="en-US" sz="1200" b="1" dirty="0">
                <a:solidFill>
                  <a:schemeClr val="tx1"/>
                </a:solidFill>
              </a:rPr>
              <a:t>ESG risk tool </a:t>
            </a:r>
            <a:r>
              <a:rPr lang="en-US" sz="1200" dirty="0">
                <a:solidFill>
                  <a:schemeClr val="tx1"/>
                </a:solidFill>
              </a:rPr>
              <a:t>– a qualitative credit portfolio analysis tool that functions as the basis for further analysis, risk mitigation and implementation</a:t>
            </a:r>
          </a:p>
          <a:p>
            <a:r>
              <a:rPr lang="en-US" sz="1200" dirty="0">
                <a:solidFill>
                  <a:schemeClr val="tx1"/>
                </a:solidFill>
              </a:rPr>
              <a:t>b. </a:t>
            </a:r>
            <a:r>
              <a:rPr lang="en-US" sz="1200" b="1" dirty="0">
                <a:solidFill>
                  <a:schemeClr val="tx1"/>
                </a:solidFill>
              </a:rPr>
              <a:t>Climate IQ </a:t>
            </a:r>
            <a:r>
              <a:rPr lang="en-US" sz="1200" dirty="0">
                <a:solidFill>
                  <a:schemeClr val="tx1"/>
                </a:solidFill>
              </a:rPr>
              <a:t>– a multi-industry risk management tool that evaluates key KPIs to assess a company’s exposure to climate change (both physical and transition risks)</a:t>
            </a:r>
          </a:p>
          <a:p>
            <a:r>
              <a:rPr lang="en-US" sz="1200" dirty="0">
                <a:solidFill>
                  <a:schemeClr val="tx1"/>
                </a:solidFill>
              </a:rPr>
              <a:t>c. </a:t>
            </a:r>
            <a:r>
              <a:rPr lang="en-US" sz="1200" b="1" dirty="0">
                <a:solidFill>
                  <a:schemeClr val="tx1"/>
                </a:solidFill>
              </a:rPr>
              <a:t>ESG Stress Testing Solution</a:t>
            </a:r>
            <a:endParaRPr lang="en-US" sz="800" b="1" dirty="0">
              <a:solidFill>
                <a:schemeClr val="tx1"/>
              </a:solidFill>
            </a:endParaRPr>
          </a:p>
        </p:txBody>
      </p:sp>
      <p:pic>
        <p:nvPicPr>
          <p:cNvPr id="38" name="Picture 37" descr="A screenshot of a computer&#10;&#10;AI-generated content may be incorrect.">
            <a:extLst>
              <a:ext uri="{FF2B5EF4-FFF2-40B4-BE49-F238E27FC236}">
                <a16:creationId xmlns:a16="http://schemas.microsoft.com/office/drawing/2014/main" id="{64B73A67-2719-94F7-88F9-CFF43C8452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06142" y="874042"/>
            <a:ext cx="3601128" cy="2371119"/>
          </a:xfrm>
          <a:prstGeom prst="rect">
            <a:avLst/>
          </a:prstGeom>
        </p:spPr>
      </p:pic>
      <p:sp>
        <p:nvSpPr>
          <p:cNvPr id="44" name="TextBox 43">
            <a:extLst>
              <a:ext uri="{FF2B5EF4-FFF2-40B4-BE49-F238E27FC236}">
                <a16:creationId xmlns:a16="http://schemas.microsoft.com/office/drawing/2014/main" id="{F4BDC909-BF1F-44E3-CB3B-4CD2EF8A14ED}"/>
              </a:ext>
            </a:extLst>
          </p:cNvPr>
          <p:cNvSpPr txBox="1"/>
          <p:nvPr/>
        </p:nvSpPr>
        <p:spPr>
          <a:xfrm>
            <a:off x="5570394" y="6057701"/>
            <a:ext cx="2779928" cy="184666"/>
          </a:xfrm>
          <a:prstGeom prst="rect">
            <a:avLst/>
          </a:prstGeom>
          <a:noFill/>
        </p:spPr>
        <p:txBody>
          <a:bodyPr wrap="none" rtlCol="0">
            <a:spAutoFit/>
          </a:bodyPr>
          <a:lstStyle/>
          <a:p>
            <a:r>
              <a:rPr lang="en-US" sz="600" i="1" dirty="0"/>
              <a:t>https://</a:t>
            </a:r>
            <a:r>
              <a:rPr lang="en-US" sz="600" i="1" dirty="0" err="1"/>
              <a:t>kpmg.com</a:t>
            </a:r>
            <a:r>
              <a:rPr lang="en-US" sz="600" i="1" dirty="0"/>
              <a:t>/</a:t>
            </a:r>
            <a:r>
              <a:rPr lang="en-US" sz="600" i="1" dirty="0" err="1"/>
              <a:t>dp</a:t>
            </a:r>
            <a:r>
              <a:rPr lang="en-US" sz="600" i="1" dirty="0"/>
              <a:t>/</a:t>
            </a:r>
            <a:r>
              <a:rPr lang="en-US" sz="600" i="1" dirty="0" err="1"/>
              <a:t>en</a:t>
            </a:r>
            <a:r>
              <a:rPr lang="en-US" sz="600" i="1" dirty="0"/>
              <a:t>/home/insights/2021/05/</a:t>
            </a:r>
            <a:r>
              <a:rPr lang="en-US" sz="600" i="1" dirty="0" err="1"/>
              <a:t>esg</a:t>
            </a:r>
            <a:r>
              <a:rPr lang="en-US" sz="600" i="1" dirty="0"/>
              <a:t>-risks-in-</a:t>
            </a:r>
            <a:r>
              <a:rPr lang="en-US" sz="600" i="1" dirty="0" err="1"/>
              <a:t>banks.html</a:t>
            </a:r>
            <a:endParaRPr lang="en-US" sz="600" i="1" dirty="0"/>
          </a:p>
        </p:txBody>
      </p:sp>
      <p:pic>
        <p:nvPicPr>
          <p:cNvPr id="5" name="Picture 4" descr="A graph of a graph showing the growth of a graph&#10;&#10;AI-generated content may be incorrect.">
            <a:extLst>
              <a:ext uri="{FF2B5EF4-FFF2-40B4-BE49-F238E27FC236}">
                <a16:creationId xmlns:a16="http://schemas.microsoft.com/office/drawing/2014/main" id="{C4A40ABB-D3FD-A079-DB89-0333A71434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06142" y="3742870"/>
            <a:ext cx="3601128" cy="2499497"/>
          </a:xfrm>
          <a:prstGeom prst="rect">
            <a:avLst/>
          </a:prstGeom>
        </p:spPr>
      </p:pic>
      <p:sp>
        <p:nvSpPr>
          <p:cNvPr id="7" name="TextBox 6">
            <a:extLst>
              <a:ext uri="{FF2B5EF4-FFF2-40B4-BE49-F238E27FC236}">
                <a16:creationId xmlns:a16="http://schemas.microsoft.com/office/drawing/2014/main" id="{32E2B9CC-8553-C9CB-D590-5ED99E66D66B}"/>
              </a:ext>
            </a:extLst>
          </p:cNvPr>
          <p:cNvSpPr txBox="1"/>
          <p:nvPr/>
        </p:nvSpPr>
        <p:spPr>
          <a:xfrm>
            <a:off x="8350322" y="597043"/>
            <a:ext cx="1990866" cy="276999"/>
          </a:xfrm>
          <a:prstGeom prst="rect">
            <a:avLst/>
          </a:prstGeom>
          <a:noFill/>
        </p:spPr>
        <p:txBody>
          <a:bodyPr wrap="none" rtlCol="0">
            <a:spAutoFit/>
          </a:bodyPr>
          <a:lstStyle/>
          <a:p>
            <a:r>
              <a:rPr lang="en-US" sz="1200" dirty="0"/>
              <a:t>Minimum Viable Prototype</a:t>
            </a:r>
          </a:p>
        </p:txBody>
      </p:sp>
      <p:sp>
        <p:nvSpPr>
          <p:cNvPr id="8" name="TextBox 7">
            <a:extLst>
              <a:ext uri="{FF2B5EF4-FFF2-40B4-BE49-F238E27FC236}">
                <a16:creationId xmlns:a16="http://schemas.microsoft.com/office/drawing/2014/main" id="{10D7B27D-85A5-37C7-2A86-0BA39654EF09}"/>
              </a:ext>
            </a:extLst>
          </p:cNvPr>
          <p:cNvSpPr txBox="1"/>
          <p:nvPr/>
        </p:nvSpPr>
        <p:spPr>
          <a:xfrm>
            <a:off x="8350321" y="3284691"/>
            <a:ext cx="3453959" cy="461665"/>
          </a:xfrm>
          <a:prstGeom prst="rect">
            <a:avLst/>
          </a:prstGeom>
          <a:noFill/>
        </p:spPr>
        <p:txBody>
          <a:bodyPr wrap="none" rtlCol="0">
            <a:spAutoFit/>
          </a:bodyPr>
          <a:lstStyle/>
          <a:p>
            <a:r>
              <a:rPr lang="en-US" sz="1200" dirty="0"/>
              <a:t>Prediction of expected credit loss for different </a:t>
            </a:r>
          </a:p>
          <a:p>
            <a:r>
              <a:rPr lang="en-US" sz="1200" dirty="0"/>
              <a:t>industry sectors</a:t>
            </a:r>
          </a:p>
        </p:txBody>
      </p:sp>
    </p:spTree>
    <p:extLst>
      <p:ext uri="{BB962C8B-B14F-4D97-AF65-F5344CB8AC3E}">
        <p14:creationId xmlns:p14="http://schemas.microsoft.com/office/powerpoint/2010/main" val="1094134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B359F-BB40-D8C3-4048-2E1AD762828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4CF50ED-1FB2-9F92-BC6A-77DB1BAAA998}"/>
              </a:ext>
            </a:extLst>
          </p:cNvPr>
          <p:cNvSpPr/>
          <p:nvPr/>
        </p:nvSpPr>
        <p:spPr>
          <a:xfrm>
            <a:off x="1155487" y="904497"/>
            <a:ext cx="3586373" cy="4680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p>
            <a:pPr marL="12700" algn="ctr">
              <a:lnSpc>
                <a:spcPct val="90000"/>
              </a:lnSpc>
              <a:spcBef>
                <a:spcPts val="1000"/>
              </a:spcBef>
            </a:pPr>
            <a:r>
              <a:rPr lang="en-US" sz="1600" b="1" dirty="0">
                <a:solidFill>
                  <a:schemeClr val="bg1"/>
                </a:solidFill>
              </a:rPr>
              <a:t>Yahoo Finance</a:t>
            </a:r>
            <a:endParaRPr lang="en-US" sz="1600" b="1" kern="1200" dirty="0">
              <a:solidFill>
                <a:schemeClr val="bg1"/>
              </a:solidFill>
              <a:latin typeface="+mn-lt"/>
              <a:ea typeface="+mn-ea"/>
              <a:cs typeface="+mn-cs"/>
            </a:endParaRPr>
          </a:p>
        </p:txBody>
      </p:sp>
      <p:sp>
        <p:nvSpPr>
          <p:cNvPr id="2" name="Title 1">
            <a:extLst>
              <a:ext uri="{FF2B5EF4-FFF2-40B4-BE49-F238E27FC236}">
                <a16:creationId xmlns:a16="http://schemas.microsoft.com/office/drawing/2014/main" id="{47E1D177-D01F-BB1D-56E4-D192AD67AD90}"/>
              </a:ext>
            </a:extLst>
          </p:cNvPr>
          <p:cNvSpPr>
            <a:spLocks noGrp="1"/>
          </p:cNvSpPr>
          <p:nvPr>
            <p:ph type="title"/>
          </p:nvPr>
        </p:nvSpPr>
        <p:spPr>
          <a:xfrm>
            <a:off x="504825" y="250215"/>
            <a:ext cx="10412557" cy="584297"/>
          </a:xfrm>
        </p:spPr>
        <p:txBody>
          <a:bodyPr vert="horz" lIns="91440" tIns="45720" rIns="91440" bIns="45720" rtlCol="0" anchor="ctr">
            <a:normAutofit/>
          </a:bodyPr>
          <a:lstStyle/>
          <a:p>
            <a:r>
              <a:rPr lang="en-US" dirty="0"/>
              <a:t>Summary of Identified ESG Data</a:t>
            </a:r>
          </a:p>
        </p:txBody>
      </p:sp>
      <p:sp>
        <p:nvSpPr>
          <p:cNvPr id="4" name="Slide Number Placeholder 3">
            <a:extLst>
              <a:ext uri="{FF2B5EF4-FFF2-40B4-BE49-F238E27FC236}">
                <a16:creationId xmlns:a16="http://schemas.microsoft.com/office/drawing/2014/main" id="{E0322DBC-D2F2-9487-2739-A43E4ADDBA1A}"/>
              </a:ext>
            </a:extLst>
          </p:cNvPr>
          <p:cNvSpPr>
            <a:spLocks noGrp="1"/>
          </p:cNvSpPr>
          <p:nvPr>
            <p:ph type="sldNum" sz="quarter" idx="12"/>
          </p:nvPr>
        </p:nvSpPr>
        <p:spPr>
          <a:xfrm>
            <a:off x="11508806" y="6356350"/>
            <a:ext cx="270000" cy="360000"/>
          </a:xfrm>
        </p:spPr>
        <p:txBody>
          <a:bodyPr vert="horz" lIns="0" tIns="0" rIns="0" bIns="0" rtlCol="0" anchor="ctr">
            <a:normAutofit/>
          </a:bodyPr>
          <a:lstStyle/>
          <a:p>
            <a:pPr>
              <a:spcAft>
                <a:spcPts val="600"/>
              </a:spcAft>
            </a:pPr>
            <a:fld id="{7C03E8FC-7EBD-BF42-9ED4-90D4B1E23A24}" type="slidenum">
              <a:rPr lang="en-US" smtClean="0"/>
              <a:pPr>
                <a:spcAft>
                  <a:spcPts val="600"/>
                </a:spcAft>
              </a:pPr>
              <a:t>3</a:t>
            </a:fld>
            <a:endParaRPr lang="en-US"/>
          </a:p>
        </p:txBody>
      </p:sp>
      <p:sp>
        <p:nvSpPr>
          <p:cNvPr id="15" name="Text Placeholder 4">
            <a:extLst>
              <a:ext uri="{FF2B5EF4-FFF2-40B4-BE49-F238E27FC236}">
                <a16:creationId xmlns:a16="http://schemas.microsoft.com/office/drawing/2014/main" id="{8C4419D4-B3E4-EAD9-9D4D-06B2B0C4DB1E}"/>
              </a:ext>
            </a:extLst>
          </p:cNvPr>
          <p:cNvSpPr>
            <a:spLocks noGrp="1"/>
          </p:cNvSpPr>
          <p:nvPr>
            <p:ph type="body" sz="quarter" idx="15"/>
          </p:nvPr>
        </p:nvSpPr>
        <p:spPr>
          <a:xfrm>
            <a:off x="1155487" y="4451365"/>
            <a:ext cx="3586371" cy="266356"/>
          </a:xfrm>
          <a:solidFill>
            <a:schemeClr val="accent4"/>
          </a:solidFill>
        </p:spPr>
        <p:txBody>
          <a:bodyPr>
            <a:noAutofit/>
          </a:bodyPr>
          <a:lstStyle/>
          <a:p>
            <a:pPr marL="0" indent="0">
              <a:buNone/>
            </a:pPr>
            <a:r>
              <a:rPr lang="en-US" sz="1000" dirty="0"/>
              <a:t>Public-listed companies</a:t>
            </a:r>
          </a:p>
        </p:txBody>
      </p:sp>
      <p:sp>
        <p:nvSpPr>
          <p:cNvPr id="9" name="Rectangle 8">
            <a:extLst>
              <a:ext uri="{FF2B5EF4-FFF2-40B4-BE49-F238E27FC236}">
                <a16:creationId xmlns:a16="http://schemas.microsoft.com/office/drawing/2014/main" id="{A0C1BC63-2EF0-89CC-5241-349994FFBD34}"/>
              </a:ext>
            </a:extLst>
          </p:cNvPr>
          <p:cNvSpPr/>
          <p:nvPr/>
        </p:nvSpPr>
        <p:spPr>
          <a:xfrm>
            <a:off x="4827103" y="908603"/>
            <a:ext cx="3586373" cy="4680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p>
            <a:pPr marL="12700" algn="ctr">
              <a:lnSpc>
                <a:spcPct val="90000"/>
              </a:lnSpc>
              <a:spcBef>
                <a:spcPts val="1000"/>
              </a:spcBef>
            </a:pPr>
            <a:r>
              <a:rPr lang="en-US" sz="1600" b="1" kern="1200" dirty="0">
                <a:solidFill>
                  <a:schemeClr val="bg1"/>
                </a:solidFill>
                <a:latin typeface="+mn-lt"/>
                <a:ea typeface="+mn-ea"/>
                <a:cs typeface="+mn-cs"/>
              </a:rPr>
              <a:t>Experian ESG</a:t>
            </a:r>
          </a:p>
        </p:txBody>
      </p:sp>
      <p:sp>
        <p:nvSpPr>
          <p:cNvPr id="19" name="Text Placeholder 7">
            <a:extLst>
              <a:ext uri="{FF2B5EF4-FFF2-40B4-BE49-F238E27FC236}">
                <a16:creationId xmlns:a16="http://schemas.microsoft.com/office/drawing/2014/main" id="{D175362D-1E24-99F0-2080-44DF37177CD9}"/>
              </a:ext>
            </a:extLst>
          </p:cNvPr>
          <p:cNvSpPr>
            <a:spLocks noGrp="1"/>
          </p:cNvSpPr>
          <p:nvPr>
            <p:ph type="body" sz="quarter" idx="23"/>
          </p:nvPr>
        </p:nvSpPr>
        <p:spPr>
          <a:xfrm>
            <a:off x="4827102" y="4455440"/>
            <a:ext cx="3586371" cy="266356"/>
          </a:xfrm>
          <a:solidFill>
            <a:schemeClr val="accent4"/>
          </a:solidFill>
        </p:spPr>
        <p:txBody>
          <a:bodyPr>
            <a:noAutofit/>
          </a:bodyPr>
          <a:lstStyle/>
          <a:p>
            <a:pPr marL="0" indent="0">
              <a:buNone/>
            </a:pPr>
            <a:r>
              <a:rPr lang="en-US" sz="1000" dirty="0"/>
              <a:t>TBC</a:t>
            </a:r>
          </a:p>
        </p:txBody>
      </p:sp>
      <p:sp>
        <p:nvSpPr>
          <p:cNvPr id="8" name="Rectangle 7">
            <a:extLst>
              <a:ext uri="{FF2B5EF4-FFF2-40B4-BE49-F238E27FC236}">
                <a16:creationId xmlns:a16="http://schemas.microsoft.com/office/drawing/2014/main" id="{2B362062-0FDB-429C-98FD-F368CCB36047}"/>
              </a:ext>
            </a:extLst>
          </p:cNvPr>
          <p:cNvSpPr/>
          <p:nvPr/>
        </p:nvSpPr>
        <p:spPr>
          <a:xfrm>
            <a:off x="8498719" y="904497"/>
            <a:ext cx="3586373" cy="4680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p>
            <a:pPr marL="12700" algn="ctr">
              <a:lnSpc>
                <a:spcPct val="90000"/>
              </a:lnSpc>
              <a:spcBef>
                <a:spcPts val="1000"/>
              </a:spcBef>
            </a:pPr>
            <a:r>
              <a:rPr lang="en-US" sz="1600" b="1" kern="1200" dirty="0" err="1">
                <a:solidFill>
                  <a:schemeClr val="bg1"/>
                </a:solidFill>
                <a:latin typeface="+mn-lt"/>
                <a:ea typeface="+mn-ea"/>
                <a:cs typeface="+mn-cs"/>
              </a:rPr>
              <a:t>ESGpedia</a:t>
            </a:r>
            <a:endParaRPr lang="en-US" sz="1600" b="1" kern="1200" dirty="0">
              <a:solidFill>
                <a:schemeClr val="bg1"/>
              </a:solidFill>
              <a:latin typeface="+mn-lt"/>
              <a:ea typeface="+mn-ea"/>
              <a:cs typeface="+mn-cs"/>
            </a:endParaRPr>
          </a:p>
        </p:txBody>
      </p:sp>
      <p:sp>
        <p:nvSpPr>
          <p:cNvPr id="23" name="Text Placeholder 10">
            <a:extLst>
              <a:ext uri="{FF2B5EF4-FFF2-40B4-BE49-F238E27FC236}">
                <a16:creationId xmlns:a16="http://schemas.microsoft.com/office/drawing/2014/main" id="{06980859-E043-A1AB-0BE4-87FC5C25EE39}"/>
              </a:ext>
            </a:extLst>
          </p:cNvPr>
          <p:cNvSpPr>
            <a:spLocks noGrp="1"/>
          </p:cNvSpPr>
          <p:nvPr>
            <p:ph type="body" sz="quarter" idx="26"/>
          </p:nvPr>
        </p:nvSpPr>
        <p:spPr>
          <a:xfrm>
            <a:off x="8498718" y="4448945"/>
            <a:ext cx="3586370" cy="266356"/>
          </a:xfrm>
          <a:solidFill>
            <a:schemeClr val="accent4"/>
          </a:solidFill>
        </p:spPr>
        <p:txBody>
          <a:bodyPr>
            <a:noAutofit/>
          </a:bodyPr>
          <a:lstStyle/>
          <a:p>
            <a:pPr marL="0" indent="0">
              <a:buNone/>
            </a:pPr>
            <a:r>
              <a:rPr lang="en-US" sz="1000" dirty="0"/>
              <a:t>Private &amp; Public</a:t>
            </a:r>
          </a:p>
        </p:txBody>
      </p:sp>
      <p:sp>
        <p:nvSpPr>
          <p:cNvPr id="27" name="Text Placeholder 12">
            <a:extLst>
              <a:ext uri="{FF2B5EF4-FFF2-40B4-BE49-F238E27FC236}">
                <a16:creationId xmlns:a16="http://schemas.microsoft.com/office/drawing/2014/main" id="{9186405B-D8B7-0889-16B4-B8F6C984737F}"/>
              </a:ext>
            </a:extLst>
          </p:cNvPr>
          <p:cNvSpPr>
            <a:spLocks noGrp="1"/>
          </p:cNvSpPr>
          <p:nvPr>
            <p:ph type="body" sz="quarter" idx="28"/>
          </p:nvPr>
        </p:nvSpPr>
        <p:spPr>
          <a:xfrm>
            <a:off x="504825" y="6356350"/>
            <a:ext cx="3952875" cy="360363"/>
          </a:xfrm>
        </p:spPr>
        <p:txBody>
          <a:bodyPr/>
          <a:lstStyle/>
          <a:p>
            <a:endParaRPr lang="en-US" dirty="0"/>
          </a:p>
        </p:txBody>
      </p:sp>
      <p:sp>
        <p:nvSpPr>
          <p:cNvPr id="11" name="Text Placeholder 4">
            <a:extLst>
              <a:ext uri="{FF2B5EF4-FFF2-40B4-BE49-F238E27FC236}">
                <a16:creationId xmlns:a16="http://schemas.microsoft.com/office/drawing/2014/main" id="{69AEE921-F933-73D3-3C29-C267EFC1D34D}"/>
              </a:ext>
            </a:extLst>
          </p:cNvPr>
          <p:cNvSpPr txBox="1">
            <a:spLocks/>
          </p:cNvSpPr>
          <p:nvPr/>
        </p:nvSpPr>
        <p:spPr>
          <a:xfrm>
            <a:off x="1155487" y="4806165"/>
            <a:ext cx="3586371" cy="731611"/>
          </a:xfrm>
          <a:prstGeom prst="rect">
            <a:avLst/>
          </a:prstGeom>
          <a:solidFill>
            <a:schemeClr val="bg2"/>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dirty="0"/>
              <a:t>Basic ESG Scores. Provides snapshot of sustainability risks i.e. Total ESG Risk score, a controversy level  indicating reputational risks, and peer comparison to benchmark performance</a:t>
            </a:r>
          </a:p>
          <a:p>
            <a:pPr marL="0" indent="0">
              <a:buFont typeface="Arial" panose="020B0604020202020204" pitchFamily="34" charset="0"/>
              <a:buNone/>
            </a:pPr>
            <a:endParaRPr lang="en-US" sz="1000" dirty="0"/>
          </a:p>
        </p:txBody>
      </p:sp>
      <p:sp>
        <p:nvSpPr>
          <p:cNvPr id="12" name="Text Placeholder 7">
            <a:extLst>
              <a:ext uri="{FF2B5EF4-FFF2-40B4-BE49-F238E27FC236}">
                <a16:creationId xmlns:a16="http://schemas.microsoft.com/office/drawing/2014/main" id="{6E9ADF9E-82F8-54E5-4D0D-AE95BA811ED3}"/>
              </a:ext>
            </a:extLst>
          </p:cNvPr>
          <p:cNvSpPr txBox="1">
            <a:spLocks/>
          </p:cNvSpPr>
          <p:nvPr/>
        </p:nvSpPr>
        <p:spPr>
          <a:xfrm>
            <a:off x="4827102" y="4806164"/>
            <a:ext cx="3586371" cy="731611"/>
          </a:xfrm>
          <a:prstGeom prst="rect">
            <a:avLst/>
          </a:prstGeom>
          <a:solidFill>
            <a:schemeClr val="bg2"/>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dirty="0"/>
              <a:t>Centralized ESG summary reports from various ESG data sources. Provides ESG data extraction services where client can provide list of companies, and Experian return the ESG details of the company. All reports available in digital form, embedded into current Experian reports</a:t>
            </a:r>
          </a:p>
          <a:p>
            <a:pPr marL="0" indent="0">
              <a:buFont typeface="Arial" panose="020B0604020202020204" pitchFamily="34" charset="0"/>
              <a:buNone/>
            </a:pPr>
            <a:endParaRPr lang="en-US" sz="1000" dirty="0"/>
          </a:p>
        </p:txBody>
      </p:sp>
      <p:sp>
        <p:nvSpPr>
          <p:cNvPr id="13" name="Text Placeholder 10">
            <a:extLst>
              <a:ext uri="{FF2B5EF4-FFF2-40B4-BE49-F238E27FC236}">
                <a16:creationId xmlns:a16="http://schemas.microsoft.com/office/drawing/2014/main" id="{53E37020-2C7F-254B-CAB7-E74F813C0B0D}"/>
              </a:ext>
            </a:extLst>
          </p:cNvPr>
          <p:cNvSpPr txBox="1">
            <a:spLocks/>
          </p:cNvSpPr>
          <p:nvPr/>
        </p:nvSpPr>
        <p:spPr>
          <a:xfrm>
            <a:off x="8498716" y="4806164"/>
            <a:ext cx="3586370" cy="731611"/>
          </a:xfrm>
          <a:prstGeom prst="rect">
            <a:avLst/>
          </a:prstGeom>
          <a:solidFill>
            <a:schemeClr val="bg2"/>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dirty="0"/>
              <a:t>Comprehensive ESG reports with comprehensive sustainability data, and supply chain ESG insights</a:t>
            </a:r>
          </a:p>
        </p:txBody>
      </p:sp>
      <p:sp>
        <p:nvSpPr>
          <p:cNvPr id="14" name="Text Placeholder 4">
            <a:extLst>
              <a:ext uri="{FF2B5EF4-FFF2-40B4-BE49-F238E27FC236}">
                <a16:creationId xmlns:a16="http://schemas.microsoft.com/office/drawing/2014/main" id="{3D5B0D3F-A798-D8BD-477D-168372986191}"/>
              </a:ext>
            </a:extLst>
          </p:cNvPr>
          <p:cNvSpPr txBox="1">
            <a:spLocks/>
          </p:cNvSpPr>
          <p:nvPr/>
        </p:nvSpPr>
        <p:spPr>
          <a:xfrm>
            <a:off x="1155486" y="5604009"/>
            <a:ext cx="3586371" cy="208123"/>
          </a:xfrm>
          <a:prstGeom prst="rect">
            <a:avLst/>
          </a:prstGeom>
          <a:solidFill>
            <a:schemeClr val="accent4"/>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dirty="0"/>
              <a:t>Free, Website/API</a:t>
            </a:r>
          </a:p>
        </p:txBody>
      </p:sp>
      <p:sp>
        <p:nvSpPr>
          <p:cNvPr id="16" name="Text Placeholder 7">
            <a:extLst>
              <a:ext uri="{FF2B5EF4-FFF2-40B4-BE49-F238E27FC236}">
                <a16:creationId xmlns:a16="http://schemas.microsoft.com/office/drawing/2014/main" id="{D2F339DD-AD30-58A2-0071-46F3172E245F}"/>
              </a:ext>
            </a:extLst>
          </p:cNvPr>
          <p:cNvSpPr txBox="1">
            <a:spLocks/>
          </p:cNvSpPr>
          <p:nvPr/>
        </p:nvSpPr>
        <p:spPr>
          <a:xfrm>
            <a:off x="4827102" y="5596009"/>
            <a:ext cx="3586370" cy="208123"/>
          </a:xfrm>
          <a:prstGeom prst="rect">
            <a:avLst/>
          </a:prstGeom>
          <a:solidFill>
            <a:schemeClr val="accent4"/>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dirty="0"/>
              <a:t>Paid (TBC)</a:t>
            </a:r>
          </a:p>
        </p:txBody>
      </p:sp>
      <p:sp>
        <p:nvSpPr>
          <p:cNvPr id="18" name="Text Placeholder 10">
            <a:extLst>
              <a:ext uri="{FF2B5EF4-FFF2-40B4-BE49-F238E27FC236}">
                <a16:creationId xmlns:a16="http://schemas.microsoft.com/office/drawing/2014/main" id="{ECC1CE2E-65E3-F9B5-086D-5B2C87003EF1}"/>
              </a:ext>
            </a:extLst>
          </p:cNvPr>
          <p:cNvSpPr txBox="1">
            <a:spLocks/>
          </p:cNvSpPr>
          <p:nvPr/>
        </p:nvSpPr>
        <p:spPr>
          <a:xfrm>
            <a:off x="8498715" y="5593398"/>
            <a:ext cx="3586369" cy="208123"/>
          </a:xfrm>
          <a:prstGeom prst="rect">
            <a:avLst/>
          </a:prstGeom>
          <a:solidFill>
            <a:schemeClr val="accent4"/>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dirty="0"/>
              <a:t>In-house</a:t>
            </a:r>
          </a:p>
        </p:txBody>
      </p:sp>
      <p:sp>
        <p:nvSpPr>
          <p:cNvPr id="20" name="Text Placeholder 4">
            <a:extLst>
              <a:ext uri="{FF2B5EF4-FFF2-40B4-BE49-F238E27FC236}">
                <a16:creationId xmlns:a16="http://schemas.microsoft.com/office/drawing/2014/main" id="{03F339B8-B7D8-ABA2-4A5A-D3B8CFE7A903}"/>
              </a:ext>
            </a:extLst>
          </p:cNvPr>
          <p:cNvSpPr txBox="1">
            <a:spLocks/>
          </p:cNvSpPr>
          <p:nvPr/>
        </p:nvSpPr>
        <p:spPr>
          <a:xfrm>
            <a:off x="1155486" y="5873529"/>
            <a:ext cx="3586370" cy="360362"/>
          </a:xfrm>
          <a:prstGeom prst="rect">
            <a:avLst/>
          </a:prstGeom>
          <a:solidFill>
            <a:schemeClr val="bg2"/>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dirty="0"/>
              <a:t>Periodic updates</a:t>
            </a:r>
          </a:p>
        </p:txBody>
      </p:sp>
      <p:sp>
        <p:nvSpPr>
          <p:cNvPr id="22" name="Text Placeholder 7">
            <a:extLst>
              <a:ext uri="{FF2B5EF4-FFF2-40B4-BE49-F238E27FC236}">
                <a16:creationId xmlns:a16="http://schemas.microsoft.com/office/drawing/2014/main" id="{F2337D90-3209-40C6-E783-5E8D025B7EDA}"/>
              </a:ext>
            </a:extLst>
          </p:cNvPr>
          <p:cNvSpPr txBox="1">
            <a:spLocks/>
          </p:cNvSpPr>
          <p:nvPr/>
        </p:nvSpPr>
        <p:spPr>
          <a:xfrm>
            <a:off x="4827101" y="5883082"/>
            <a:ext cx="3586369" cy="360362"/>
          </a:xfrm>
          <a:prstGeom prst="rect">
            <a:avLst/>
          </a:prstGeom>
          <a:solidFill>
            <a:schemeClr val="bg2"/>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dirty="0"/>
              <a:t>Regular updates</a:t>
            </a:r>
          </a:p>
        </p:txBody>
      </p:sp>
      <p:sp>
        <p:nvSpPr>
          <p:cNvPr id="24" name="Text Placeholder 10">
            <a:extLst>
              <a:ext uri="{FF2B5EF4-FFF2-40B4-BE49-F238E27FC236}">
                <a16:creationId xmlns:a16="http://schemas.microsoft.com/office/drawing/2014/main" id="{ABC74C5A-A0D2-DEAB-CF77-2D67012D783A}"/>
              </a:ext>
            </a:extLst>
          </p:cNvPr>
          <p:cNvSpPr txBox="1">
            <a:spLocks/>
          </p:cNvSpPr>
          <p:nvPr/>
        </p:nvSpPr>
        <p:spPr>
          <a:xfrm>
            <a:off x="8498715" y="5888691"/>
            <a:ext cx="3586368" cy="360362"/>
          </a:xfrm>
          <a:prstGeom prst="rect">
            <a:avLst/>
          </a:prstGeom>
          <a:solidFill>
            <a:schemeClr val="bg2"/>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dirty="0"/>
              <a:t>On report basis (at point of application)</a:t>
            </a:r>
          </a:p>
        </p:txBody>
      </p:sp>
      <p:sp>
        <p:nvSpPr>
          <p:cNvPr id="33" name="Text Placeholder 4">
            <a:extLst>
              <a:ext uri="{FF2B5EF4-FFF2-40B4-BE49-F238E27FC236}">
                <a16:creationId xmlns:a16="http://schemas.microsoft.com/office/drawing/2014/main" id="{D8A773A3-69B4-6748-8407-5D46F1DA11B1}"/>
              </a:ext>
            </a:extLst>
          </p:cNvPr>
          <p:cNvSpPr txBox="1">
            <a:spLocks/>
          </p:cNvSpPr>
          <p:nvPr/>
        </p:nvSpPr>
        <p:spPr>
          <a:xfrm>
            <a:off x="181981" y="4445279"/>
            <a:ext cx="896241" cy="266356"/>
          </a:xfrm>
          <a:prstGeom prst="rect">
            <a:avLst/>
          </a:prstGeom>
          <a:solidFill>
            <a:schemeClr val="accent4"/>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b="1" dirty="0"/>
              <a:t>Coverage</a:t>
            </a:r>
          </a:p>
        </p:txBody>
      </p:sp>
      <p:sp>
        <p:nvSpPr>
          <p:cNvPr id="34" name="Text Placeholder 4">
            <a:extLst>
              <a:ext uri="{FF2B5EF4-FFF2-40B4-BE49-F238E27FC236}">
                <a16:creationId xmlns:a16="http://schemas.microsoft.com/office/drawing/2014/main" id="{D53BAAA8-EB1C-923E-B0AF-7CFDA1407368}"/>
              </a:ext>
            </a:extLst>
          </p:cNvPr>
          <p:cNvSpPr txBox="1">
            <a:spLocks/>
          </p:cNvSpPr>
          <p:nvPr/>
        </p:nvSpPr>
        <p:spPr>
          <a:xfrm>
            <a:off x="189961" y="4802498"/>
            <a:ext cx="880281" cy="731611"/>
          </a:xfrm>
          <a:prstGeom prst="rect">
            <a:avLst/>
          </a:prstGeom>
          <a:solidFill>
            <a:schemeClr val="bg2"/>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b="1" dirty="0"/>
              <a:t>Description</a:t>
            </a:r>
          </a:p>
        </p:txBody>
      </p:sp>
      <p:sp>
        <p:nvSpPr>
          <p:cNvPr id="35" name="Text Placeholder 4">
            <a:extLst>
              <a:ext uri="{FF2B5EF4-FFF2-40B4-BE49-F238E27FC236}">
                <a16:creationId xmlns:a16="http://schemas.microsoft.com/office/drawing/2014/main" id="{8DE35B49-CD5D-3197-855D-D11C37AE7092}"/>
              </a:ext>
            </a:extLst>
          </p:cNvPr>
          <p:cNvSpPr txBox="1">
            <a:spLocks/>
          </p:cNvSpPr>
          <p:nvPr/>
        </p:nvSpPr>
        <p:spPr>
          <a:xfrm>
            <a:off x="189961" y="5584444"/>
            <a:ext cx="880280" cy="208123"/>
          </a:xfrm>
          <a:prstGeom prst="rect">
            <a:avLst/>
          </a:prstGeom>
          <a:solidFill>
            <a:schemeClr val="accent4"/>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b="1" dirty="0"/>
              <a:t>Cost</a:t>
            </a:r>
          </a:p>
        </p:txBody>
      </p:sp>
      <p:sp>
        <p:nvSpPr>
          <p:cNvPr id="36" name="Text Placeholder 4">
            <a:extLst>
              <a:ext uri="{FF2B5EF4-FFF2-40B4-BE49-F238E27FC236}">
                <a16:creationId xmlns:a16="http://schemas.microsoft.com/office/drawing/2014/main" id="{AD726C44-B93B-0C02-80D6-D0435743D75A}"/>
              </a:ext>
            </a:extLst>
          </p:cNvPr>
          <p:cNvSpPr txBox="1">
            <a:spLocks/>
          </p:cNvSpPr>
          <p:nvPr/>
        </p:nvSpPr>
        <p:spPr>
          <a:xfrm>
            <a:off x="189960" y="5870845"/>
            <a:ext cx="880279" cy="360363"/>
          </a:xfrm>
          <a:prstGeom prst="rect">
            <a:avLst/>
          </a:prstGeom>
          <a:solidFill>
            <a:schemeClr val="bg2"/>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b="1" dirty="0"/>
              <a:t>Data Frequency</a:t>
            </a:r>
          </a:p>
        </p:txBody>
      </p:sp>
      <p:sp>
        <p:nvSpPr>
          <p:cNvPr id="43" name="Text Placeholder 4">
            <a:extLst>
              <a:ext uri="{FF2B5EF4-FFF2-40B4-BE49-F238E27FC236}">
                <a16:creationId xmlns:a16="http://schemas.microsoft.com/office/drawing/2014/main" id="{B250CA87-BA4B-9630-D4E5-23F4CEBE84F9}"/>
              </a:ext>
            </a:extLst>
          </p:cNvPr>
          <p:cNvSpPr txBox="1">
            <a:spLocks/>
          </p:cNvSpPr>
          <p:nvPr/>
        </p:nvSpPr>
        <p:spPr>
          <a:xfrm>
            <a:off x="1155488" y="3614858"/>
            <a:ext cx="3586372" cy="769556"/>
          </a:xfrm>
          <a:prstGeom prst="rect">
            <a:avLst/>
          </a:prstGeom>
          <a:solidFill>
            <a:schemeClr val="bg2"/>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dirty="0"/>
              <a:t>Utilizes </a:t>
            </a:r>
            <a:r>
              <a:rPr lang="en-US" sz="1000" b="1" dirty="0"/>
              <a:t>Morningstar Sustainability Rating</a:t>
            </a:r>
            <a:r>
              <a:rPr lang="en-US" sz="1000" dirty="0"/>
              <a:t>, which assesses company’s ESG performance based on data from </a:t>
            </a:r>
            <a:r>
              <a:rPr lang="en-US" sz="1000" b="1" dirty="0"/>
              <a:t>Sustainalytics</a:t>
            </a:r>
            <a:r>
              <a:rPr lang="en-US" sz="1000" dirty="0"/>
              <a:t>, giving a score relative to its industry peers.</a:t>
            </a:r>
          </a:p>
        </p:txBody>
      </p:sp>
      <p:sp>
        <p:nvSpPr>
          <p:cNvPr id="44" name="Text Placeholder 7">
            <a:extLst>
              <a:ext uri="{FF2B5EF4-FFF2-40B4-BE49-F238E27FC236}">
                <a16:creationId xmlns:a16="http://schemas.microsoft.com/office/drawing/2014/main" id="{198B390F-DD34-5F4D-1141-A838E6584DF1}"/>
              </a:ext>
            </a:extLst>
          </p:cNvPr>
          <p:cNvSpPr txBox="1">
            <a:spLocks/>
          </p:cNvSpPr>
          <p:nvPr/>
        </p:nvSpPr>
        <p:spPr>
          <a:xfrm>
            <a:off x="4827103" y="3614858"/>
            <a:ext cx="3586371" cy="769556"/>
          </a:xfrm>
          <a:prstGeom prst="rect">
            <a:avLst/>
          </a:prstGeom>
          <a:solidFill>
            <a:schemeClr val="bg2"/>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dirty="0"/>
              <a:t>Based on certification, accreditation or standard. Rating, score and assessment based on credentials, such as Sustainalytics ESG Risk Rating and UN Sustainable Development Goals. </a:t>
            </a:r>
            <a:r>
              <a:rPr lang="en-US" sz="1000" b="1" dirty="0"/>
              <a:t>No transparency to how ratings are derived.</a:t>
            </a:r>
          </a:p>
        </p:txBody>
      </p:sp>
      <p:sp>
        <p:nvSpPr>
          <p:cNvPr id="45" name="Text Placeholder 10">
            <a:extLst>
              <a:ext uri="{FF2B5EF4-FFF2-40B4-BE49-F238E27FC236}">
                <a16:creationId xmlns:a16="http://schemas.microsoft.com/office/drawing/2014/main" id="{73C7D5E6-A633-3CDF-83DA-00C21A68591C}"/>
              </a:ext>
            </a:extLst>
          </p:cNvPr>
          <p:cNvSpPr txBox="1">
            <a:spLocks/>
          </p:cNvSpPr>
          <p:nvPr/>
        </p:nvSpPr>
        <p:spPr>
          <a:xfrm>
            <a:off x="8498718" y="3624777"/>
            <a:ext cx="3586370" cy="749718"/>
          </a:xfrm>
          <a:prstGeom prst="rect">
            <a:avLst/>
          </a:prstGeom>
          <a:solidFill>
            <a:schemeClr val="bg2"/>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b="1" dirty="0"/>
              <a:t>Environmental</a:t>
            </a:r>
            <a:r>
              <a:rPr lang="en-US" sz="1000" dirty="0"/>
              <a:t>: Climate-related data, GHG Emissions. </a:t>
            </a:r>
            <a:r>
              <a:rPr lang="en-US" sz="1000" b="1" dirty="0"/>
              <a:t>Social</a:t>
            </a:r>
            <a:r>
              <a:rPr lang="en-US" sz="1000" dirty="0"/>
              <a:t>: Diversity and Equal opportunity, Employment, Occupational Health &amp; Safety, Development &amp; Training, Child &amp; Forced Labor. </a:t>
            </a:r>
            <a:r>
              <a:rPr lang="en-US" sz="1000" b="1" dirty="0"/>
              <a:t>Governance</a:t>
            </a:r>
            <a:r>
              <a:rPr lang="en-US" sz="1000" dirty="0"/>
              <a:t>: Board Composition, Anti-Corruption</a:t>
            </a:r>
          </a:p>
        </p:txBody>
      </p:sp>
      <p:sp>
        <p:nvSpPr>
          <p:cNvPr id="46" name="Text Placeholder 4">
            <a:extLst>
              <a:ext uri="{FF2B5EF4-FFF2-40B4-BE49-F238E27FC236}">
                <a16:creationId xmlns:a16="http://schemas.microsoft.com/office/drawing/2014/main" id="{B9CAF6D3-9D93-6BBE-7E63-433611D0A607}"/>
              </a:ext>
            </a:extLst>
          </p:cNvPr>
          <p:cNvSpPr txBox="1">
            <a:spLocks/>
          </p:cNvSpPr>
          <p:nvPr/>
        </p:nvSpPr>
        <p:spPr>
          <a:xfrm>
            <a:off x="189962" y="3611192"/>
            <a:ext cx="880281" cy="749718"/>
          </a:xfrm>
          <a:prstGeom prst="rect">
            <a:avLst/>
          </a:prstGeom>
          <a:solidFill>
            <a:schemeClr val="bg2"/>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b="1" dirty="0"/>
              <a:t>Data Depth</a:t>
            </a:r>
          </a:p>
        </p:txBody>
      </p:sp>
      <p:pic>
        <p:nvPicPr>
          <p:cNvPr id="28" name="Content Placeholder 41" descr="A screenshot of a web page&#10;&#10;AI-generated content may be incorrect.">
            <a:extLst>
              <a:ext uri="{FF2B5EF4-FFF2-40B4-BE49-F238E27FC236}">
                <a16:creationId xmlns:a16="http://schemas.microsoft.com/office/drawing/2014/main" id="{91214E00-ABF2-CF1E-E8A3-14B05972B124}"/>
              </a:ext>
            </a:extLst>
          </p:cNvPr>
          <p:cNvPicPr>
            <a:picLocks noGrp="1" noChangeAspect="1"/>
          </p:cNvPicPr>
          <p:nvPr>
            <p:ph sz="quarter" idx="21"/>
          </p:nvPr>
        </p:nvPicPr>
        <p:blipFill>
          <a:blip r:embed="rId2" cstate="print">
            <a:extLst>
              <a:ext uri="{28A0092B-C50C-407E-A947-70E740481C1C}">
                <a14:useLocalDpi xmlns:a14="http://schemas.microsoft.com/office/drawing/2010/main" val="0"/>
              </a:ext>
            </a:extLst>
          </a:blip>
          <a:stretch>
            <a:fillRect/>
          </a:stretch>
        </p:blipFill>
        <p:spPr>
          <a:xfrm>
            <a:off x="1155487" y="1442482"/>
            <a:ext cx="3586371" cy="2049917"/>
          </a:xfrm>
        </p:spPr>
      </p:pic>
      <p:pic>
        <p:nvPicPr>
          <p:cNvPr id="29" name="Content Placeholder 2">
            <a:extLst>
              <a:ext uri="{FF2B5EF4-FFF2-40B4-BE49-F238E27FC236}">
                <a16:creationId xmlns:a16="http://schemas.microsoft.com/office/drawing/2014/main" id="{13A4778B-CB64-50C1-B8FC-7D642EFEDCEE}"/>
              </a:ext>
            </a:extLst>
          </p:cNvPr>
          <p:cNvPicPr>
            <a:picLocks noGrp="1" noChangeAspect="1"/>
          </p:cNvPicPr>
          <p:nvPr>
            <p:ph sz="quarter" idx="24"/>
          </p:nvPr>
        </p:nvPicPr>
        <p:blipFill>
          <a:blip r:embed="rId3" cstate="print">
            <a:extLst>
              <a:ext uri="{28A0092B-C50C-407E-A947-70E740481C1C}">
                <a14:useLocalDpi xmlns:a14="http://schemas.microsoft.com/office/drawing/2010/main" val="0"/>
              </a:ext>
            </a:extLst>
          </a:blip>
          <a:stretch>
            <a:fillRect/>
          </a:stretch>
        </p:blipFill>
        <p:spPr>
          <a:xfrm>
            <a:off x="4827101" y="1442482"/>
            <a:ext cx="3586368" cy="2049917"/>
          </a:xfrm>
        </p:spPr>
      </p:pic>
      <p:pic>
        <p:nvPicPr>
          <p:cNvPr id="30" name="Content Placeholder 4">
            <a:extLst>
              <a:ext uri="{FF2B5EF4-FFF2-40B4-BE49-F238E27FC236}">
                <a16:creationId xmlns:a16="http://schemas.microsoft.com/office/drawing/2014/main" id="{37E08E90-135C-B604-EEF9-57A7C089D86D}"/>
              </a:ext>
            </a:extLst>
          </p:cNvPr>
          <p:cNvPicPr>
            <a:picLocks noGrp="1" noChangeAspect="1"/>
          </p:cNvPicPr>
          <p:nvPr>
            <p:ph sz="quarter" idx="27"/>
          </p:nvPr>
        </p:nvPicPr>
        <p:blipFill rotWithShape="1">
          <a:blip r:embed="rId4" cstate="print">
            <a:extLst>
              <a:ext uri="{28A0092B-C50C-407E-A947-70E740481C1C}">
                <a14:useLocalDpi xmlns:a14="http://schemas.microsoft.com/office/drawing/2010/main" val="0"/>
              </a:ext>
            </a:extLst>
          </a:blip>
          <a:srcRect/>
          <a:stretch/>
        </p:blipFill>
        <p:spPr>
          <a:xfrm>
            <a:off x="8498712" y="1442204"/>
            <a:ext cx="3586368" cy="2049917"/>
          </a:xfrm>
        </p:spPr>
      </p:pic>
    </p:spTree>
    <p:extLst>
      <p:ext uri="{BB962C8B-B14F-4D97-AF65-F5344CB8AC3E}">
        <p14:creationId xmlns:p14="http://schemas.microsoft.com/office/powerpoint/2010/main" val="26717845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Custom 1">
      <a:dk1>
        <a:srgbClr val="000000"/>
      </a:dk1>
      <a:lt1>
        <a:srgbClr val="FFFFFF"/>
      </a:lt1>
      <a:dk2>
        <a:srgbClr val="44546A"/>
      </a:dk2>
      <a:lt2>
        <a:srgbClr val="E7E6E6"/>
      </a:lt2>
      <a:accent1>
        <a:srgbClr val="FFBF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lcome to Maybank.potx" id="{B1755CDD-9389-4DA6-A402-0508EFACCC3C}" vid="{DBE61ACF-C050-4415-ACE3-83AB375712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90990</TotalTime>
  <Words>533</Words>
  <Application>Microsoft Macintosh PowerPoint</Application>
  <PresentationFormat>Widescreen</PresentationFormat>
  <Paragraphs>59</Paragraphs>
  <Slides>3</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3</vt:i4>
      </vt:variant>
    </vt:vector>
  </HeadingPairs>
  <TitlesOfParts>
    <vt:vector size="8" baseType="lpstr">
      <vt:lpstr>Arial</vt:lpstr>
      <vt:lpstr>Calibri</vt:lpstr>
      <vt:lpstr>Trebuchet MS</vt:lpstr>
      <vt:lpstr>1_Office Theme</vt:lpstr>
      <vt:lpstr>think-cell Slide</vt:lpstr>
      <vt:lpstr>Sustainability Use Case 1: Competitor Analysis</vt:lpstr>
      <vt:lpstr>Sustainability Use Case 2: KPMG</vt:lpstr>
      <vt:lpstr>Summary of Identified ESG Data</vt:lpstr>
    </vt:vector>
  </TitlesOfParts>
  <Company>Maybank Singapore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SP4A SG Model deployment activity</dc:title>
  <dc:creator>CHEN CHIN LIN SAMUEL</dc:creator>
  <cp:lastModifiedBy>Yu Seung Gyun</cp:lastModifiedBy>
  <cp:revision>1339</cp:revision>
  <dcterms:created xsi:type="dcterms:W3CDTF">2024-06-11T10:26:34Z</dcterms:created>
  <dcterms:modified xsi:type="dcterms:W3CDTF">2025-02-11T02:35:23Z</dcterms:modified>
</cp:coreProperties>
</file>