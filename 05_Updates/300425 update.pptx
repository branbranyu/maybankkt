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8"/>
  </p:sldMasterIdLst>
  <p:notesMasterIdLst>
    <p:notesMasterId r:id="rId17"/>
  </p:notesMasterIdLst>
  <p:handoutMasterIdLst>
    <p:handoutMasterId r:id="rId18"/>
  </p:handoutMasterIdLst>
  <p:sldIdLst>
    <p:sldId id="256" r:id="rId9"/>
    <p:sldId id="267" r:id="rId10"/>
    <p:sldId id="269" r:id="rId11"/>
    <p:sldId id="270" r:id="rId12"/>
    <p:sldId id="274" r:id="rId13"/>
    <p:sldId id="272" r:id="rId14"/>
    <p:sldId id="268" r:id="rId15"/>
    <p:sldId id="273" r:id="rId16"/>
  </p:sldIdLst>
  <p:sldSz cx="12192000" cy="6858000"/>
  <p:notesSz cx="6950075" cy="9236075"/>
  <p:custShowLst>
    <p:custShow name="Format Guide Workshop" id="0">
      <p:sldLst/>
    </p:custShow>
  </p:custShowLst>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E4ACA0A-AC7D-5587-7D6E-6413FAC65676}" name="Tan, Joshua" initials="TJ" userId="Tan, Joshua" providerId="None"/>
  <p188:author id="{EBB01555-3E46-010D-CB45-B110A9EF3922}" name="Ong, CJ" initials="OC" userId="Ong, CJ"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ay, Justin" initials="JT" lastIdx="1" clrIdx="0">
    <p:extLst>
      <p:ext uri="{19B8F6BF-5375-455C-9EA6-DF929625EA0E}">
        <p15:presenceInfo xmlns:p15="http://schemas.microsoft.com/office/powerpoint/2012/main" userId="Tay, Justin" providerId="None"/>
      </p:ext>
    </p:extLst>
  </p:cmAuthor>
  <p:cmAuthor id="2" name="How, Qi Yang" initials="HQY" lastIdx="1" clrIdx="1">
    <p:extLst>
      <p:ext uri="{19B8F6BF-5375-455C-9EA6-DF929625EA0E}">
        <p15:presenceInfo xmlns:p15="http://schemas.microsoft.com/office/powerpoint/2012/main" userId="How, Qi Yang" providerId="None"/>
      </p:ext>
    </p:extLst>
  </p:cmAuthor>
  <p:cmAuthor id="3" name="Ong, Eric" initials="OE" lastIdx="16" clrIdx="2">
    <p:extLst>
      <p:ext uri="{19B8F6BF-5375-455C-9EA6-DF929625EA0E}">
        <p15:presenceInfo xmlns:p15="http://schemas.microsoft.com/office/powerpoint/2012/main" userId="Ong, Eric" providerId="None"/>
      </p:ext>
    </p:extLst>
  </p:cmAuthor>
  <p:cmAuthor id="4" name="Ang, Pei-Hsia" initials="AP" lastIdx="3" clrIdx="3">
    <p:extLst>
      <p:ext uri="{19B8F6BF-5375-455C-9EA6-DF929625EA0E}">
        <p15:presenceInfo xmlns:p15="http://schemas.microsoft.com/office/powerpoint/2012/main" userId="Ang, Pei-Hs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600"/>
    <a:srgbClr val="C1C1FF"/>
    <a:srgbClr val="002060"/>
    <a:srgbClr val="9A7900"/>
    <a:srgbClr val="4545FF"/>
    <a:srgbClr val="F2F2F2"/>
    <a:srgbClr val="FFF9E4"/>
    <a:srgbClr val="7D7DFF"/>
    <a:srgbClr val="FCFCFD"/>
    <a:srgbClr val="30C1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68" autoAdjust="0"/>
    <p:restoredTop sz="94614"/>
  </p:normalViewPr>
  <p:slideViewPr>
    <p:cSldViewPr snapToGrid="0">
      <p:cViewPr varScale="1">
        <p:scale>
          <a:sx n="135" d="100"/>
          <a:sy n="135" d="100"/>
        </p:scale>
        <p:origin x="992" y="176"/>
      </p:cViewPr>
      <p:guideLst>
        <p:guide orient="horz" pos="2160"/>
        <p:guide pos="3840"/>
      </p:guideLst>
    </p:cSldViewPr>
  </p:slideViewPr>
  <p:notesTextViewPr>
    <p:cViewPr>
      <p:scale>
        <a:sx n="1" d="1"/>
        <a:sy n="1" d="1"/>
      </p:scale>
      <p:origin x="0" y="0"/>
    </p:cViewPr>
  </p:notesTextViewPr>
  <p:sorterViewPr>
    <p:cViewPr>
      <p:scale>
        <a:sx n="130" d="100"/>
        <a:sy n="130" d="100"/>
      </p:scale>
      <p:origin x="0" y="0"/>
    </p:cViewPr>
  </p:sorterViewPr>
  <p:notesViewPr>
    <p:cSldViewPr snapToGrid="0">
      <p:cViewPr varScale="1">
        <p:scale>
          <a:sx n="86" d="100"/>
          <a:sy n="86" d="100"/>
        </p:scale>
        <p:origin x="277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slide" Target="slides/slide5.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customXml" Target="../customXml/item7.xml"/><Relationship Id="rId12" Type="http://schemas.openxmlformats.org/officeDocument/2006/relationships/slide" Target="slides/slide4.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24"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tags" Target="tags/tag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60" b="1" i="0" u="none" strike="noStrike" kern="1200" spc="0" baseline="0">
                <a:solidFill>
                  <a:schemeClr val="tx1"/>
                </a:solidFill>
                <a:latin typeface="+mn-lt"/>
                <a:ea typeface="+mn-ea"/>
                <a:cs typeface="+mn-cs"/>
              </a:defRPr>
            </a:pPr>
            <a:r>
              <a:rPr lang="en-US" b="1"/>
              <a:t>E-Pillar Feature Importance</a:t>
            </a:r>
          </a:p>
        </c:rich>
      </c:tx>
      <c:layout>
        <c:manualLayout>
          <c:xMode val="edge"/>
          <c:yMode val="edge"/>
          <c:x val="0.27881036901724088"/>
          <c:y val="3.0281408466991774E-2"/>
        </c:manualLayout>
      </c:layout>
      <c:overlay val="0"/>
      <c:spPr>
        <a:noFill/>
        <a:ln>
          <a:noFill/>
        </a:ln>
        <a:effectLst/>
      </c:spPr>
      <c:txPr>
        <a:bodyPr rot="0" spcFirstLastPara="1" vertOverflow="ellipsis" vert="horz" wrap="square" anchor="ctr" anchorCtr="1"/>
        <a:lstStyle/>
        <a:p>
          <a:pPr>
            <a:defRPr sz="126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47148708580898485"/>
          <c:y val="0.18236274102085967"/>
          <c:w val="0.50220431069387295"/>
          <c:h val="0.74822583506116602"/>
        </c:manualLayout>
      </c:layout>
      <c:barChart>
        <c:barDir val="bar"/>
        <c:grouping val="clustered"/>
        <c:varyColors val="0"/>
        <c:ser>
          <c:idx val="0"/>
          <c:order val="0"/>
          <c:tx>
            <c:strRef>
              <c:f>Sheet1!$B$1</c:f>
              <c:strCache>
                <c:ptCount val="1"/>
                <c:pt idx="0">
                  <c:v>Series 1</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(A) Scope 1 Emissions (tCO2e)</c:v>
                </c:pt>
                <c:pt idx="1">
                  <c:v>(B) Waste Disposed - Hazardous (KG)</c:v>
                </c:pt>
                <c:pt idx="2">
                  <c:v>(C) Electricity Consumption (kWh)</c:v>
                </c:pt>
                <c:pt idx="3">
                  <c:v>(D) Waste Disposed - Non-Hazardous (KG)</c:v>
                </c:pt>
                <c:pt idx="4">
                  <c:v>(E) Scope 2 Emissions (tCO2e)</c:v>
                </c:pt>
              </c:strCache>
            </c:strRef>
          </c:cat>
          <c:val>
            <c:numRef>
              <c:f>Sheet1!$B$2:$B$6</c:f>
              <c:numCache>
                <c:formatCode>0%</c:formatCode>
                <c:ptCount val="5"/>
                <c:pt idx="0">
                  <c:v>0.46</c:v>
                </c:pt>
                <c:pt idx="1">
                  <c:v>0.26</c:v>
                </c:pt>
                <c:pt idx="2">
                  <c:v>0.13</c:v>
                </c:pt>
                <c:pt idx="3">
                  <c:v>0.08</c:v>
                </c:pt>
                <c:pt idx="4">
                  <c:v>7.0000000000000007E-2</c:v>
                </c:pt>
              </c:numCache>
            </c:numRef>
          </c:val>
          <c:extLst>
            <c:ext xmlns:c16="http://schemas.microsoft.com/office/drawing/2014/chart" uri="{C3380CC4-5D6E-409C-BE32-E72D297353CC}">
              <c16:uniqueId val="{00000000-B13E-411E-9679-87FE41E46497}"/>
            </c:ext>
          </c:extLst>
        </c:ser>
        <c:dLbls>
          <c:showLegendKey val="0"/>
          <c:showVal val="0"/>
          <c:showCatName val="0"/>
          <c:showSerName val="0"/>
          <c:showPercent val="0"/>
          <c:showBubbleSize val="0"/>
        </c:dLbls>
        <c:gapWidth val="40"/>
        <c:axId val="1214781167"/>
        <c:axId val="1214783663"/>
      </c:barChart>
      <c:catAx>
        <c:axId val="1214781167"/>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1214783663"/>
        <c:crosses val="autoZero"/>
        <c:auto val="1"/>
        <c:lblAlgn val="ctr"/>
        <c:lblOffset val="100"/>
        <c:noMultiLvlLbl val="0"/>
      </c:catAx>
      <c:valAx>
        <c:axId val="1214783663"/>
        <c:scaling>
          <c:orientation val="minMax"/>
        </c:scaling>
        <c:delete val="1"/>
        <c:axPos val="t"/>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214781167"/>
        <c:crosses val="autoZero"/>
        <c:crossBetween val="between"/>
      </c:valAx>
      <c:spPr>
        <a:noFill/>
        <a:ln>
          <a:noFill/>
        </a:ln>
        <a:effectLst/>
      </c:spPr>
    </c:plotArea>
    <c:plotVisOnly val="1"/>
    <c:dispBlanksAs val="gap"/>
    <c:showDLblsOverMax val="0"/>
  </c:chart>
  <c:spPr>
    <a:noFill/>
    <a:ln>
      <a:noFill/>
    </a:ln>
    <a:effectLst/>
  </c:spPr>
  <c:txPr>
    <a:bodyPr/>
    <a:lstStyle/>
    <a:p>
      <a:pPr>
        <a:defRPr sz="1050">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60" b="1" i="0" u="none" strike="noStrike" kern="1200" spc="0" baseline="0">
                <a:solidFill>
                  <a:schemeClr val="tx1"/>
                </a:solidFill>
                <a:latin typeface="+mn-lt"/>
                <a:ea typeface="+mn-ea"/>
                <a:cs typeface="+mn-cs"/>
              </a:defRPr>
            </a:pPr>
            <a:r>
              <a:rPr lang="en-US" b="1" dirty="0"/>
              <a:t>S-Pillar Feature Importance</a:t>
            </a:r>
          </a:p>
        </c:rich>
      </c:tx>
      <c:layout>
        <c:manualLayout>
          <c:xMode val="edge"/>
          <c:yMode val="edge"/>
          <c:x val="0.27881036901724088"/>
          <c:y val="3.0281408466991774E-2"/>
        </c:manualLayout>
      </c:layout>
      <c:overlay val="0"/>
      <c:spPr>
        <a:noFill/>
        <a:ln>
          <a:noFill/>
        </a:ln>
        <a:effectLst/>
      </c:spPr>
      <c:txPr>
        <a:bodyPr rot="0" spcFirstLastPara="1" vertOverflow="ellipsis" vert="horz" wrap="square" anchor="ctr" anchorCtr="1"/>
        <a:lstStyle/>
        <a:p>
          <a:pPr>
            <a:defRPr sz="126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47148708580898485"/>
          <c:y val="0.18236274102085967"/>
          <c:w val="0.50220431069387295"/>
          <c:h val="0.74822583506116602"/>
        </c:manualLayout>
      </c:layout>
      <c:barChart>
        <c:barDir val="bar"/>
        <c:grouping val="clustered"/>
        <c:varyColors val="0"/>
        <c:ser>
          <c:idx val="0"/>
          <c:order val="0"/>
          <c:tx>
            <c:strRef>
              <c:f>Sheet1!$B$1</c:f>
              <c:strCache>
                <c:ptCount val="1"/>
                <c:pt idx="0">
                  <c:v>Series 1</c:v>
                </c:pt>
              </c:strCache>
            </c:strRef>
          </c:tx>
          <c:spPr>
            <a:solidFill>
              <a:schemeClr val="accent5">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(A) Employee Upskilling</c:v>
                </c:pt>
                <c:pt idx="1">
                  <c:v>(B) Female Employee Ratio</c:v>
                </c:pt>
                <c:pt idx="2">
                  <c:v>(C) Child Labour Risk</c:v>
                </c:pt>
                <c:pt idx="3">
                  <c:v>(D) Child Labour Mitigation</c:v>
                </c:pt>
                <c:pt idx="4">
                  <c:v>(E) Total No. Employees</c:v>
                </c:pt>
              </c:strCache>
            </c:strRef>
          </c:cat>
          <c:val>
            <c:numRef>
              <c:f>Sheet1!$B$2:$B$6</c:f>
              <c:numCache>
                <c:formatCode>0%</c:formatCode>
                <c:ptCount val="5"/>
                <c:pt idx="0">
                  <c:v>0.25</c:v>
                </c:pt>
                <c:pt idx="1">
                  <c:v>0.15</c:v>
                </c:pt>
                <c:pt idx="2">
                  <c:v>0.12</c:v>
                </c:pt>
                <c:pt idx="3">
                  <c:v>0.09</c:v>
                </c:pt>
                <c:pt idx="4">
                  <c:v>0.09</c:v>
                </c:pt>
              </c:numCache>
            </c:numRef>
          </c:val>
          <c:extLst>
            <c:ext xmlns:c16="http://schemas.microsoft.com/office/drawing/2014/chart" uri="{C3380CC4-5D6E-409C-BE32-E72D297353CC}">
              <c16:uniqueId val="{00000000-6A43-46EF-8BA3-64D2EE4B58E3}"/>
            </c:ext>
          </c:extLst>
        </c:ser>
        <c:dLbls>
          <c:showLegendKey val="0"/>
          <c:showVal val="0"/>
          <c:showCatName val="0"/>
          <c:showSerName val="0"/>
          <c:showPercent val="0"/>
          <c:showBubbleSize val="0"/>
        </c:dLbls>
        <c:gapWidth val="40"/>
        <c:axId val="1214781167"/>
        <c:axId val="1214783663"/>
      </c:barChart>
      <c:catAx>
        <c:axId val="1214781167"/>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1214783663"/>
        <c:crosses val="autoZero"/>
        <c:auto val="1"/>
        <c:lblAlgn val="ctr"/>
        <c:lblOffset val="100"/>
        <c:noMultiLvlLbl val="0"/>
      </c:catAx>
      <c:valAx>
        <c:axId val="1214783663"/>
        <c:scaling>
          <c:orientation val="minMax"/>
        </c:scaling>
        <c:delete val="1"/>
        <c:axPos val="t"/>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214781167"/>
        <c:crosses val="autoZero"/>
        <c:crossBetween val="between"/>
      </c:valAx>
      <c:spPr>
        <a:noFill/>
        <a:ln>
          <a:noFill/>
        </a:ln>
        <a:effectLst/>
      </c:spPr>
    </c:plotArea>
    <c:plotVisOnly val="1"/>
    <c:dispBlanksAs val="gap"/>
    <c:showDLblsOverMax val="0"/>
  </c:chart>
  <c:spPr>
    <a:noFill/>
    <a:ln>
      <a:noFill/>
    </a:ln>
    <a:effectLst/>
  </c:spPr>
  <c:txPr>
    <a:bodyPr/>
    <a:lstStyle/>
    <a:p>
      <a:pPr>
        <a:defRPr sz="1050">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60" b="1" i="0" u="none" strike="noStrike" kern="1200" spc="0" baseline="0">
                <a:solidFill>
                  <a:schemeClr val="tx1"/>
                </a:solidFill>
                <a:latin typeface="+mn-lt"/>
                <a:ea typeface="+mn-ea"/>
                <a:cs typeface="+mn-cs"/>
              </a:defRPr>
            </a:pPr>
            <a:r>
              <a:rPr lang="en-US" b="1" dirty="0"/>
              <a:t>G-Pillar Feature Importance</a:t>
            </a:r>
          </a:p>
        </c:rich>
      </c:tx>
      <c:layout>
        <c:manualLayout>
          <c:xMode val="edge"/>
          <c:yMode val="edge"/>
          <c:x val="0.27881036901724088"/>
          <c:y val="3.0281408466991774E-2"/>
        </c:manualLayout>
      </c:layout>
      <c:overlay val="0"/>
      <c:spPr>
        <a:noFill/>
        <a:ln>
          <a:noFill/>
        </a:ln>
        <a:effectLst/>
      </c:spPr>
      <c:txPr>
        <a:bodyPr rot="0" spcFirstLastPara="1" vertOverflow="ellipsis" vert="horz" wrap="square" anchor="ctr" anchorCtr="1"/>
        <a:lstStyle/>
        <a:p>
          <a:pPr>
            <a:defRPr sz="126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47148708580898485"/>
          <c:y val="0.18236274102085967"/>
          <c:w val="0.50220431069387295"/>
          <c:h val="0.74822583506116602"/>
        </c:manualLayout>
      </c:layout>
      <c:barChart>
        <c:barDir val="bar"/>
        <c:grouping val="clustered"/>
        <c:varyColors val="0"/>
        <c:ser>
          <c:idx val="0"/>
          <c:order val="0"/>
          <c:tx>
            <c:strRef>
              <c:f>Sheet1!$B$1</c:f>
              <c:strCache>
                <c:ptCount val="1"/>
                <c:pt idx="0">
                  <c:v>Series 1</c:v>
                </c:pt>
              </c:strCache>
            </c:strRef>
          </c:tx>
          <c:spPr>
            <a:solidFill>
              <a:schemeClr val="accent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(A) No. Women on Board of Directors</c:v>
                </c:pt>
                <c:pt idx="1">
                  <c:v>(B) No. of Independent Board Members</c:v>
                </c:pt>
                <c:pt idx="2">
                  <c:v>(C) Assessment for Corruption</c:v>
                </c:pt>
                <c:pt idx="3">
                  <c:v>(D) Corruption Risk</c:v>
                </c:pt>
                <c:pt idx="4">
                  <c:v>(E) Governance Members Anticorruption Training</c:v>
                </c:pt>
              </c:strCache>
            </c:strRef>
          </c:cat>
          <c:val>
            <c:numRef>
              <c:f>Sheet1!$B$2:$B$6</c:f>
              <c:numCache>
                <c:formatCode>0%</c:formatCode>
                <c:ptCount val="5"/>
                <c:pt idx="0">
                  <c:v>0.32</c:v>
                </c:pt>
                <c:pt idx="1">
                  <c:v>0.2</c:v>
                </c:pt>
                <c:pt idx="2">
                  <c:v>0.17</c:v>
                </c:pt>
                <c:pt idx="3">
                  <c:v>0.14000000000000001</c:v>
                </c:pt>
                <c:pt idx="4">
                  <c:v>0.1</c:v>
                </c:pt>
              </c:numCache>
            </c:numRef>
          </c:val>
          <c:extLst>
            <c:ext xmlns:c16="http://schemas.microsoft.com/office/drawing/2014/chart" uri="{C3380CC4-5D6E-409C-BE32-E72D297353CC}">
              <c16:uniqueId val="{00000000-B1D5-467C-9C97-B61298B8FDF1}"/>
            </c:ext>
          </c:extLst>
        </c:ser>
        <c:dLbls>
          <c:showLegendKey val="0"/>
          <c:showVal val="0"/>
          <c:showCatName val="0"/>
          <c:showSerName val="0"/>
          <c:showPercent val="0"/>
          <c:showBubbleSize val="0"/>
        </c:dLbls>
        <c:gapWidth val="40"/>
        <c:axId val="1214781167"/>
        <c:axId val="1214783663"/>
      </c:barChart>
      <c:catAx>
        <c:axId val="1214781167"/>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1214783663"/>
        <c:crosses val="autoZero"/>
        <c:auto val="1"/>
        <c:lblAlgn val="ctr"/>
        <c:lblOffset val="100"/>
        <c:noMultiLvlLbl val="0"/>
      </c:catAx>
      <c:valAx>
        <c:axId val="1214783663"/>
        <c:scaling>
          <c:orientation val="minMax"/>
        </c:scaling>
        <c:delete val="1"/>
        <c:axPos val="t"/>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crossAx val="1214781167"/>
        <c:crosses val="autoZero"/>
        <c:crossBetween val="between"/>
      </c:valAx>
      <c:spPr>
        <a:noFill/>
        <a:ln>
          <a:noFill/>
        </a:ln>
        <a:effectLst/>
      </c:spPr>
    </c:plotArea>
    <c:plotVisOnly val="1"/>
    <c:dispBlanksAs val="gap"/>
    <c:showDLblsOverMax val="0"/>
  </c:chart>
  <c:spPr>
    <a:noFill/>
    <a:ln>
      <a:noFill/>
    </a:ln>
    <a:effectLst/>
  </c:spPr>
  <c:txPr>
    <a:bodyPr/>
    <a:lstStyle/>
    <a:p>
      <a:pPr>
        <a:defRPr sz="1050">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4/29/25</a:t>
            </a:fld>
            <a:endParaRPr lang="en-US" sz="80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a:latin typeface="+mn-lt"/>
              <a:ea typeface="+mn-ea"/>
              <a:cs typeface="+mn-cs"/>
            </a:endParaRPr>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atin typeface="+mn-lt"/>
              </a:defRPr>
            </a:lvl1pPr>
          </a:lstStyle>
          <a:p>
            <a:endParaRPr lang="en-US"/>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atin typeface="+mn-lt"/>
              </a:defRPr>
            </a:lvl1pPr>
          </a:lstStyle>
          <a:p>
            <a:endParaRPr lang="en-US"/>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atin typeface="+mn-lt"/>
              </a:defRPr>
            </a:lvl1pPr>
          </a:lstStyle>
          <a:p>
            <a:r>
              <a:rPr lang="en-US"/>
              <a:t>Notes view: </a:t>
            </a:r>
            <a:fld id="{128CEAFE-FA94-43E5-B0FF-D47E1CCDD1B4}" type="slidenum">
              <a:rPr lang="en-US" smtClean="0"/>
              <a:pPr/>
              <a:t>‹#›</a:t>
            </a:fld>
            <a:endParaRPr lang="en-US"/>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atin typeface="+mn-lt"/>
              </a:defRPr>
            </a:lvl1pPr>
          </a:lstStyle>
          <a:p>
            <a:fld id="{F2C7CF5F-7CF3-4DF3-838A-EE34544862CC}" type="datetimeFigureOut">
              <a:rPr lang="en-US" smtClean="0"/>
              <a:pPr/>
              <a:t>4/29/25</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r>
              <a:rPr lang="en-US"/>
              <a:t>Notes view: </a:t>
            </a:r>
            <a:fld id="{128CEAFE-FA94-43E5-B0FF-D47E1CCDD1B4}" type="slidenum">
              <a:rPr lang="en-US" smtClean="0"/>
              <a:pPr/>
              <a:t>1</a:t>
            </a:fld>
            <a:endParaRPr lang="en-US"/>
          </a:p>
        </p:txBody>
      </p:sp>
    </p:spTree>
    <p:extLst>
      <p:ext uri="{BB962C8B-B14F-4D97-AF65-F5344CB8AC3E}">
        <p14:creationId xmlns:p14="http://schemas.microsoft.com/office/powerpoint/2010/main" val="2217093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r>
              <a:rPr lang="en-US"/>
              <a:t>Notes view: </a:t>
            </a:r>
            <a:fld id="{128CEAFE-FA94-43E5-B0FF-D47E1CCDD1B4}" type="slidenum">
              <a:rPr lang="en-US" smtClean="0"/>
              <a:pPr/>
              <a:t>4</a:t>
            </a:fld>
            <a:endParaRPr lang="en-US"/>
          </a:p>
        </p:txBody>
      </p:sp>
    </p:spTree>
    <p:extLst>
      <p:ext uri="{BB962C8B-B14F-4D97-AF65-F5344CB8AC3E}">
        <p14:creationId xmlns:p14="http://schemas.microsoft.com/office/powerpoint/2010/main" val="2629699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r>
              <a:rPr lang="en-US"/>
              <a:t>Notes view: </a:t>
            </a:r>
            <a:fld id="{128CEAFE-FA94-43E5-B0FF-D47E1CCDD1B4}" type="slidenum">
              <a:rPr lang="en-US" smtClean="0"/>
              <a:pPr/>
              <a:t>5</a:t>
            </a:fld>
            <a:endParaRPr lang="en-US"/>
          </a:p>
        </p:txBody>
      </p:sp>
    </p:spTree>
    <p:extLst>
      <p:ext uri="{BB962C8B-B14F-4D97-AF65-F5344CB8AC3E}">
        <p14:creationId xmlns:p14="http://schemas.microsoft.com/office/powerpoint/2010/main" val="779465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r>
              <a:rPr lang="en-US"/>
              <a:t>Notes view: </a:t>
            </a:r>
            <a:fld id="{128CEAFE-FA94-43E5-B0FF-D47E1CCDD1B4}" type="slidenum">
              <a:rPr lang="en-US" smtClean="0"/>
              <a:pPr/>
              <a:t>7</a:t>
            </a:fld>
            <a:endParaRPr lang="en-US"/>
          </a:p>
        </p:txBody>
      </p:sp>
    </p:spTree>
    <p:extLst>
      <p:ext uri="{BB962C8B-B14F-4D97-AF65-F5344CB8AC3E}">
        <p14:creationId xmlns:p14="http://schemas.microsoft.com/office/powerpoint/2010/main" val="5918686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image" Target="../media/image6.jpg"/></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image" Target="../media/image7.jpg"/></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8.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9.emf"/><Relationship Id="rId4" Type="http://schemas.openxmlformats.org/officeDocument/2006/relationships/image" Target="../media/image8.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8.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8.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8.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10.png"/><Relationship Id="rId4" Type="http://schemas.openxmlformats.org/officeDocument/2006/relationships/image" Target="../media/image5.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8.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94FFDCA-1998-9A53-95F7-01E9B2430A12}"/>
              </a:ext>
            </a:extLst>
          </p:cNvPr>
          <p:cNvPicPr>
            <a:picLocks noChangeAspect="1"/>
          </p:cNvPicPr>
          <p:nvPr userDrawn="1"/>
        </p:nvPicPr>
        <p:blipFill>
          <a:blip r:embed="rId4"/>
          <a:stretch>
            <a:fillRect/>
          </a:stretch>
        </p:blipFill>
        <p:spPr>
          <a:xfrm>
            <a:off x="-2" y="0"/>
            <a:ext cx="12193473" cy="6858000"/>
          </a:xfrm>
          <a:prstGeom prst="rect">
            <a:avLst/>
          </a:prstGeom>
        </p:spPr>
      </p:pic>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1265758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mn-lt"/>
              <a:ea typeface="+mn-ea"/>
              <a:cs typeface="+mn-cs"/>
              <a:sym typeface="Trebuchet MS" panose="020B0603020202020204" pitchFamily="34" charset="0"/>
            </a:endParaRPr>
          </a:p>
        </p:txBody>
      </p:sp>
      <p:sp>
        <p:nvSpPr>
          <p:cNvPr id="42" name="Text Placeholder 6">
            <a:extLst>
              <a:ext uri="{FF2B5EF4-FFF2-40B4-BE49-F238E27FC236}">
                <a16:creationId xmlns:a16="http://schemas.microsoft.com/office/drawing/2014/main" id="{F08C1521-34EE-408B-BBF8-0C2D99124D09}"/>
              </a:ext>
            </a:extLst>
          </p:cNvPr>
          <p:cNvSpPr>
            <a:spLocks noGrp="1"/>
          </p:cNvSpPr>
          <p:nvPr>
            <p:ph type="body" sz="quarter" idx="12" hasCustomPrompt="1"/>
          </p:nvPr>
        </p:nvSpPr>
        <p:spPr>
          <a:xfrm>
            <a:off x="2029520" y="2559050"/>
            <a:ext cx="8638479" cy="380093"/>
          </a:xfrm>
          <a:prstGeom prst="rect">
            <a:avLst/>
          </a:prstGeom>
        </p:spPr>
        <p:txBody>
          <a:bodyPr anchor="t"/>
          <a:lstStyle>
            <a:lvl1pPr marL="0" indent="0">
              <a:buNone/>
              <a:defRPr sz="1800">
                <a:solidFill>
                  <a:schemeClr val="bg1"/>
                </a:solidFill>
                <a:latin typeface="Poppins" pitchFamily="2" charset="77"/>
                <a:ea typeface="+mn-ea"/>
                <a:cs typeface="Poppins" pitchFamily="2" charset="77"/>
              </a:defRPr>
            </a:lvl1pPr>
          </a:lstStyle>
          <a:p>
            <a:pPr lvl="0"/>
            <a:r>
              <a:rPr lang="en-US" dirty="0"/>
              <a:t>Date/Document version</a:t>
            </a:r>
          </a:p>
        </p:txBody>
      </p:sp>
      <p:sp>
        <p:nvSpPr>
          <p:cNvPr id="7" name="Text Placeholder 6">
            <a:extLst>
              <a:ext uri="{FF2B5EF4-FFF2-40B4-BE49-F238E27FC236}">
                <a16:creationId xmlns:a16="http://schemas.microsoft.com/office/drawing/2014/main" id="{A723DADC-B6BC-4D92-9F54-B2E69E78E891}"/>
              </a:ext>
            </a:extLst>
          </p:cNvPr>
          <p:cNvSpPr>
            <a:spLocks noGrp="1"/>
          </p:cNvSpPr>
          <p:nvPr>
            <p:ph type="body" sz="quarter" idx="10" hasCustomPrompt="1"/>
          </p:nvPr>
        </p:nvSpPr>
        <p:spPr>
          <a:xfrm>
            <a:off x="2029522" y="1198895"/>
            <a:ext cx="8638478" cy="719707"/>
          </a:xfrm>
          <a:prstGeom prst="rect">
            <a:avLst/>
          </a:prstGeom>
        </p:spPr>
        <p:txBody>
          <a:bodyPr anchor="b"/>
          <a:lstStyle>
            <a:lvl1pPr marL="0" indent="0">
              <a:buNone/>
              <a:defRPr sz="3600">
                <a:solidFill>
                  <a:schemeClr val="bg1"/>
                </a:solidFill>
                <a:latin typeface="Poppins" pitchFamily="2" charset="77"/>
                <a:ea typeface="+mn-ea"/>
                <a:cs typeface="Poppins" pitchFamily="2" charset="77"/>
              </a:defRPr>
            </a:lvl1pPr>
          </a:lstStyle>
          <a:p>
            <a:pPr lvl="0"/>
            <a:r>
              <a:rPr lang="en-US" dirty="0"/>
              <a:t>Click to add title</a:t>
            </a:r>
          </a:p>
        </p:txBody>
      </p:sp>
      <p:sp>
        <p:nvSpPr>
          <p:cNvPr id="41" name="Text Placeholder 6">
            <a:extLst>
              <a:ext uri="{FF2B5EF4-FFF2-40B4-BE49-F238E27FC236}">
                <a16:creationId xmlns:a16="http://schemas.microsoft.com/office/drawing/2014/main" id="{87A63D6B-ABAB-48B9-B3B8-E244DE45674B}"/>
              </a:ext>
            </a:extLst>
          </p:cNvPr>
          <p:cNvSpPr>
            <a:spLocks noGrp="1"/>
          </p:cNvSpPr>
          <p:nvPr>
            <p:ph type="body" sz="quarter" idx="11" hasCustomPrompt="1"/>
          </p:nvPr>
        </p:nvSpPr>
        <p:spPr>
          <a:xfrm>
            <a:off x="2029522" y="1949419"/>
            <a:ext cx="8638478" cy="578279"/>
          </a:xfrm>
          <a:prstGeom prst="rect">
            <a:avLst/>
          </a:prstGeom>
        </p:spPr>
        <p:txBody>
          <a:bodyPr anchor="t"/>
          <a:lstStyle>
            <a:lvl1pPr marL="0" indent="0">
              <a:buNone/>
              <a:defRPr sz="1800">
                <a:solidFill>
                  <a:schemeClr val="bg1"/>
                </a:solidFill>
                <a:latin typeface="Poppins" pitchFamily="2" charset="77"/>
                <a:ea typeface="+mn-ea"/>
                <a:cs typeface="Poppins" pitchFamily="2" charset="77"/>
              </a:defRPr>
            </a:lvl1pPr>
          </a:lstStyle>
          <a:p>
            <a:pPr lvl="0"/>
            <a:r>
              <a:rPr lang="en-US" dirty="0"/>
              <a:t>Click to add Sub-title</a:t>
            </a:r>
          </a:p>
        </p:txBody>
      </p:sp>
      <p:sp>
        <p:nvSpPr>
          <p:cNvPr id="40" name="Rectangle 39">
            <a:extLst>
              <a:ext uri="{FF2B5EF4-FFF2-40B4-BE49-F238E27FC236}">
                <a16:creationId xmlns:a16="http://schemas.microsoft.com/office/drawing/2014/main" id="{4172D5AC-EDF8-440E-B9E1-4B59274A7ACB}"/>
              </a:ext>
            </a:extLst>
          </p:cNvPr>
          <p:cNvSpPr/>
          <p:nvPr userDrawn="1"/>
        </p:nvSpPr>
        <p:spPr>
          <a:xfrm>
            <a:off x="6986556" y="507887"/>
            <a:ext cx="5021766" cy="630942"/>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MY" sz="700" b="0" i="1" u="none" strike="noStrike" kern="0" cap="none" spc="0" normalizeH="0" baseline="0" noProof="0" dirty="0">
                <a:ln>
                  <a:noFill/>
                </a:ln>
                <a:solidFill>
                  <a:schemeClr val="bg1"/>
                </a:solidFill>
                <a:effectLst/>
                <a:uLnTx/>
                <a:uFillTx/>
                <a:latin typeface="Poppins" pitchFamily="2" charset="77"/>
                <a:ea typeface="+mn-ea"/>
                <a:cs typeface="Poppins" pitchFamily="2" charset="77"/>
              </a:rPr>
              <a:t>Disclaimer: The contents of this document/information remain the intellectual property of Maybank and no part of this is to be reproduced or transmitted in any form or by any means, including electronically, photocopying, recording or in any information storage and retrieval system without the permission in writing from Maybank. The contents of this document/information are confidential and its circulation and use are restricted.</a:t>
            </a:r>
          </a:p>
        </p:txBody>
      </p:sp>
      <p:sp>
        <p:nvSpPr>
          <p:cNvPr id="8" name="Text Placeholder 8">
            <a:extLst>
              <a:ext uri="{FF2B5EF4-FFF2-40B4-BE49-F238E27FC236}">
                <a16:creationId xmlns:a16="http://schemas.microsoft.com/office/drawing/2014/main" id="{32CC3998-EB71-2684-9E6C-CFCC72949000}"/>
              </a:ext>
            </a:extLst>
          </p:cNvPr>
          <p:cNvSpPr>
            <a:spLocks noGrp="1"/>
          </p:cNvSpPr>
          <p:nvPr>
            <p:ph type="body" sz="quarter" idx="13"/>
          </p:nvPr>
        </p:nvSpPr>
        <p:spPr>
          <a:xfrm>
            <a:off x="6986556" y="117070"/>
            <a:ext cx="4966748" cy="360000"/>
          </a:xfrm>
          <a:prstGeom prst="rect">
            <a:avLst/>
          </a:prstGeom>
        </p:spPr>
        <p:txBody>
          <a:bodyPr anchor="ctr"/>
          <a:lstStyle>
            <a:lvl1pPr marL="0" indent="0" algn="r">
              <a:buNone/>
              <a:defRPr>
                <a:solidFill>
                  <a:schemeClr val="bg1"/>
                </a:solidFill>
                <a:latin typeface="Poppins" pitchFamily="2" charset="77"/>
                <a:ea typeface="+mn-ea"/>
                <a:cs typeface="Poppins" pitchFamily="2" charset="77"/>
              </a:defRPr>
            </a:lvl1pPr>
          </a:lstStyle>
          <a:p>
            <a:pPr lvl="0"/>
            <a:endParaRPr lang="en-US" dirty="0"/>
          </a:p>
        </p:txBody>
      </p:sp>
      <p:sp>
        <p:nvSpPr>
          <p:cNvPr id="2" name="TextBox 1">
            <a:extLst>
              <a:ext uri="{FF2B5EF4-FFF2-40B4-BE49-F238E27FC236}">
                <a16:creationId xmlns:a16="http://schemas.microsoft.com/office/drawing/2014/main" id="{341B518B-4B54-EBEE-2E99-90B1EF1A6D91}"/>
              </a:ext>
            </a:extLst>
          </p:cNvPr>
          <p:cNvSpPr txBox="1"/>
          <p:nvPr userDrawn="1"/>
        </p:nvSpPr>
        <p:spPr>
          <a:xfrm>
            <a:off x="11648049" y="6467100"/>
            <a:ext cx="209096" cy="138499"/>
          </a:xfrm>
          <a:prstGeom prst="rect">
            <a:avLst/>
          </a:prstGeom>
          <a:noFill/>
        </p:spPr>
        <p:txBody>
          <a:bodyPr wrap="square" lIns="0" tIns="0" rIns="0" bIns="0" rtlCol="0" anchor="ctr">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900" kern="1200" smtClean="0">
                <a:solidFill>
                  <a:schemeClr val="bg1">
                    <a:lumMod val="50000"/>
                  </a:schemeClr>
                </a:solidFill>
                <a:latin typeface="Poppins" pitchFamily="2" charset="77"/>
                <a:ea typeface="+mn-ea"/>
                <a:cs typeface="Poppins" pitchFamily="2" charset="77"/>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900" kern="1200" dirty="0">
              <a:solidFill>
                <a:schemeClr val="bg1">
                  <a:lumMod val="50000"/>
                </a:schemeClr>
              </a:solidFill>
              <a:latin typeface="Poppins" pitchFamily="2" charset="77"/>
              <a:ea typeface="+mn-ea"/>
              <a:cs typeface="Poppins" pitchFamily="2" charset="77"/>
              <a:sym typeface="Trebuchet MS" panose="020B0603020202020204" pitchFamily="34" charset="0"/>
            </a:endParaRPr>
          </a:p>
        </p:txBody>
      </p:sp>
    </p:spTree>
    <p:extLst>
      <p:ext uri="{BB962C8B-B14F-4D97-AF65-F5344CB8AC3E}">
        <p14:creationId xmlns:p14="http://schemas.microsoft.com/office/powerpoint/2010/main" val="38888573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7_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3799D35-1918-F491-38CD-6DB886A31ACE}"/>
              </a:ext>
            </a:extLst>
          </p:cNvPr>
          <p:cNvPicPr>
            <a:picLocks noChangeAspect="1"/>
          </p:cNvPicPr>
          <p:nvPr userDrawn="1"/>
        </p:nvPicPr>
        <p:blipFill>
          <a:blip r:embed="rId4"/>
          <a:stretch>
            <a:fillRect/>
          </a:stretch>
        </p:blipFill>
        <p:spPr>
          <a:xfrm>
            <a:off x="0" y="0"/>
            <a:ext cx="12192000" cy="6858000"/>
          </a:xfrm>
          <a:prstGeom prst="rect">
            <a:avLst/>
          </a:prstGeom>
        </p:spPr>
      </p:pic>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1265758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mn-lt"/>
              <a:ea typeface="+mn-ea"/>
              <a:cs typeface="+mn-cs"/>
              <a:sym typeface="Trebuchet MS" panose="020B0603020202020204" pitchFamily="34" charset="0"/>
            </a:endParaRPr>
          </a:p>
        </p:txBody>
      </p:sp>
      <p:sp>
        <p:nvSpPr>
          <p:cNvPr id="42" name="Text Placeholder 6">
            <a:extLst>
              <a:ext uri="{FF2B5EF4-FFF2-40B4-BE49-F238E27FC236}">
                <a16:creationId xmlns:a16="http://schemas.microsoft.com/office/drawing/2014/main" id="{F08C1521-34EE-408B-BBF8-0C2D99124D09}"/>
              </a:ext>
            </a:extLst>
          </p:cNvPr>
          <p:cNvSpPr>
            <a:spLocks noGrp="1"/>
          </p:cNvSpPr>
          <p:nvPr>
            <p:ph type="body" sz="quarter" idx="12" hasCustomPrompt="1"/>
          </p:nvPr>
        </p:nvSpPr>
        <p:spPr>
          <a:xfrm>
            <a:off x="585788" y="2559050"/>
            <a:ext cx="10082212" cy="652463"/>
          </a:xfrm>
          <a:prstGeom prst="rect">
            <a:avLst/>
          </a:prstGeom>
        </p:spPr>
        <p:txBody>
          <a:bodyPr anchor="t"/>
          <a:lstStyle>
            <a:lvl1pPr marL="0" indent="0">
              <a:buNone/>
              <a:defRPr sz="1800">
                <a:solidFill>
                  <a:schemeClr val="bg1"/>
                </a:solidFill>
                <a:latin typeface="Poppins" pitchFamily="2" charset="77"/>
                <a:ea typeface="+mn-ea"/>
                <a:cs typeface="Poppins" pitchFamily="2" charset="77"/>
              </a:defRPr>
            </a:lvl1pPr>
          </a:lstStyle>
          <a:p>
            <a:pPr lvl="0"/>
            <a:r>
              <a:rPr lang="en-US" dirty="0"/>
              <a:t>Date/Document version</a:t>
            </a:r>
          </a:p>
        </p:txBody>
      </p:sp>
      <p:sp>
        <p:nvSpPr>
          <p:cNvPr id="7" name="Text Placeholder 6">
            <a:extLst>
              <a:ext uri="{FF2B5EF4-FFF2-40B4-BE49-F238E27FC236}">
                <a16:creationId xmlns:a16="http://schemas.microsoft.com/office/drawing/2014/main" id="{A723DADC-B6BC-4D92-9F54-B2E69E78E891}"/>
              </a:ext>
            </a:extLst>
          </p:cNvPr>
          <p:cNvSpPr>
            <a:spLocks noGrp="1"/>
          </p:cNvSpPr>
          <p:nvPr>
            <p:ph type="body" sz="quarter" idx="10" hasCustomPrompt="1"/>
          </p:nvPr>
        </p:nvSpPr>
        <p:spPr>
          <a:xfrm>
            <a:off x="585833" y="1198895"/>
            <a:ext cx="10082167" cy="719707"/>
          </a:xfrm>
          <a:prstGeom prst="rect">
            <a:avLst/>
          </a:prstGeom>
        </p:spPr>
        <p:txBody>
          <a:bodyPr anchor="b"/>
          <a:lstStyle>
            <a:lvl1pPr marL="0" indent="0">
              <a:buNone/>
              <a:defRPr sz="3600">
                <a:solidFill>
                  <a:schemeClr val="bg1"/>
                </a:solidFill>
                <a:latin typeface="Poppins" pitchFamily="2" charset="77"/>
                <a:ea typeface="+mn-ea"/>
                <a:cs typeface="Poppins" pitchFamily="2" charset="77"/>
              </a:defRPr>
            </a:lvl1pPr>
          </a:lstStyle>
          <a:p>
            <a:pPr lvl="0"/>
            <a:r>
              <a:rPr lang="en-US" dirty="0"/>
              <a:t>Click to add title</a:t>
            </a:r>
          </a:p>
        </p:txBody>
      </p:sp>
      <p:sp>
        <p:nvSpPr>
          <p:cNvPr id="41" name="Text Placeholder 6">
            <a:extLst>
              <a:ext uri="{FF2B5EF4-FFF2-40B4-BE49-F238E27FC236}">
                <a16:creationId xmlns:a16="http://schemas.microsoft.com/office/drawing/2014/main" id="{87A63D6B-ABAB-48B9-B3B8-E244DE45674B}"/>
              </a:ext>
            </a:extLst>
          </p:cNvPr>
          <p:cNvSpPr>
            <a:spLocks noGrp="1"/>
          </p:cNvSpPr>
          <p:nvPr>
            <p:ph type="body" sz="quarter" idx="11" hasCustomPrompt="1"/>
          </p:nvPr>
        </p:nvSpPr>
        <p:spPr>
          <a:xfrm>
            <a:off x="585833" y="1949419"/>
            <a:ext cx="10082167" cy="578279"/>
          </a:xfrm>
          <a:prstGeom prst="rect">
            <a:avLst/>
          </a:prstGeom>
        </p:spPr>
        <p:txBody>
          <a:bodyPr anchor="t"/>
          <a:lstStyle>
            <a:lvl1pPr marL="0" indent="0">
              <a:buNone/>
              <a:defRPr sz="1800">
                <a:solidFill>
                  <a:schemeClr val="bg1"/>
                </a:solidFill>
                <a:latin typeface="Poppins" pitchFamily="2" charset="77"/>
                <a:ea typeface="+mn-ea"/>
                <a:cs typeface="Poppins" pitchFamily="2" charset="77"/>
              </a:defRPr>
            </a:lvl1pPr>
          </a:lstStyle>
          <a:p>
            <a:pPr lvl="0"/>
            <a:r>
              <a:rPr lang="en-US" dirty="0"/>
              <a:t>Click to add Sub-title</a:t>
            </a:r>
          </a:p>
        </p:txBody>
      </p:sp>
      <p:sp>
        <p:nvSpPr>
          <p:cNvPr id="40" name="Rectangle 39">
            <a:extLst>
              <a:ext uri="{FF2B5EF4-FFF2-40B4-BE49-F238E27FC236}">
                <a16:creationId xmlns:a16="http://schemas.microsoft.com/office/drawing/2014/main" id="{4172D5AC-EDF8-440E-B9E1-4B59274A7ACB}"/>
              </a:ext>
            </a:extLst>
          </p:cNvPr>
          <p:cNvSpPr/>
          <p:nvPr userDrawn="1"/>
        </p:nvSpPr>
        <p:spPr>
          <a:xfrm>
            <a:off x="6986556" y="507887"/>
            <a:ext cx="5021766" cy="630942"/>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MY" sz="700" b="0" i="1" u="none" strike="noStrike" kern="0" cap="none" spc="0" normalizeH="0" baseline="0" noProof="0" dirty="0">
                <a:ln>
                  <a:noFill/>
                </a:ln>
                <a:solidFill>
                  <a:schemeClr val="bg1"/>
                </a:solidFill>
                <a:effectLst/>
                <a:uLnTx/>
                <a:uFillTx/>
                <a:latin typeface="Poppins" pitchFamily="2" charset="77"/>
                <a:ea typeface="+mn-ea"/>
                <a:cs typeface="Poppins" pitchFamily="2" charset="77"/>
              </a:rPr>
              <a:t>Disclaimer: The contents of this document/information remain the intellectual property of Maybank and no part of this is to be reproduced or transmitted in any form or by any means, including electronically, photocopying, recording or in any information storage and retrieval system without the permission in writing from Maybank. The contents of this document/information are confidential and its circulation and use are restricted.</a:t>
            </a:r>
          </a:p>
        </p:txBody>
      </p:sp>
      <p:sp>
        <p:nvSpPr>
          <p:cNvPr id="8" name="Text Placeholder 8">
            <a:extLst>
              <a:ext uri="{FF2B5EF4-FFF2-40B4-BE49-F238E27FC236}">
                <a16:creationId xmlns:a16="http://schemas.microsoft.com/office/drawing/2014/main" id="{32CC3998-EB71-2684-9E6C-CFCC72949000}"/>
              </a:ext>
            </a:extLst>
          </p:cNvPr>
          <p:cNvSpPr>
            <a:spLocks noGrp="1"/>
          </p:cNvSpPr>
          <p:nvPr>
            <p:ph type="body" sz="quarter" idx="13"/>
          </p:nvPr>
        </p:nvSpPr>
        <p:spPr>
          <a:xfrm>
            <a:off x="6986556" y="117070"/>
            <a:ext cx="4966748" cy="360000"/>
          </a:xfrm>
          <a:prstGeom prst="rect">
            <a:avLst/>
          </a:prstGeom>
        </p:spPr>
        <p:txBody>
          <a:bodyPr anchor="ctr"/>
          <a:lstStyle>
            <a:lvl1pPr marL="0" indent="0" algn="r">
              <a:buNone/>
              <a:defRPr>
                <a:solidFill>
                  <a:schemeClr val="bg1"/>
                </a:solidFill>
                <a:latin typeface="Poppins" pitchFamily="2" charset="77"/>
                <a:ea typeface="+mn-ea"/>
                <a:cs typeface="Poppins" pitchFamily="2" charset="77"/>
              </a:defRPr>
            </a:lvl1pPr>
          </a:lstStyle>
          <a:p>
            <a:pPr lvl="0"/>
            <a:endParaRPr lang="en-US" dirty="0"/>
          </a:p>
        </p:txBody>
      </p:sp>
      <p:sp>
        <p:nvSpPr>
          <p:cNvPr id="2" name="TextBox 1">
            <a:extLst>
              <a:ext uri="{FF2B5EF4-FFF2-40B4-BE49-F238E27FC236}">
                <a16:creationId xmlns:a16="http://schemas.microsoft.com/office/drawing/2014/main" id="{28712ED6-8DE4-6EF1-0A2A-7BD96E12C5EF}"/>
              </a:ext>
            </a:extLst>
          </p:cNvPr>
          <p:cNvSpPr txBox="1"/>
          <p:nvPr userDrawn="1"/>
        </p:nvSpPr>
        <p:spPr>
          <a:xfrm>
            <a:off x="11648049" y="6467100"/>
            <a:ext cx="209096" cy="138499"/>
          </a:xfrm>
          <a:prstGeom prst="rect">
            <a:avLst/>
          </a:prstGeom>
          <a:noFill/>
        </p:spPr>
        <p:txBody>
          <a:bodyPr wrap="square" lIns="0" tIns="0" rIns="0" bIns="0" rtlCol="0" anchor="ctr">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900" kern="1200" smtClean="0">
                <a:solidFill>
                  <a:schemeClr val="bg1">
                    <a:lumMod val="50000"/>
                  </a:schemeClr>
                </a:solidFill>
                <a:latin typeface="Poppins" pitchFamily="2" charset="77"/>
                <a:ea typeface="+mn-ea"/>
                <a:cs typeface="Poppins" pitchFamily="2" charset="77"/>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900" kern="1200" dirty="0">
              <a:solidFill>
                <a:schemeClr val="bg1">
                  <a:lumMod val="50000"/>
                </a:schemeClr>
              </a:solidFill>
              <a:latin typeface="Poppins" pitchFamily="2" charset="77"/>
              <a:ea typeface="+mn-ea"/>
              <a:cs typeface="Poppins" pitchFamily="2" charset="77"/>
              <a:sym typeface="Trebuchet MS" panose="020B0603020202020204" pitchFamily="34" charset="0"/>
            </a:endParaRPr>
          </a:p>
        </p:txBody>
      </p:sp>
      <p:grpSp>
        <p:nvGrpSpPr>
          <p:cNvPr id="12" name="Group 11">
            <a:extLst>
              <a:ext uri="{FF2B5EF4-FFF2-40B4-BE49-F238E27FC236}">
                <a16:creationId xmlns:a16="http://schemas.microsoft.com/office/drawing/2014/main" id="{0B6EC681-269C-7DC1-A0AB-69D92FB09757}"/>
              </a:ext>
            </a:extLst>
          </p:cNvPr>
          <p:cNvGrpSpPr/>
          <p:nvPr userDrawn="1"/>
        </p:nvGrpSpPr>
        <p:grpSpPr>
          <a:xfrm>
            <a:off x="-131864" y="5124620"/>
            <a:ext cx="12455729" cy="1399730"/>
            <a:chOff x="-156089" y="-1691111"/>
            <a:chExt cx="12455729" cy="1399730"/>
          </a:xfrm>
        </p:grpSpPr>
        <p:grpSp>
          <p:nvGrpSpPr>
            <p:cNvPr id="13" name="Graphic 15">
              <a:extLst>
                <a:ext uri="{FF2B5EF4-FFF2-40B4-BE49-F238E27FC236}">
                  <a16:creationId xmlns:a16="http://schemas.microsoft.com/office/drawing/2014/main" id="{D64F2818-CF1A-2BC9-F739-550D86C365E4}"/>
                </a:ext>
              </a:extLst>
            </p:cNvPr>
            <p:cNvGrpSpPr/>
            <p:nvPr/>
          </p:nvGrpSpPr>
          <p:grpSpPr>
            <a:xfrm>
              <a:off x="-156089" y="-1691111"/>
              <a:ext cx="12455729" cy="690735"/>
              <a:chOff x="-156089" y="-1691111"/>
              <a:chExt cx="12455729" cy="690735"/>
            </a:xfrm>
            <a:solidFill>
              <a:srgbClr val="FFC600"/>
            </a:solidFill>
          </p:grpSpPr>
          <p:sp>
            <p:nvSpPr>
              <p:cNvPr id="56" name="Freeform 55">
                <a:extLst>
                  <a:ext uri="{FF2B5EF4-FFF2-40B4-BE49-F238E27FC236}">
                    <a16:creationId xmlns:a16="http://schemas.microsoft.com/office/drawing/2014/main" id="{0441497F-4605-E24D-4994-D21D62CB4026}"/>
                  </a:ext>
                </a:extLst>
              </p:cNvPr>
              <p:cNvSpPr/>
              <p:nvPr/>
            </p:nvSpPr>
            <p:spPr>
              <a:xfrm>
                <a:off x="5137391" y="-1483451"/>
                <a:ext cx="1367883" cy="289667"/>
              </a:xfrm>
              <a:custGeom>
                <a:avLst/>
                <a:gdLst>
                  <a:gd name="connsiteX0" fmla="*/ 1367757 w 1367883"/>
                  <a:gd name="connsiteY0" fmla="*/ 38045 h 289667"/>
                  <a:gd name="connsiteX1" fmla="*/ 1339706 w 1367883"/>
                  <a:gd name="connsiteY1" fmla="*/ 11388 h 289667"/>
                  <a:gd name="connsiteX2" fmla="*/ 1238216 w 1367883"/>
                  <a:gd name="connsiteY2" fmla="*/ 68393 h 289667"/>
                  <a:gd name="connsiteX3" fmla="*/ 1195440 w 1367883"/>
                  <a:gd name="connsiteY3" fmla="*/ 108347 h 289667"/>
                  <a:gd name="connsiteX4" fmla="*/ 1177463 w 1367883"/>
                  <a:gd name="connsiteY4" fmla="*/ 126924 h 289667"/>
                  <a:gd name="connsiteX5" fmla="*/ 1188364 w 1367883"/>
                  <a:gd name="connsiteY5" fmla="*/ 103893 h 289667"/>
                  <a:gd name="connsiteX6" fmla="*/ 1204046 w 1367883"/>
                  <a:gd name="connsiteY6" fmla="*/ 68520 h 289667"/>
                  <a:gd name="connsiteX7" fmla="*/ 1210421 w 1367883"/>
                  <a:gd name="connsiteY7" fmla="*/ 46698 h 289667"/>
                  <a:gd name="connsiteX8" fmla="*/ 1193209 w 1367883"/>
                  <a:gd name="connsiteY8" fmla="*/ 28820 h 289667"/>
                  <a:gd name="connsiteX9" fmla="*/ 1179311 w 1367883"/>
                  <a:gd name="connsiteY9" fmla="*/ 42626 h 289667"/>
                  <a:gd name="connsiteX10" fmla="*/ 1140615 w 1367883"/>
                  <a:gd name="connsiteY10" fmla="*/ 128960 h 289667"/>
                  <a:gd name="connsiteX11" fmla="*/ 1136025 w 1367883"/>
                  <a:gd name="connsiteY11" fmla="*/ 138249 h 289667"/>
                  <a:gd name="connsiteX12" fmla="*/ 1130542 w 1367883"/>
                  <a:gd name="connsiteY12" fmla="*/ 141366 h 289667"/>
                  <a:gd name="connsiteX13" fmla="*/ 1086173 w 1367883"/>
                  <a:gd name="connsiteY13" fmla="*/ 183993 h 289667"/>
                  <a:gd name="connsiteX14" fmla="*/ 1042121 w 1367883"/>
                  <a:gd name="connsiteY14" fmla="*/ 219048 h 289667"/>
                  <a:gd name="connsiteX15" fmla="*/ 1015601 w 1367883"/>
                  <a:gd name="connsiteY15" fmla="*/ 233490 h 289667"/>
                  <a:gd name="connsiteX16" fmla="*/ 986850 w 1367883"/>
                  <a:gd name="connsiteY16" fmla="*/ 240552 h 289667"/>
                  <a:gd name="connsiteX17" fmla="*/ 974674 w 1367883"/>
                  <a:gd name="connsiteY17" fmla="*/ 227446 h 289667"/>
                  <a:gd name="connsiteX18" fmla="*/ 999217 w 1367883"/>
                  <a:gd name="connsiteY18" fmla="*/ 167833 h 289667"/>
                  <a:gd name="connsiteX19" fmla="*/ 1025164 w 1367883"/>
                  <a:gd name="connsiteY19" fmla="*/ 128324 h 289667"/>
                  <a:gd name="connsiteX20" fmla="*/ 1025164 w 1367883"/>
                  <a:gd name="connsiteY20" fmla="*/ 126988 h 289667"/>
                  <a:gd name="connsiteX21" fmla="*/ 1010119 w 1367883"/>
                  <a:gd name="connsiteY21" fmla="*/ 111782 h 289667"/>
                  <a:gd name="connsiteX22" fmla="*/ 998835 w 1367883"/>
                  <a:gd name="connsiteY22" fmla="*/ 116681 h 289667"/>
                  <a:gd name="connsiteX23" fmla="*/ 982196 w 1367883"/>
                  <a:gd name="connsiteY23" fmla="*/ 136277 h 289667"/>
                  <a:gd name="connsiteX24" fmla="*/ 970147 w 1367883"/>
                  <a:gd name="connsiteY24" fmla="*/ 150528 h 289667"/>
                  <a:gd name="connsiteX25" fmla="*/ 911051 w 1367883"/>
                  <a:gd name="connsiteY25" fmla="*/ 210459 h 289667"/>
                  <a:gd name="connsiteX26" fmla="*/ 877455 w 1367883"/>
                  <a:gd name="connsiteY26" fmla="*/ 232281 h 289667"/>
                  <a:gd name="connsiteX27" fmla="*/ 842711 w 1367883"/>
                  <a:gd name="connsiteY27" fmla="*/ 242524 h 289667"/>
                  <a:gd name="connsiteX28" fmla="*/ 827156 w 1367883"/>
                  <a:gd name="connsiteY28" fmla="*/ 228718 h 289667"/>
                  <a:gd name="connsiteX29" fmla="*/ 835762 w 1367883"/>
                  <a:gd name="connsiteY29" fmla="*/ 190355 h 289667"/>
                  <a:gd name="connsiteX30" fmla="*/ 849533 w 1367883"/>
                  <a:gd name="connsiteY30" fmla="*/ 163125 h 289667"/>
                  <a:gd name="connsiteX31" fmla="*/ 852401 w 1367883"/>
                  <a:gd name="connsiteY31" fmla="*/ 158226 h 289667"/>
                  <a:gd name="connsiteX32" fmla="*/ 858266 w 1367883"/>
                  <a:gd name="connsiteY32" fmla="*/ 149001 h 289667"/>
                  <a:gd name="connsiteX33" fmla="*/ 886316 w 1367883"/>
                  <a:gd name="connsiteY33" fmla="*/ 113246 h 289667"/>
                  <a:gd name="connsiteX34" fmla="*/ 984810 w 1367883"/>
                  <a:gd name="connsiteY34" fmla="*/ 51915 h 289667"/>
                  <a:gd name="connsiteX35" fmla="*/ 1005656 w 1367883"/>
                  <a:gd name="connsiteY35" fmla="*/ 66357 h 289667"/>
                  <a:gd name="connsiteX36" fmla="*/ 1003744 w 1367883"/>
                  <a:gd name="connsiteY36" fmla="*/ 75646 h 289667"/>
                  <a:gd name="connsiteX37" fmla="*/ 1001003 w 1367883"/>
                  <a:gd name="connsiteY37" fmla="*/ 87288 h 289667"/>
                  <a:gd name="connsiteX38" fmla="*/ 1017386 w 1367883"/>
                  <a:gd name="connsiteY38" fmla="*/ 103130 h 289667"/>
                  <a:gd name="connsiteX39" fmla="*/ 1035109 w 1367883"/>
                  <a:gd name="connsiteY39" fmla="*/ 71065 h 289667"/>
                  <a:gd name="connsiteX40" fmla="*/ 988189 w 1367883"/>
                  <a:gd name="connsiteY40" fmla="*/ 24176 h 289667"/>
                  <a:gd name="connsiteX41" fmla="*/ 936360 w 1367883"/>
                  <a:gd name="connsiteY41" fmla="*/ 37791 h 289667"/>
                  <a:gd name="connsiteX42" fmla="*/ 884914 w 1367883"/>
                  <a:gd name="connsiteY42" fmla="*/ 73482 h 289667"/>
                  <a:gd name="connsiteX43" fmla="*/ 839779 w 1367883"/>
                  <a:gd name="connsiteY43" fmla="*/ 122662 h 289667"/>
                  <a:gd name="connsiteX44" fmla="*/ 823841 w 1367883"/>
                  <a:gd name="connsiteY44" fmla="*/ 146456 h 289667"/>
                  <a:gd name="connsiteX45" fmla="*/ 784635 w 1367883"/>
                  <a:gd name="connsiteY45" fmla="*/ 183993 h 289667"/>
                  <a:gd name="connsiteX46" fmla="*/ 740584 w 1367883"/>
                  <a:gd name="connsiteY46" fmla="*/ 219048 h 289667"/>
                  <a:gd name="connsiteX47" fmla="*/ 714064 w 1367883"/>
                  <a:gd name="connsiteY47" fmla="*/ 233490 h 289667"/>
                  <a:gd name="connsiteX48" fmla="*/ 685313 w 1367883"/>
                  <a:gd name="connsiteY48" fmla="*/ 240552 h 289667"/>
                  <a:gd name="connsiteX49" fmla="*/ 672435 w 1367883"/>
                  <a:gd name="connsiteY49" fmla="*/ 234062 h 289667"/>
                  <a:gd name="connsiteX50" fmla="*/ 665805 w 1367883"/>
                  <a:gd name="connsiteY50" fmla="*/ 212622 h 289667"/>
                  <a:gd name="connsiteX51" fmla="*/ 670331 w 1367883"/>
                  <a:gd name="connsiteY51" fmla="*/ 178521 h 289667"/>
                  <a:gd name="connsiteX52" fmla="*/ 685440 w 1367883"/>
                  <a:gd name="connsiteY52" fmla="*/ 128578 h 289667"/>
                  <a:gd name="connsiteX53" fmla="*/ 702079 w 1367883"/>
                  <a:gd name="connsiteY53" fmla="*/ 82389 h 289667"/>
                  <a:gd name="connsiteX54" fmla="*/ 717698 w 1367883"/>
                  <a:gd name="connsiteY54" fmla="*/ 47780 h 289667"/>
                  <a:gd name="connsiteX55" fmla="*/ 724264 w 1367883"/>
                  <a:gd name="connsiteY55" fmla="*/ 28693 h 289667"/>
                  <a:gd name="connsiteX56" fmla="*/ 718144 w 1367883"/>
                  <a:gd name="connsiteY56" fmla="*/ 9670 h 289667"/>
                  <a:gd name="connsiteX57" fmla="*/ 701186 w 1367883"/>
                  <a:gd name="connsiteY57" fmla="*/ 0 h 289667"/>
                  <a:gd name="connsiteX58" fmla="*/ 682826 w 1367883"/>
                  <a:gd name="connsiteY58" fmla="*/ 9989 h 289667"/>
                  <a:gd name="connsiteX59" fmla="*/ 610024 w 1367883"/>
                  <a:gd name="connsiteY59" fmla="*/ 82517 h 289667"/>
                  <a:gd name="connsiteX60" fmla="*/ 561319 w 1367883"/>
                  <a:gd name="connsiteY60" fmla="*/ 132268 h 289667"/>
                  <a:gd name="connsiteX61" fmla="*/ 591982 w 1367883"/>
                  <a:gd name="connsiteY61" fmla="*/ 46189 h 289667"/>
                  <a:gd name="connsiteX62" fmla="*/ 583950 w 1367883"/>
                  <a:gd name="connsiteY62" fmla="*/ 19150 h 289667"/>
                  <a:gd name="connsiteX63" fmla="*/ 559661 w 1367883"/>
                  <a:gd name="connsiteY63" fmla="*/ 6044 h 289667"/>
                  <a:gd name="connsiteX64" fmla="*/ 367582 w 1367883"/>
                  <a:gd name="connsiteY64" fmla="*/ 159562 h 289667"/>
                  <a:gd name="connsiteX65" fmla="*/ 388238 w 1367883"/>
                  <a:gd name="connsiteY65" fmla="*/ 111910 h 289667"/>
                  <a:gd name="connsiteX66" fmla="*/ 406725 w 1367883"/>
                  <a:gd name="connsiteY66" fmla="*/ 63939 h 289667"/>
                  <a:gd name="connsiteX67" fmla="*/ 412590 w 1367883"/>
                  <a:gd name="connsiteY67" fmla="*/ 35373 h 289667"/>
                  <a:gd name="connsiteX68" fmla="*/ 397545 w 1367883"/>
                  <a:gd name="connsiteY68" fmla="*/ 20168 h 289667"/>
                  <a:gd name="connsiteX69" fmla="*/ 382500 w 1367883"/>
                  <a:gd name="connsiteY69" fmla="*/ 35373 h 289667"/>
                  <a:gd name="connsiteX70" fmla="*/ 373766 w 1367883"/>
                  <a:gd name="connsiteY70" fmla="*/ 66930 h 289667"/>
                  <a:gd name="connsiteX71" fmla="*/ 344378 w 1367883"/>
                  <a:gd name="connsiteY71" fmla="*/ 135958 h 289667"/>
                  <a:gd name="connsiteX72" fmla="*/ 342146 w 1367883"/>
                  <a:gd name="connsiteY72" fmla="*/ 140730 h 289667"/>
                  <a:gd name="connsiteX73" fmla="*/ 332775 w 1367883"/>
                  <a:gd name="connsiteY73" fmla="*/ 146710 h 289667"/>
                  <a:gd name="connsiteX74" fmla="*/ 262714 w 1367883"/>
                  <a:gd name="connsiteY74" fmla="*/ 211413 h 289667"/>
                  <a:gd name="connsiteX75" fmla="*/ 217069 w 1367883"/>
                  <a:gd name="connsiteY75" fmla="*/ 247932 h 289667"/>
                  <a:gd name="connsiteX76" fmla="*/ 190357 w 1367883"/>
                  <a:gd name="connsiteY76" fmla="*/ 259384 h 289667"/>
                  <a:gd name="connsiteX77" fmla="*/ 185003 w 1367883"/>
                  <a:gd name="connsiteY77" fmla="*/ 256203 h 289667"/>
                  <a:gd name="connsiteX78" fmla="*/ 182771 w 1367883"/>
                  <a:gd name="connsiteY78" fmla="*/ 238198 h 289667"/>
                  <a:gd name="connsiteX79" fmla="*/ 249836 w 1367883"/>
                  <a:gd name="connsiteY79" fmla="*/ 49116 h 289667"/>
                  <a:gd name="connsiteX80" fmla="*/ 255510 w 1367883"/>
                  <a:gd name="connsiteY80" fmla="*/ 36646 h 289667"/>
                  <a:gd name="connsiteX81" fmla="*/ 237086 w 1367883"/>
                  <a:gd name="connsiteY81" fmla="*/ 21440 h 289667"/>
                  <a:gd name="connsiteX82" fmla="*/ 226376 w 1367883"/>
                  <a:gd name="connsiteY82" fmla="*/ 27166 h 289667"/>
                  <a:gd name="connsiteX83" fmla="*/ 220384 w 1367883"/>
                  <a:gd name="connsiteY83" fmla="*/ 39000 h 289667"/>
                  <a:gd name="connsiteX84" fmla="*/ 202916 w 1367883"/>
                  <a:gd name="connsiteY84" fmla="*/ 75964 h 289667"/>
                  <a:gd name="connsiteX85" fmla="*/ 181433 w 1367883"/>
                  <a:gd name="connsiteY85" fmla="*/ 112355 h 289667"/>
                  <a:gd name="connsiteX86" fmla="*/ 121954 w 1367883"/>
                  <a:gd name="connsiteY86" fmla="*/ 187810 h 289667"/>
                  <a:gd name="connsiteX87" fmla="*/ 93904 w 1367883"/>
                  <a:gd name="connsiteY87" fmla="*/ 213513 h 289667"/>
                  <a:gd name="connsiteX88" fmla="*/ 62794 w 1367883"/>
                  <a:gd name="connsiteY88" fmla="*/ 236353 h 289667"/>
                  <a:gd name="connsiteX89" fmla="*/ 40417 w 1367883"/>
                  <a:gd name="connsiteY89" fmla="*/ 245132 h 289667"/>
                  <a:gd name="connsiteX90" fmla="*/ 30154 w 1367883"/>
                  <a:gd name="connsiteY90" fmla="*/ 220575 h 289667"/>
                  <a:gd name="connsiteX91" fmla="*/ 45900 w 1367883"/>
                  <a:gd name="connsiteY91" fmla="*/ 148556 h 289667"/>
                  <a:gd name="connsiteX92" fmla="*/ 88166 w 1367883"/>
                  <a:gd name="connsiteY92" fmla="*/ 62540 h 289667"/>
                  <a:gd name="connsiteX93" fmla="*/ 93521 w 1367883"/>
                  <a:gd name="connsiteY93" fmla="*/ 48734 h 289667"/>
                  <a:gd name="connsiteX94" fmla="*/ 88294 w 1367883"/>
                  <a:gd name="connsiteY94" fmla="*/ 38045 h 289667"/>
                  <a:gd name="connsiteX95" fmla="*/ 79114 w 1367883"/>
                  <a:gd name="connsiteY95" fmla="*/ 34864 h 289667"/>
                  <a:gd name="connsiteX96" fmla="*/ 65662 w 1367883"/>
                  <a:gd name="connsiteY96" fmla="*/ 41227 h 289667"/>
                  <a:gd name="connsiteX97" fmla="*/ 42457 w 1367883"/>
                  <a:gd name="connsiteY97" fmla="*/ 79081 h 289667"/>
                  <a:gd name="connsiteX98" fmla="*/ 21292 w 1367883"/>
                  <a:gd name="connsiteY98" fmla="*/ 128706 h 289667"/>
                  <a:gd name="connsiteX99" fmla="*/ 5801 w 1367883"/>
                  <a:gd name="connsiteY99" fmla="*/ 180112 h 289667"/>
                  <a:gd name="connsiteX100" fmla="*/ 0 w 1367883"/>
                  <a:gd name="connsiteY100" fmla="*/ 223247 h 289667"/>
                  <a:gd name="connsiteX101" fmla="*/ 42394 w 1367883"/>
                  <a:gd name="connsiteY101" fmla="*/ 274144 h 289667"/>
                  <a:gd name="connsiteX102" fmla="*/ 159120 w 1367883"/>
                  <a:gd name="connsiteY102" fmla="*/ 192899 h 289667"/>
                  <a:gd name="connsiteX103" fmla="*/ 152681 w 1367883"/>
                  <a:gd name="connsiteY103" fmla="*/ 236734 h 289667"/>
                  <a:gd name="connsiteX104" fmla="*/ 189784 w 1367883"/>
                  <a:gd name="connsiteY104" fmla="*/ 288967 h 289667"/>
                  <a:gd name="connsiteX105" fmla="*/ 218535 w 1367883"/>
                  <a:gd name="connsiteY105" fmla="*/ 279361 h 289667"/>
                  <a:gd name="connsiteX106" fmla="*/ 259080 w 1367883"/>
                  <a:gd name="connsiteY106" fmla="*/ 253721 h 289667"/>
                  <a:gd name="connsiteX107" fmla="*/ 285281 w 1367883"/>
                  <a:gd name="connsiteY107" fmla="*/ 233363 h 289667"/>
                  <a:gd name="connsiteX108" fmla="*/ 307785 w 1367883"/>
                  <a:gd name="connsiteY108" fmla="*/ 213831 h 289667"/>
                  <a:gd name="connsiteX109" fmla="*/ 287959 w 1367883"/>
                  <a:gd name="connsiteY109" fmla="*/ 255694 h 289667"/>
                  <a:gd name="connsiteX110" fmla="*/ 279544 w 1367883"/>
                  <a:gd name="connsiteY110" fmla="*/ 274462 h 289667"/>
                  <a:gd name="connsiteX111" fmla="*/ 295226 w 1367883"/>
                  <a:gd name="connsiteY111" fmla="*/ 289667 h 289667"/>
                  <a:gd name="connsiteX112" fmla="*/ 305299 w 1367883"/>
                  <a:gd name="connsiteY112" fmla="*/ 285341 h 289667"/>
                  <a:gd name="connsiteX113" fmla="*/ 347246 w 1367883"/>
                  <a:gd name="connsiteY113" fmla="*/ 230690 h 289667"/>
                  <a:gd name="connsiteX114" fmla="*/ 554434 w 1367883"/>
                  <a:gd name="connsiteY114" fmla="*/ 36264 h 289667"/>
                  <a:gd name="connsiteX115" fmla="*/ 564634 w 1367883"/>
                  <a:gd name="connsiteY115" fmla="*/ 38618 h 289667"/>
                  <a:gd name="connsiteX116" fmla="*/ 527850 w 1367883"/>
                  <a:gd name="connsiteY116" fmla="*/ 126988 h 289667"/>
                  <a:gd name="connsiteX117" fmla="*/ 490174 w 1367883"/>
                  <a:gd name="connsiteY117" fmla="*/ 225283 h 289667"/>
                  <a:gd name="connsiteX118" fmla="*/ 505856 w 1367883"/>
                  <a:gd name="connsiteY118" fmla="*/ 239088 h 289667"/>
                  <a:gd name="connsiteX119" fmla="*/ 520073 w 1367883"/>
                  <a:gd name="connsiteY119" fmla="*/ 229800 h 289667"/>
                  <a:gd name="connsiteX120" fmla="*/ 536265 w 1367883"/>
                  <a:gd name="connsiteY120" fmla="*/ 207660 h 289667"/>
                  <a:gd name="connsiteX121" fmla="*/ 558323 w 1367883"/>
                  <a:gd name="connsiteY121" fmla="*/ 181639 h 289667"/>
                  <a:gd name="connsiteX122" fmla="*/ 575535 w 1367883"/>
                  <a:gd name="connsiteY122" fmla="*/ 162807 h 289667"/>
                  <a:gd name="connsiteX123" fmla="*/ 602692 w 1367883"/>
                  <a:gd name="connsiteY123" fmla="*/ 134559 h 289667"/>
                  <a:gd name="connsiteX124" fmla="*/ 681743 w 1367883"/>
                  <a:gd name="connsiteY124" fmla="*/ 53824 h 289667"/>
                  <a:gd name="connsiteX125" fmla="*/ 655222 w 1367883"/>
                  <a:gd name="connsiteY125" fmla="*/ 117699 h 289667"/>
                  <a:gd name="connsiteX126" fmla="*/ 639094 w 1367883"/>
                  <a:gd name="connsiteY126" fmla="*/ 165797 h 289667"/>
                  <a:gd name="connsiteX127" fmla="*/ 633611 w 1367883"/>
                  <a:gd name="connsiteY127" fmla="*/ 203588 h 289667"/>
                  <a:gd name="connsiteX128" fmla="*/ 647955 w 1367883"/>
                  <a:gd name="connsiteY128" fmla="*/ 258684 h 289667"/>
                  <a:gd name="connsiteX129" fmla="*/ 683209 w 1367883"/>
                  <a:gd name="connsiteY129" fmla="*/ 271981 h 289667"/>
                  <a:gd name="connsiteX130" fmla="*/ 723563 w 1367883"/>
                  <a:gd name="connsiteY130" fmla="*/ 263519 h 289667"/>
                  <a:gd name="connsiteX131" fmla="*/ 754673 w 1367883"/>
                  <a:gd name="connsiteY131" fmla="*/ 247741 h 289667"/>
                  <a:gd name="connsiteX132" fmla="*/ 795855 w 1367883"/>
                  <a:gd name="connsiteY132" fmla="*/ 215930 h 289667"/>
                  <a:gd name="connsiteX133" fmla="*/ 797194 w 1367883"/>
                  <a:gd name="connsiteY133" fmla="*/ 214721 h 289667"/>
                  <a:gd name="connsiteX134" fmla="*/ 795728 w 1367883"/>
                  <a:gd name="connsiteY134" fmla="*/ 231899 h 289667"/>
                  <a:gd name="connsiteX135" fmla="*/ 838695 w 1367883"/>
                  <a:gd name="connsiteY135" fmla="*/ 273380 h 289667"/>
                  <a:gd name="connsiteX136" fmla="*/ 943691 w 1367883"/>
                  <a:gd name="connsiteY136" fmla="*/ 223183 h 289667"/>
                  <a:gd name="connsiteX137" fmla="*/ 943245 w 1367883"/>
                  <a:gd name="connsiteY137" fmla="*/ 232599 h 289667"/>
                  <a:gd name="connsiteX138" fmla="*/ 980220 w 1367883"/>
                  <a:gd name="connsiteY138" fmla="*/ 272044 h 289667"/>
                  <a:gd name="connsiteX139" fmla="*/ 1024526 w 1367883"/>
                  <a:gd name="connsiteY139" fmla="*/ 263583 h 289667"/>
                  <a:gd name="connsiteX140" fmla="*/ 1056338 w 1367883"/>
                  <a:gd name="connsiteY140" fmla="*/ 247741 h 289667"/>
                  <a:gd name="connsiteX141" fmla="*/ 1097137 w 1367883"/>
                  <a:gd name="connsiteY141" fmla="*/ 216248 h 289667"/>
                  <a:gd name="connsiteX142" fmla="*/ 1080116 w 1367883"/>
                  <a:gd name="connsiteY142" fmla="*/ 250477 h 289667"/>
                  <a:gd name="connsiteX143" fmla="*/ 1075271 w 1367883"/>
                  <a:gd name="connsiteY143" fmla="*/ 259066 h 289667"/>
                  <a:gd name="connsiteX144" fmla="*/ 1072020 w 1367883"/>
                  <a:gd name="connsiteY144" fmla="*/ 269563 h 289667"/>
                  <a:gd name="connsiteX145" fmla="*/ 1087256 w 1367883"/>
                  <a:gd name="connsiteY145" fmla="*/ 282733 h 289667"/>
                  <a:gd name="connsiteX146" fmla="*/ 1101664 w 1367883"/>
                  <a:gd name="connsiteY146" fmla="*/ 274844 h 289667"/>
                  <a:gd name="connsiteX147" fmla="*/ 1148966 w 1367883"/>
                  <a:gd name="connsiteY147" fmla="*/ 209441 h 289667"/>
                  <a:gd name="connsiteX148" fmla="*/ 1216669 w 1367883"/>
                  <a:gd name="connsiteY148" fmla="*/ 129787 h 289667"/>
                  <a:gd name="connsiteX149" fmla="*/ 1287814 w 1367883"/>
                  <a:gd name="connsiteY149" fmla="*/ 68138 h 289667"/>
                  <a:gd name="connsiteX150" fmla="*/ 1333076 w 1367883"/>
                  <a:gd name="connsiteY150" fmla="*/ 44089 h 289667"/>
                  <a:gd name="connsiteX151" fmla="*/ 1334734 w 1367883"/>
                  <a:gd name="connsiteY151" fmla="*/ 47780 h 289667"/>
                  <a:gd name="connsiteX152" fmla="*/ 1302094 w 1367883"/>
                  <a:gd name="connsiteY152" fmla="*/ 124634 h 289667"/>
                  <a:gd name="connsiteX153" fmla="*/ 1268561 w 1367883"/>
                  <a:gd name="connsiteY153" fmla="*/ 225028 h 289667"/>
                  <a:gd name="connsiteX154" fmla="*/ 1275829 w 1367883"/>
                  <a:gd name="connsiteY154" fmla="*/ 245260 h 289667"/>
                  <a:gd name="connsiteX155" fmla="*/ 1298651 w 1367883"/>
                  <a:gd name="connsiteY155" fmla="*/ 253021 h 289667"/>
                  <a:gd name="connsiteX156" fmla="*/ 1332120 w 1367883"/>
                  <a:gd name="connsiteY156" fmla="*/ 235144 h 289667"/>
                  <a:gd name="connsiteX157" fmla="*/ 1316246 w 1367883"/>
                  <a:gd name="connsiteY157" fmla="*/ 219938 h 289667"/>
                  <a:gd name="connsiteX158" fmla="*/ 1305536 w 1367883"/>
                  <a:gd name="connsiteY158" fmla="*/ 221911 h 289667"/>
                  <a:gd name="connsiteX159" fmla="*/ 1300691 w 1367883"/>
                  <a:gd name="connsiteY159" fmla="*/ 223310 h 289667"/>
                  <a:gd name="connsiteX160" fmla="*/ 1299034 w 1367883"/>
                  <a:gd name="connsiteY160" fmla="*/ 218984 h 289667"/>
                  <a:gd name="connsiteX161" fmla="*/ 1333012 w 1367883"/>
                  <a:gd name="connsiteY161" fmla="*/ 130614 h 289667"/>
                  <a:gd name="connsiteX162" fmla="*/ 1367883 w 1367883"/>
                  <a:gd name="connsiteY162" fmla="*/ 37727 h 28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1367883" h="289667">
                    <a:moveTo>
                      <a:pt x="1367757" y="38045"/>
                    </a:moveTo>
                    <a:cubicBezTo>
                      <a:pt x="1367757" y="20868"/>
                      <a:pt x="1357811" y="11388"/>
                      <a:pt x="1339706" y="11388"/>
                    </a:cubicBezTo>
                    <a:cubicBezTo>
                      <a:pt x="1315417" y="11388"/>
                      <a:pt x="1282204" y="30029"/>
                      <a:pt x="1238216" y="68393"/>
                    </a:cubicBezTo>
                    <a:cubicBezTo>
                      <a:pt x="1223809" y="80990"/>
                      <a:pt x="1209465" y="94414"/>
                      <a:pt x="1195440" y="108347"/>
                    </a:cubicBezTo>
                    <a:cubicBezTo>
                      <a:pt x="1189448" y="114391"/>
                      <a:pt x="1183391" y="120562"/>
                      <a:pt x="1177463" y="126924"/>
                    </a:cubicBezTo>
                    <a:cubicBezTo>
                      <a:pt x="1180905" y="119926"/>
                      <a:pt x="1184539" y="112228"/>
                      <a:pt x="1188364" y="103893"/>
                    </a:cubicBezTo>
                    <a:cubicBezTo>
                      <a:pt x="1194675" y="90851"/>
                      <a:pt x="1199966" y="78954"/>
                      <a:pt x="1204046" y="68520"/>
                    </a:cubicBezTo>
                    <a:cubicBezTo>
                      <a:pt x="1209784" y="53951"/>
                      <a:pt x="1210421" y="49116"/>
                      <a:pt x="1210421" y="46698"/>
                    </a:cubicBezTo>
                    <a:cubicBezTo>
                      <a:pt x="1210421" y="35310"/>
                      <a:pt x="1204110" y="28820"/>
                      <a:pt x="1193209" y="28820"/>
                    </a:cubicBezTo>
                    <a:cubicBezTo>
                      <a:pt x="1184539" y="28820"/>
                      <a:pt x="1179311" y="33974"/>
                      <a:pt x="1179311" y="42626"/>
                    </a:cubicBezTo>
                    <a:cubicBezTo>
                      <a:pt x="1179311" y="45044"/>
                      <a:pt x="1175359" y="58341"/>
                      <a:pt x="1140615" y="128960"/>
                    </a:cubicBezTo>
                    <a:lnTo>
                      <a:pt x="1136025" y="138249"/>
                    </a:lnTo>
                    <a:cubicBezTo>
                      <a:pt x="1133921" y="138885"/>
                      <a:pt x="1132009" y="139903"/>
                      <a:pt x="1130542" y="141366"/>
                    </a:cubicBezTo>
                    <a:cubicBezTo>
                      <a:pt x="1116518" y="155554"/>
                      <a:pt x="1101600" y="169932"/>
                      <a:pt x="1086173" y="183993"/>
                    </a:cubicBezTo>
                    <a:cubicBezTo>
                      <a:pt x="1070872" y="197926"/>
                      <a:pt x="1056082" y="209695"/>
                      <a:pt x="1042121" y="219048"/>
                    </a:cubicBezTo>
                    <a:cubicBezTo>
                      <a:pt x="1035300" y="223819"/>
                      <a:pt x="1026375" y="228655"/>
                      <a:pt x="1015601" y="233490"/>
                    </a:cubicBezTo>
                    <a:cubicBezTo>
                      <a:pt x="1005146" y="238134"/>
                      <a:pt x="995456" y="240552"/>
                      <a:pt x="986850" y="240552"/>
                    </a:cubicBezTo>
                    <a:cubicBezTo>
                      <a:pt x="978244" y="240552"/>
                      <a:pt x="974674" y="236734"/>
                      <a:pt x="974674" y="227446"/>
                    </a:cubicBezTo>
                    <a:cubicBezTo>
                      <a:pt x="974674" y="212240"/>
                      <a:pt x="982897" y="192200"/>
                      <a:pt x="999217" y="167833"/>
                    </a:cubicBezTo>
                    <a:lnTo>
                      <a:pt x="1025164" y="128324"/>
                    </a:lnTo>
                    <a:lnTo>
                      <a:pt x="1025164" y="126988"/>
                    </a:lnTo>
                    <a:cubicBezTo>
                      <a:pt x="1025164" y="117317"/>
                      <a:pt x="1019681" y="111782"/>
                      <a:pt x="1010119" y="111782"/>
                    </a:cubicBezTo>
                    <a:cubicBezTo>
                      <a:pt x="1005847" y="111782"/>
                      <a:pt x="1002022" y="113373"/>
                      <a:pt x="998835" y="116681"/>
                    </a:cubicBezTo>
                    <a:cubicBezTo>
                      <a:pt x="992588" y="123870"/>
                      <a:pt x="987041" y="130423"/>
                      <a:pt x="982196" y="136277"/>
                    </a:cubicBezTo>
                    <a:cubicBezTo>
                      <a:pt x="977351" y="142130"/>
                      <a:pt x="973335" y="146774"/>
                      <a:pt x="970147" y="150528"/>
                    </a:cubicBezTo>
                    <a:cubicBezTo>
                      <a:pt x="950066" y="175722"/>
                      <a:pt x="930240" y="195890"/>
                      <a:pt x="911051" y="210459"/>
                    </a:cubicBezTo>
                    <a:cubicBezTo>
                      <a:pt x="901552" y="217903"/>
                      <a:pt x="890205" y="225283"/>
                      <a:pt x="877455" y="232281"/>
                    </a:cubicBezTo>
                    <a:cubicBezTo>
                      <a:pt x="865088" y="239088"/>
                      <a:pt x="853421" y="242524"/>
                      <a:pt x="842711" y="242524"/>
                    </a:cubicBezTo>
                    <a:cubicBezTo>
                      <a:pt x="832001" y="242524"/>
                      <a:pt x="827156" y="238389"/>
                      <a:pt x="827156" y="228718"/>
                    </a:cubicBezTo>
                    <a:cubicBezTo>
                      <a:pt x="827156" y="216757"/>
                      <a:pt x="830089" y="203842"/>
                      <a:pt x="835762" y="190355"/>
                    </a:cubicBezTo>
                    <a:cubicBezTo>
                      <a:pt x="839588" y="181320"/>
                      <a:pt x="844241" y="172159"/>
                      <a:pt x="849533" y="163125"/>
                    </a:cubicBezTo>
                    <a:cubicBezTo>
                      <a:pt x="850680" y="161471"/>
                      <a:pt x="851700" y="159816"/>
                      <a:pt x="852401" y="158226"/>
                    </a:cubicBezTo>
                    <a:cubicBezTo>
                      <a:pt x="854314" y="155108"/>
                      <a:pt x="856226" y="152055"/>
                      <a:pt x="858266" y="149001"/>
                    </a:cubicBezTo>
                    <a:cubicBezTo>
                      <a:pt x="867383" y="135322"/>
                      <a:pt x="876881" y="123298"/>
                      <a:pt x="886316" y="113246"/>
                    </a:cubicBezTo>
                    <a:cubicBezTo>
                      <a:pt x="926033" y="72528"/>
                      <a:pt x="959183" y="51915"/>
                      <a:pt x="984810" y="51915"/>
                    </a:cubicBezTo>
                    <a:cubicBezTo>
                      <a:pt x="1003298" y="51915"/>
                      <a:pt x="1005656" y="59677"/>
                      <a:pt x="1005656" y="66357"/>
                    </a:cubicBezTo>
                    <a:cubicBezTo>
                      <a:pt x="1005656" y="69729"/>
                      <a:pt x="1005019" y="72846"/>
                      <a:pt x="1003744" y="75646"/>
                    </a:cubicBezTo>
                    <a:cubicBezTo>
                      <a:pt x="1001959" y="79590"/>
                      <a:pt x="1001003" y="83471"/>
                      <a:pt x="1001003" y="87288"/>
                    </a:cubicBezTo>
                    <a:cubicBezTo>
                      <a:pt x="1001003" y="97340"/>
                      <a:pt x="1006995" y="103130"/>
                      <a:pt x="1017386" y="103130"/>
                    </a:cubicBezTo>
                    <a:cubicBezTo>
                      <a:pt x="1029116" y="103130"/>
                      <a:pt x="1035109" y="92378"/>
                      <a:pt x="1035109" y="71065"/>
                    </a:cubicBezTo>
                    <a:cubicBezTo>
                      <a:pt x="1035109" y="40399"/>
                      <a:pt x="1018853" y="24176"/>
                      <a:pt x="988189" y="24176"/>
                    </a:cubicBezTo>
                    <a:cubicBezTo>
                      <a:pt x="971614" y="24176"/>
                      <a:pt x="954146" y="28757"/>
                      <a:pt x="936360" y="37791"/>
                    </a:cubicBezTo>
                    <a:cubicBezTo>
                      <a:pt x="918829" y="46698"/>
                      <a:pt x="901552" y="58659"/>
                      <a:pt x="884914" y="73482"/>
                    </a:cubicBezTo>
                    <a:cubicBezTo>
                      <a:pt x="868402" y="88243"/>
                      <a:pt x="853230" y="104784"/>
                      <a:pt x="839779" y="122662"/>
                    </a:cubicBezTo>
                    <a:cubicBezTo>
                      <a:pt x="833914" y="130487"/>
                      <a:pt x="828686" y="138440"/>
                      <a:pt x="823841" y="146456"/>
                    </a:cubicBezTo>
                    <a:cubicBezTo>
                      <a:pt x="811346" y="158989"/>
                      <a:pt x="798214" y="171586"/>
                      <a:pt x="784635" y="183993"/>
                    </a:cubicBezTo>
                    <a:cubicBezTo>
                      <a:pt x="769335" y="197926"/>
                      <a:pt x="754545" y="209695"/>
                      <a:pt x="740584" y="219048"/>
                    </a:cubicBezTo>
                    <a:cubicBezTo>
                      <a:pt x="733762" y="223819"/>
                      <a:pt x="724838" y="228655"/>
                      <a:pt x="714064" y="233490"/>
                    </a:cubicBezTo>
                    <a:cubicBezTo>
                      <a:pt x="703609" y="238134"/>
                      <a:pt x="693919" y="240552"/>
                      <a:pt x="685313" y="240552"/>
                    </a:cubicBezTo>
                    <a:cubicBezTo>
                      <a:pt x="681232" y="240552"/>
                      <a:pt x="676897" y="238389"/>
                      <a:pt x="672435" y="234062"/>
                    </a:cubicBezTo>
                    <a:cubicBezTo>
                      <a:pt x="668036" y="229800"/>
                      <a:pt x="665805" y="222547"/>
                      <a:pt x="665805" y="212622"/>
                    </a:cubicBezTo>
                    <a:cubicBezTo>
                      <a:pt x="665805" y="203970"/>
                      <a:pt x="667335" y="192518"/>
                      <a:pt x="670331" y="178521"/>
                    </a:cubicBezTo>
                    <a:cubicBezTo>
                      <a:pt x="673328" y="164461"/>
                      <a:pt x="678427" y="147665"/>
                      <a:pt x="685440" y="128578"/>
                    </a:cubicBezTo>
                    <a:cubicBezTo>
                      <a:pt x="691624" y="111464"/>
                      <a:pt x="697170" y="96132"/>
                      <a:pt x="702079" y="82389"/>
                    </a:cubicBezTo>
                    <a:cubicBezTo>
                      <a:pt x="706860" y="69029"/>
                      <a:pt x="712088" y="57386"/>
                      <a:pt x="717698" y="47780"/>
                    </a:cubicBezTo>
                    <a:cubicBezTo>
                      <a:pt x="722160" y="40272"/>
                      <a:pt x="724264" y="34037"/>
                      <a:pt x="724264" y="28693"/>
                    </a:cubicBezTo>
                    <a:cubicBezTo>
                      <a:pt x="724264" y="22013"/>
                      <a:pt x="722224" y="15587"/>
                      <a:pt x="718144" y="9670"/>
                    </a:cubicBezTo>
                    <a:cubicBezTo>
                      <a:pt x="713745" y="3245"/>
                      <a:pt x="708008" y="0"/>
                      <a:pt x="701186" y="0"/>
                    </a:cubicBezTo>
                    <a:cubicBezTo>
                      <a:pt x="695959" y="0"/>
                      <a:pt x="689966" y="3245"/>
                      <a:pt x="682826" y="9989"/>
                    </a:cubicBezTo>
                    <a:cubicBezTo>
                      <a:pt x="658410" y="33846"/>
                      <a:pt x="633930" y="58213"/>
                      <a:pt x="610024" y="82517"/>
                    </a:cubicBezTo>
                    <a:cubicBezTo>
                      <a:pt x="593640" y="99185"/>
                      <a:pt x="577320" y="115791"/>
                      <a:pt x="561319" y="132268"/>
                    </a:cubicBezTo>
                    <a:cubicBezTo>
                      <a:pt x="581910" y="92887"/>
                      <a:pt x="591982" y="64576"/>
                      <a:pt x="591982" y="46189"/>
                    </a:cubicBezTo>
                    <a:cubicBezTo>
                      <a:pt x="591982" y="36391"/>
                      <a:pt x="589305" y="27293"/>
                      <a:pt x="583950" y="19150"/>
                    </a:cubicBezTo>
                    <a:cubicBezTo>
                      <a:pt x="578213" y="10434"/>
                      <a:pt x="570052" y="6044"/>
                      <a:pt x="559661" y="6044"/>
                    </a:cubicBezTo>
                    <a:cubicBezTo>
                      <a:pt x="514463" y="6044"/>
                      <a:pt x="451478" y="56305"/>
                      <a:pt x="367582" y="159562"/>
                    </a:cubicBezTo>
                    <a:lnTo>
                      <a:pt x="388238" y="111910"/>
                    </a:lnTo>
                    <a:cubicBezTo>
                      <a:pt x="396716" y="92505"/>
                      <a:pt x="402900" y="76345"/>
                      <a:pt x="406725" y="63939"/>
                    </a:cubicBezTo>
                    <a:cubicBezTo>
                      <a:pt x="410677" y="51024"/>
                      <a:pt x="412590" y="41672"/>
                      <a:pt x="412590" y="35373"/>
                    </a:cubicBezTo>
                    <a:cubicBezTo>
                      <a:pt x="412590" y="25703"/>
                      <a:pt x="407107" y="20168"/>
                      <a:pt x="397545" y="20168"/>
                    </a:cubicBezTo>
                    <a:cubicBezTo>
                      <a:pt x="387982" y="20168"/>
                      <a:pt x="382500" y="25703"/>
                      <a:pt x="382500" y="35373"/>
                    </a:cubicBezTo>
                    <a:cubicBezTo>
                      <a:pt x="382500" y="38427"/>
                      <a:pt x="380970" y="46380"/>
                      <a:pt x="373766" y="66930"/>
                    </a:cubicBezTo>
                    <a:cubicBezTo>
                      <a:pt x="367901" y="83726"/>
                      <a:pt x="358020" y="106947"/>
                      <a:pt x="344378" y="135958"/>
                    </a:cubicBezTo>
                    <a:lnTo>
                      <a:pt x="342146" y="140730"/>
                    </a:lnTo>
                    <a:cubicBezTo>
                      <a:pt x="339022" y="141621"/>
                      <a:pt x="335835" y="143593"/>
                      <a:pt x="332775" y="146710"/>
                    </a:cubicBezTo>
                    <a:lnTo>
                      <a:pt x="262714" y="211413"/>
                    </a:lnTo>
                    <a:cubicBezTo>
                      <a:pt x="245246" y="227764"/>
                      <a:pt x="229882" y="240043"/>
                      <a:pt x="217069" y="247932"/>
                    </a:cubicBezTo>
                    <a:cubicBezTo>
                      <a:pt x="201705" y="257411"/>
                      <a:pt x="194055" y="259384"/>
                      <a:pt x="190357" y="259384"/>
                    </a:cubicBezTo>
                    <a:cubicBezTo>
                      <a:pt x="187616" y="259384"/>
                      <a:pt x="186086" y="258493"/>
                      <a:pt x="185003" y="256203"/>
                    </a:cubicBezTo>
                    <a:cubicBezTo>
                      <a:pt x="183982" y="253976"/>
                      <a:pt x="182771" y="249077"/>
                      <a:pt x="182771" y="238198"/>
                    </a:cubicBezTo>
                    <a:cubicBezTo>
                      <a:pt x="182771" y="204097"/>
                      <a:pt x="205339" y="140539"/>
                      <a:pt x="249836" y="49116"/>
                    </a:cubicBezTo>
                    <a:cubicBezTo>
                      <a:pt x="252641" y="47080"/>
                      <a:pt x="255510" y="43326"/>
                      <a:pt x="255510" y="36646"/>
                    </a:cubicBezTo>
                    <a:cubicBezTo>
                      <a:pt x="255510" y="32065"/>
                      <a:pt x="253725" y="21440"/>
                      <a:pt x="237086" y="21440"/>
                    </a:cubicBezTo>
                    <a:cubicBezTo>
                      <a:pt x="232433" y="21440"/>
                      <a:pt x="228735" y="23413"/>
                      <a:pt x="226376" y="27166"/>
                    </a:cubicBezTo>
                    <a:cubicBezTo>
                      <a:pt x="224719" y="29838"/>
                      <a:pt x="222743" y="33656"/>
                      <a:pt x="220384" y="39000"/>
                    </a:cubicBezTo>
                    <a:cubicBezTo>
                      <a:pt x="215156" y="51788"/>
                      <a:pt x="209291" y="64257"/>
                      <a:pt x="202916" y="75964"/>
                    </a:cubicBezTo>
                    <a:cubicBezTo>
                      <a:pt x="196541" y="87797"/>
                      <a:pt x="189274" y="100076"/>
                      <a:pt x="181433" y="112355"/>
                    </a:cubicBezTo>
                    <a:cubicBezTo>
                      <a:pt x="163838" y="139012"/>
                      <a:pt x="143820" y="164397"/>
                      <a:pt x="121954" y="187810"/>
                    </a:cubicBezTo>
                    <a:cubicBezTo>
                      <a:pt x="114049" y="195826"/>
                      <a:pt x="104550" y="204478"/>
                      <a:pt x="93904" y="213513"/>
                    </a:cubicBezTo>
                    <a:cubicBezTo>
                      <a:pt x="83194" y="222547"/>
                      <a:pt x="72739" y="230245"/>
                      <a:pt x="62794" y="236353"/>
                    </a:cubicBezTo>
                    <a:cubicBezTo>
                      <a:pt x="53295" y="242206"/>
                      <a:pt x="45772" y="245132"/>
                      <a:pt x="40417" y="245132"/>
                    </a:cubicBezTo>
                    <a:cubicBezTo>
                      <a:pt x="33596" y="245132"/>
                      <a:pt x="30154" y="236862"/>
                      <a:pt x="30154" y="220575"/>
                    </a:cubicBezTo>
                    <a:cubicBezTo>
                      <a:pt x="30154" y="200534"/>
                      <a:pt x="35445" y="176358"/>
                      <a:pt x="45900" y="148556"/>
                    </a:cubicBezTo>
                    <a:cubicBezTo>
                      <a:pt x="54188" y="124252"/>
                      <a:pt x="68404" y="95305"/>
                      <a:pt x="88166" y="62540"/>
                    </a:cubicBezTo>
                    <a:cubicBezTo>
                      <a:pt x="91800" y="56750"/>
                      <a:pt x="93521" y="52360"/>
                      <a:pt x="93521" y="48734"/>
                    </a:cubicBezTo>
                    <a:cubicBezTo>
                      <a:pt x="93521" y="42944"/>
                      <a:pt x="90716" y="39763"/>
                      <a:pt x="88294" y="38045"/>
                    </a:cubicBezTo>
                    <a:cubicBezTo>
                      <a:pt x="85298" y="35946"/>
                      <a:pt x="82238" y="34864"/>
                      <a:pt x="79114" y="34864"/>
                    </a:cubicBezTo>
                    <a:cubicBezTo>
                      <a:pt x="73886" y="34864"/>
                      <a:pt x="69232" y="37028"/>
                      <a:pt x="65662" y="41227"/>
                    </a:cubicBezTo>
                    <a:cubicBezTo>
                      <a:pt x="57949" y="50833"/>
                      <a:pt x="50171" y="63621"/>
                      <a:pt x="42457" y="79081"/>
                    </a:cubicBezTo>
                    <a:cubicBezTo>
                      <a:pt x="34871" y="94414"/>
                      <a:pt x="27731" y="111146"/>
                      <a:pt x="21292" y="128706"/>
                    </a:cubicBezTo>
                    <a:cubicBezTo>
                      <a:pt x="14790" y="146329"/>
                      <a:pt x="9563" y="163634"/>
                      <a:pt x="5801" y="180112"/>
                    </a:cubicBezTo>
                    <a:cubicBezTo>
                      <a:pt x="1976" y="196717"/>
                      <a:pt x="0" y="211222"/>
                      <a:pt x="0" y="223247"/>
                    </a:cubicBezTo>
                    <a:cubicBezTo>
                      <a:pt x="0" y="265300"/>
                      <a:pt x="23077" y="274144"/>
                      <a:pt x="42394" y="274144"/>
                    </a:cubicBezTo>
                    <a:cubicBezTo>
                      <a:pt x="72101" y="274144"/>
                      <a:pt x="110351" y="247550"/>
                      <a:pt x="159120" y="192899"/>
                    </a:cubicBezTo>
                    <a:cubicBezTo>
                      <a:pt x="154849" y="209377"/>
                      <a:pt x="152681" y="224074"/>
                      <a:pt x="152681" y="236734"/>
                    </a:cubicBezTo>
                    <a:cubicBezTo>
                      <a:pt x="152681" y="279933"/>
                      <a:pt x="172826" y="288967"/>
                      <a:pt x="189784" y="288967"/>
                    </a:cubicBezTo>
                    <a:cubicBezTo>
                      <a:pt x="196796" y="288967"/>
                      <a:pt x="206167" y="285850"/>
                      <a:pt x="218535" y="279361"/>
                    </a:cubicBezTo>
                    <a:cubicBezTo>
                      <a:pt x="230201" y="273253"/>
                      <a:pt x="243844" y="264601"/>
                      <a:pt x="259080" y="253721"/>
                    </a:cubicBezTo>
                    <a:cubicBezTo>
                      <a:pt x="267113" y="247868"/>
                      <a:pt x="275910" y="240997"/>
                      <a:pt x="285281" y="233363"/>
                    </a:cubicBezTo>
                    <a:cubicBezTo>
                      <a:pt x="292039" y="227827"/>
                      <a:pt x="299625" y="221275"/>
                      <a:pt x="307785" y="213831"/>
                    </a:cubicBezTo>
                    <a:cubicBezTo>
                      <a:pt x="299434" y="231899"/>
                      <a:pt x="292740" y="246087"/>
                      <a:pt x="287959" y="255694"/>
                    </a:cubicBezTo>
                    <a:cubicBezTo>
                      <a:pt x="279544" y="272808"/>
                      <a:pt x="279544" y="273126"/>
                      <a:pt x="279544" y="274462"/>
                    </a:cubicBezTo>
                    <a:cubicBezTo>
                      <a:pt x="279544" y="284132"/>
                      <a:pt x="285281" y="289667"/>
                      <a:pt x="295226" y="289667"/>
                    </a:cubicBezTo>
                    <a:cubicBezTo>
                      <a:pt x="300900" y="289667"/>
                      <a:pt x="303896" y="287250"/>
                      <a:pt x="305299" y="285341"/>
                    </a:cubicBezTo>
                    <a:cubicBezTo>
                      <a:pt x="324743" y="261101"/>
                      <a:pt x="338895" y="242651"/>
                      <a:pt x="347246" y="230690"/>
                    </a:cubicBezTo>
                    <a:cubicBezTo>
                      <a:pt x="446887" y="101667"/>
                      <a:pt x="516630" y="36264"/>
                      <a:pt x="554434" y="36264"/>
                    </a:cubicBezTo>
                    <a:cubicBezTo>
                      <a:pt x="561893" y="36264"/>
                      <a:pt x="564634" y="37727"/>
                      <a:pt x="564634" y="38618"/>
                    </a:cubicBezTo>
                    <a:cubicBezTo>
                      <a:pt x="564634" y="44917"/>
                      <a:pt x="558259" y="65339"/>
                      <a:pt x="527850" y="126988"/>
                    </a:cubicBezTo>
                    <a:cubicBezTo>
                      <a:pt x="502478" y="178394"/>
                      <a:pt x="490174" y="210523"/>
                      <a:pt x="490174" y="225283"/>
                    </a:cubicBezTo>
                    <a:cubicBezTo>
                      <a:pt x="490174" y="229418"/>
                      <a:pt x="491704" y="239088"/>
                      <a:pt x="505856" y="239088"/>
                    </a:cubicBezTo>
                    <a:cubicBezTo>
                      <a:pt x="511466" y="239088"/>
                      <a:pt x="516311" y="235907"/>
                      <a:pt x="520073" y="229800"/>
                    </a:cubicBezTo>
                    <a:cubicBezTo>
                      <a:pt x="524408" y="223692"/>
                      <a:pt x="529826" y="216248"/>
                      <a:pt x="536265" y="207660"/>
                    </a:cubicBezTo>
                    <a:cubicBezTo>
                      <a:pt x="542512" y="199325"/>
                      <a:pt x="549908" y="190609"/>
                      <a:pt x="558323" y="181639"/>
                    </a:cubicBezTo>
                    <a:cubicBezTo>
                      <a:pt x="562721" y="176740"/>
                      <a:pt x="568459" y="170441"/>
                      <a:pt x="575535" y="162807"/>
                    </a:cubicBezTo>
                    <a:cubicBezTo>
                      <a:pt x="582484" y="155299"/>
                      <a:pt x="591600" y="145820"/>
                      <a:pt x="602692" y="134559"/>
                    </a:cubicBezTo>
                    <a:lnTo>
                      <a:pt x="681743" y="53824"/>
                    </a:lnTo>
                    <a:lnTo>
                      <a:pt x="655222" y="117699"/>
                    </a:lnTo>
                    <a:cubicBezTo>
                      <a:pt x="648082" y="135322"/>
                      <a:pt x="642664" y="151482"/>
                      <a:pt x="639094" y="165797"/>
                    </a:cubicBezTo>
                    <a:cubicBezTo>
                      <a:pt x="635460" y="180239"/>
                      <a:pt x="633611" y="192899"/>
                      <a:pt x="633611" y="203588"/>
                    </a:cubicBezTo>
                    <a:cubicBezTo>
                      <a:pt x="633611" y="231645"/>
                      <a:pt x="638329" y="249650"/>
                      <a:pt x="647955" y="258684"/>
                    </a:cubicBezTo>
                    <a:cubicBezTo>
                      <a:pt x="657390" y="267527"/>
                      <a:pt x="669247" y="271981"/>
                      <a:pt x="683209" y="271981"/>
                    </a:cubicBezTo>
                    <a:cubicBezTo>
                      <a:pt x="697170" y="271981"/>
                      <a:pt x="711067" y="269118"/>
                      <a:pt x="723563" y="263519"/>
                    </a:cubicBezTo>
                    <a:cubicBezTo>
                      <a:pt x="735611" y="258048"/>
                      <a:pt x="746066" y="252767"/>
                      <a:pt x="754673" y="247741"/>
                    </a:cubicBezTo>
                    <a:cubicBezTo>
                      <a:pt x="767677" y="239597"/>
                      <a:pt x="781511" y="228845"/>
                      <a:pt x="795855" y="215930"/>
                    </a:cubicBezTo>
                    <a:cubicBezTo>
                      <a:pt x="796301" y="215549"/>
                      <a:pt x="796747" y="215103"/>
                      <a:pt x="797194" y="214721"/>
                    </a:cubicBezTo>
                    <a:cubicBezTo>
                      <a:pt x="796301" y="220575"/>
                      <a:pt x="795728" y="226301"/>
                      <a:pt x="795728" y="231899"/>
                    </a:cubicBezTo>
                    <a:cubicBezTo>
                      <a:pt x="795728" y="259002"/>
                      <a:pt x="810581" y="273380"/>
                      <a:pt x="838695" y="273380"/>
                    </a:cubicBezTo>
                    <a:cubicBezTo>
                      <a:pt x="871271" y="273380"/>
                      <a:pt x="906525" y="256521"/>
                      <a:pt x="943691" y="223183"/>
                    </a:cubicBezTo>
                    <a:cubicBezTo>
                      <a:pt x="943372" y="226110"/>
                      <a:pt x="943245" y="229291"/>
                      <a:pt x="943245" y="232599"/>
                    </a:cubicBezTo>
                    <a:cubicBezTo>
                      <a:pt x="943245" y="258429"/>
                      <a:pt x="956059" y="272044"/>
                      <a:pt x="980220" y="272044"/>
                    </a:cubicBezTo>
                    <a:cubicBezTo>
                      <a:pt x="996731" y="272044"/>
                      <a:pt x="1011585" y="269181"/>
                      <a:pt x="1024526" y="263583"/>
                    </a:cubicBezTo>
                    <a:cubicBezTo>
                      <a:pt x="1037085" y="258111"/>
                      <a:pt x="1047731" y="252831"/>
                      <a:pt x="1056338" y="247741"/>
                    </a:cubicBezTo>
                    <a:cubicBezTo>
                      <a:pt x="1069215" y="239661"/>
                      <a:pt x="1082921" y="229036"/>
                      <a:pt x="1097137" y="216248"/>
                    </a:cubicBezTo>
                    <a:lnTo>
                      <a:pt x="1080116" y="250477"/>
                    </a:lnTo>
                    <a:cubicBezTo>
                      <a:pt x="1078714" y="252767"/>
                      <a:pt x="1077120" y="255630"/>
                      <a:pt x="1075271" y="259066"/>
                    </a:cubicBezTo>
                    <a:cubicBezTo>
                      <a:pt x="1073104" y="263137"/>
                      <a:pt x="1072020" y="266573"/>
                      <a:pt x="1072020" y="269563"/>
                    </a:cubicBezTo>
                    <a:cubicBezTo>
                      <a:pt x="1072020" y="273507"/>
                      <a:pt x="1073486" y="282733"/>
                      <a:pt x="1087256" y="282733"/>
                    </a:cubicBezTo>
                    <a:cubicBezTo>
                      <a:pt x="1093185" y="282733"/>
                      <a:pt x="1098221" y="279933"/>
                      <a:pt x="1101664" y="274844"/>
                    </a:cubicBezTo>
                    <a:lnTo>
                      <a:pt x="1148966" y="209441"/>
                    </a:lnTo>
                    <a:cubicBezTo>
                      <a:pt x="1170323" y="179666"/>
                      <a:pt x="1193145" y="152882"/>
                      <a:pt x="1216669" y="129787"/>
                    </a:cubicBezTo>
                    <a:cubicBezTo>
                      <a:pt x="1240320" y="106629"/>
                      <a:pt x="1264226" y="85889"/>
                      <a:pt x="1287814" y="68138"/>
                    </a:cubicBezTo>
                    <a:cubicBezTo>
                      <a:pt x="1314206" y="48289"/>
                      <a:pt x="1327020" y="44089"/>
                      <a:pt x="1333076" y="44089"/>
                    </a:cubicBezTo>
                    <a:cubicBezTo>
                      <a:pt x="1333841" y="44089"/>
                      <a:pt x="1334734" y="44089"/>
                      <a:pt x="1334734" y="47780"/>
                    </a:cubicBezTo>
                    <a:cubicBezTo>
                      <a:pt x="1334734" y="53442"/>
                      <a:pt x="1329060" y="71383"/>
                      <a:pt x="1302094" y="124634"/>
                    </a:cubicBezTo>
                    <a:cubicBezTo>
                      <a:pt x="1279526" y="169678"/>
                      <a:pt x="1268561" y="202506"/>
                      <a:pt x="1268561" y="225028"/>
                    </a:cubicBezTo>
                    <a:cubicBezTo>
                      <a:pt x="1268561" y="233363"/>
                      <a:pt x="1270984" y="240170"/>
                      <a:pt x="1275829" y="245260"/>
                    </a:cubicBezTo>
                    <a:cubicBezTo>
                      <a:pt x="1280738" y="250413"/>
                      <a:pt x="1288387" y="253021"/>
                      <a:pt x="1298651" y="253021"/>
                    </a:cubicBezTo>
                    <a:cubicBezTo>
                      <a:pt x="1320836" y="253021"/>
                      <a:pt x="1332120" y="246977"/>
                      <a:pt x="1332120" y="235144"/>
                    </a:cubicBezTo>
                    <a:cubicBezTo>
                      <a:pt x="1332120" y="225473"/>
                      <a:pt x="1326319" y="219938"/>
                      <a:pt x="1316246" y="219938"/>
                    </a:cubicBezTo>
                    <a:cubicBezTo>
                      <a:pt x="1312613" y="219938"/>
                      <a:pt x="1308979" y="220575"/>
                      <a:pt x="1305536" y="221911"/>
                    </a:cubicBezTo>
                    <a:cubicBezTo>
                      <a:pt x="1302094" y="223247"/>
                      <a:pt x="1300946" y="223310"/>
                      <a:pt x="1300691" y="223310"/>
                    </a:cubicBezTo>
                    <a:cubicBezTo>
                      <a:pt x="1300118" y="223310"/>
                      <a:pt x="1299034" y="223310"/>
                      <a:pt x="1299034" y="218984"/>
                    </a:cubicBezTo>
                    <a:cubicBezTo>
                      <a:pt x="1299034" y="210841"/>
                      <a:pt x="1304963" y="188891"/>
                      <a:pt x="1333012" y="130614"/>
                    </a:cubicBezTo>
                    <a:cubicBezTo>
                      <a:pt x="1356472" y="82389"/>
                      <a:pt x="1367883" y="51979"/>
                      <a:pt x="1367883" y="37727"/>
                    </a:cubicBezTo>
                    <a:close/>
                  </a:path>
                </a:pathLst>
              </a:custGeom>
              <a:solidFill>
                <a:srgbClr val="FFC600"/>
              </a:solidFill>
              <a:ln w="6375"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1908AF0B-D10E-46A5-40F7-EA15AB02B467}"/>
                  </a:ext>
                </a:extLst>
              </p:cNvPr>
              <p:cNvSpPr/>
              <p:nvPr/>
            </p:nvSpPr>
            <p:spPr>
              <a:xfrm>
                <a:off x="6629906" y="-1566349"/>
                <a:ext cx="77774" cy="83661"/>
              </a:xfrm>
              <a:custGeom>
                <a:avLst/>
                <a:gdLst>
                  <a:gd name="connsiteX0" fmla="*/ 16001 w 77774"/>
                  <a:gd name="connsiteY0" fmla="*/ 83598 h 83661"/>
                  <a:gd name="connsiteX1" fmla="*/ 26201 w 77774"/>
                  <a:gd name="connsiteY1" fmla="*/ 79972 h 83661"/>
                  <a:gd name="connsiteX2" fmla="*/ 30154 w 77774"/>
                  <a:gd name="connsiteY2" fmla="*/ 73737 h 83661"/>
                  <a:gd name="connsiteX3" fmla="*/ 44625 w 77774"/>
                  <a:gd name="connsiteY3" fmla="*/ 53315 h 83661"/>
                  <a:gd name="connsiteX4" fmla="*/ 57056 w 77774"/>
                  <a:gd name="connsiteY4" fmla="*/ 43644 h 83661"/>
                  <a:gd name="connsiteX5" fmla="*/ 70890 w 77774"/>
                  <a:gd name="connsiteY5" fmla="*/ 31238 h 83661"/>
                  <a:gd name="connsiteX6" fmla="*/ 77775 w 77774"/>
                  <a:gd name="connsiteY6" fmla="*/ 17178 h 83661"/>
                  <a:gd name="connsiteX7" fmla="*/ 59160 w 77774"/>
                  <a:gd name="connsiteY7" fmla="*/ 0 h 83661"/>
                  <a:gd name="connsiteX8" fmla="*/ 45262 w 77774"/>
                  <a:gd name="connsiteY8" fmla="*/ 3881 h 83661"/>
                  <a:gd name="connsiteX9" fmla="*/ 26329 w 77774"/>
                  <a:gd name="connsiteY9" fmla="*/ 20868 h 83661"/>
                  <a:gd name="connsiteX10" fmla="*/ 16257 w 77774"/>
                  <a:gd name="connsiteY10" fmla="*/ 34419 h 83661"/>
                  <a:gd name="connsiteX11" fmla="*/ 5227 w 77774"/>
                  <a:gd name="connsiteY11" fmla="*/ 53315 h 83661"/>
                  <a:gd name="connsiteX12" fmla="*/ 0 w 77774"/>
                  <a:gd name="connsiteY12" fmla="*/ 67820 h 83661"/>
                  <a:gd name="connsiteX13" fmla="*/ 15874 w 77774"/>
                  <a:gd name="connsiteY13" fmla="*/ 83662 h 8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7774" h="83661">
                    <a:moveTo>
                      <a:pt x="16001" y="83598"/>
                    </a:moveTo>
                    <a:cubicBezTo>
                      <a:pt x="20336" y="83598"/>
                      <a:pt x="23779" y="82389"/>
                      <a:pt x="26201" y="79972"/>
                    </a:cubicBezTo>
                    <a:cubicBezTo>
                      <a:pt x="28114" y="78063"/>
                      <a:pt x="29389" y="76027"/>
                      <a:pt x="30154" y="73737"/>
                    </a:cubicBezTo>
                    <a:lnTo>
                      <a:pt x="44625" y="53315"/>
                    </a:lnTo>
                    <a:cubicBezTo>
                      <a:pt x="45454" y="52106"/>
                      <a:pt x="48068" y="49243"/>
                      <a:pt x="57056" y="43644"/>
                    </a:cubicBezTo>
                    <a:cubicBezTo>
                      <a:pt x="62220" y="39891"/>
                      <a:pt x="66938" y="35691"/>
                      <a:pt x="70890" y="31238"/>
                    </a:cubicBezTo>
                    <a:cubicBezTo>
                      <a:pt x="75480" y="26085"/>
                      <a:pt x="77775" y="21504"/>
                      <a:pt x="77775" y="17178"/>
                    </a:cubicBezTo>
                    <a:cubicBezTo>
                      <a:pt x="77775" y="6235"/>
                      <a:pt x="71018" y="0"/>
                      <a:pt x="59160" y="0"/>
                    </a:cubicBezTo>
                    <a:cubicBezTo>
                      <a:pt x="54889" y="0"/>
                      <a:pt x="50171" y="1272"/>
                      <a:pt x="45262" y="3881"/>
                    </a:cubicBezTo>
                    <a:cubicBezTo>
                      <a:pt x="40481" y="6426"/>
                      <a:pt x="34234" y="12024"/>
                      <a:pt x="26329" y="20868"/>
                    </a:cubicBezTo>
                    <a:cubicBezTo>
                      <a:pt x="23842" y="23349"/>
                      <a:pt x="20527" y="27802"/>
                      <a:pt x="16257" y="34419"/>
                    </a:cubicBezTo>
                    <a:cubicBezTo>
                      <a:pt x="12113" y="40845"/>
                      <a:pt x="8415" y="47207"/>
                      <a:pt x="5227" y="53315"/>
                    </a:cubicBezTo>
                    <a:cubicBezTo>
                      <a:pt x="574" y="62222"/>
                      <a:pt x="0" y="65721"/>
                      <a:pt x="0" y="67820"/>
                    </a:cubicBezTo>
                    <a:cubicBezTo>
                      <a:pt x="0" y="77872"/>
                      <a:pt x="5801" y="83662"/>
                      <a:pt x="15874" y="83662"/>
                    </a:cubicBezTo>
                    <a:close/>
                  </a:path>
                </a:pathLst>
              </a:custGeom>
              <a:solidFill>
                <a:srgbClr val="FFC600"/>
              </a:solidFill>
              <a:ln w="6375"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83F190B1-4BDA-4C69-8941-13714153199E}"/>
                  </a:ext>
                </a:extLst>
              </p:cNvPr>
              <p:cNvSpPr/>
              <p:nvPr/>
            </p:nvSpPr>
            <p:spPr>
              <a:xfrm>
                <a:off x="6490803" y="-1452468"/>
                <a:ext cx="217642" cy="242651"/>
              </a:xfrm>
              <a:custGeom>
                <a:avLst/>
                <a:gdLst>
                  <a:gd name="connsiteX0" fmla="*/ 206869 w 217642"/>
                  <a:gd name="connsiteY0" fmla="*/ 140921 h 242651"/>
                  <a:gd name="connsiteX1" fmla="*/ 217642 w 217642"/>
                  <a:gd name="connsiteY1" fmla="*/ 120944 h 242651"/>
                  <a:gd name="connsiteX2" fmla="*/ 203108 w 217642"/>
                  <a:gd name="connsiteY2" fmla="*/ 108474 h 242651"/>
                  <a:gd name="connsiteX3" fmla="*/ 191952 w 217642"/>
                  <a:gd name="connsiteY3" fmla="*/ 112355 h 242651"/>
                  <a:gd name="connsiteX4" fmla="*/ 159248 w 217642"/>
                  <a:gd name="connsiteY4" fmla="*/ 142639 h 242651"/>
                  <a:gd name="connsiteX5" fmla="*/ 118703 w 217642"/>
                  <a:gd name="connsiteY5" fmla="*/ 176422 h 242651"/>
                  <a:gd name="connsiteX6" fmla="*/ 76819 w 217642"/>
                  <a:gd name="connsiteY6" fmla="*/ 203333 h 242651"/>
                  <a:gd name="connsiteX7" fmla="*/ 40991 w 217642"/>
                  <a:gd name="connsiteY7" fmla="*/ 213640 h 242651"/>
                  <a:gd name="connsiteX8" fmla="*/ 33150 w 217642"/>
                  <a:gd name="connsiteY8" fmla="*/ 212431 h 242651"/>
                  <a:gd name="connsiteX9" fmla="*/ 31875 w 217642"/>
                  <a:gd name="connsiteY9" fmla="*/ 207278 h 242651"/>
                  <a:gd name="connsiteX10" fmla="*/ 39780 w 217642"/>
                  <a:gd name="connsiteY10" fmla="*/ 173559 h 242651"/>
                  <a:gd name="connsiteX11" fmla="*/ 53423 w 217642"/>
                  <a:gd name="connsiteY11" fmla="*/ 141621 h 242651"/>
                  <a:gd name="connsiteX12" fmla="*/ 64706 w 217642"/>
                  <a:gd name="connsiteY12" fmla="*/ 126733 h 242651"/>
                  <a:gd name="connsiteX13" fmla="*/ 83002 w 217642"/>
                  <a:gd name="connsiteY13" fmla="*/ 102685 h 242651"/>
                  <a:gd name="connsiteX14" fmla="*/ 97984 w 217642"/>
                  <a:gd name="connsiteY14" fmla="*/ 82326 h 242651"/>
                  <a:gd name="connsiteX15" fmla="*/ 123101 w 217642"/>
                  <a:gd name="connsiteY15" fmla="*/ 43072 h 242651"/>
                  <a:gd name="connsiteX16" fmla="*/ 135214 w 217642"/>
                  <a:gd name="connsiteY16" fmla="*/ 15205 h 242651"/>
                  <a:gd name="connsiteX17" fmla="*/ 118639 w 217642"/>
                  <a:gd name="connsiteY17" fmla="*/ 0 h 242651"/>
                  <a:gd name="connsiteX18" fmla="*/ 91991 w 217642"/>
                  <a:gd name="connsiteY18" fmla="*/ 18005 h 242651"/>
                  <a:gd name="connsiteX19" fmla="*/ 61455 w 217642"/>
                  <a:gd name="connsiteY19" fmla="*/ 60758 h 242651"/>
                  <a:gd name="connsiteX20" fmla="*/ 31875 w 217642"/>
                  <a:gd name="connsiteY20" fmla="*/ 115027 h 242651"/>
                  <a:gd name="connsiteX21" fmla="*/ 9052 w 217642"/>
                  <a:gd name="connsiteY21" fmla="*/ 168405 h 242651"/>
                  <a:gd name="connsiteX22" fmla="*/ 0 w 217642"/>
                  <a:gd name="connsiteY22" fmla="*/ 208614 h 242651"/>
                  <a:gd name="connsiteX23" fmla="*/ 9945 w 217642"/>
                  <a:gd name="connsiteY23" fmla="*/ 234126 h 242651"/>
                  <a:gd name="connsiteX24" fmla="*/ 40226 w 217642"/>
                  <a:gd name="connsiteY24" fmla="*/ 242651 h 242651"/>
                  <a:gd name="connsiteX25" fmla="*/ 92820 w 217642"/>
                  <a:gd name="connsiteY25" fmla="*/ 228718 h 242651"/>
                  <a:gd name="connsiteX26" fmla="*/ 142800 w 217642"/>
                  <a:gd name="connsiteY26" fmla="*/ 198625 h 242651"/>
                  <a:gd name="connsiteX27" fmla="*/ 172827 w 217642"/>
                  <a:gd name="connsiteY27" fmla="*/ 173431 h 242651"/>
                  <a:gd name="connsiteX28" fmla="*/ 206741 w 217642"/>
                  <a:gd name="connsiteY28" fmla="*/ 140921 h 242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7642" h="242651">
                    <a:moveTo>
                      <a:pt x="206869" y="140921"/>
                    </a:moveTo>
                    <a:cubicBezTo>
                      <a:pt x="214073" y="133732"/>
                      <a:pt x="217642" y="127179"/>
                      <a:pt x="217642" y="120944"/>
                    </a:cubicBezTo>
                    <a:cubicBezTo>
                      <a:pt x="217642" y="117190"/>
                      <a:pt x="216240" y="108474"/>
                      <a:pt x="203108" y="108474"/>
                    </a:cubicBezTo>
                    <a:cubicBezTo>
                      <a:pt x="198327" y="108474"/>
                      <a:pt x="194565" y="109810"/>
                      <a:pt x="191952" y="112355"/>
                    </a:cubicBezTo>
                    <a:cubicBezTo>
                      <a:pt x="182899" y="120944"/>
                      <a:pt x="171870" y="131123"/>
                      <a:pt x="159248" y="142639"/>
                    </a:cubicBezTo>
                    <a:cubicBezTo>
                      <a:pt x="146625" y="154154"/>
                      <a:pt x="132983" y="165542"/>
                      <a:pt x="118703" y="176422"/>
                    </a:cubicBezTo>
                    <a:cubicBezTo>
                      <a:pt x="104550" y="187237"/>
                      <a:pt x="90461" y="196271"/>
                      <a:pt x="76819" y="203333"/>
                    </a:cubicBezTo>
                    <a:cubicBezTo>
                      <a:pt x="63559" y="210141"/>
                      <a:pt x="51510" y="213640"/>
                      <a:pt x="40991" y="213640"/>
                    </a:cubicBezTo>
                    <a:cubicBezTo>
                      <a:pt x="34552" y="213640"/>
                      <a:pt x="33150" y="212431"/>
                      <a:pt x="33150" y="212431"/>
                    </a:cubicBezTo>
                    <a:cubicBezTo>
                      <a:pt x="32321" y="211477"/>
                      <a:pt x="31875" y="209695"/>
                      <a:pt x="31875" y="207278"/>
                    </a:cubicBezTo>
                    <a:cubicBezTo>
                      <a:pt x="31875" y="199707"/>
                      <a:pt x="34489" y="188446"/>
                      <a:pt x="39780" y="173559"/>
                    </a:cubicBezTo>
                    <a:cubicBezTo>
                      <a:pt x="44625" y="158735"/>
                      <a:pt x="49215" y="147983"/>
                      <a:pt x="53423" y="141621"/>
                    </a:cubicBezTo>
                    <a:cubicBezTo>
                      <a:pt x="55144" y="139076"/>
                      <a:pt x="58905" y="134050"/>
                      <a:pt x="64706" y="126733"/>
                    </a:cubicBezTo>
                    <a:cubicBezTo>
                      <a:pt x="70635" y="119226"/>
                      <a:pt x="76755" y="111146"/>
                      <a:pt x="83002" y="102685"/>
                    </a:cubicBezTo>
                    <a:cubicBezTo>
                      <a:pt x="89313" y="94159"/>
                      <a:pt x="94286" y="87415"/>
                      <a:pt x="97984" y="82326"/>
                    </a:cubicBezTo>
                    <a:cubicBezTo>
                      <a:pt x="106908" y="68965"/>
                      <a:pt x="115324" y="55796"/>
                      <a:pt x="123101" y="43072"/>
                    </a:cubicBezTo>
                    <a:cubicBezTo>
                      <a:pt x="133938" y="25194"/>
                      <a:pt x="135214" y="18577"/>
                      <a:pt x="135214" y="15205"/>
                    </a:cubicBezTo>
                    <a:cubicBezTo>
                      <a:pt x="135214" y="5535"/>
                      <a:pt x="129157" y="0"/>
                      <a:pt x="118639" y="0"/>
                    </a:cubicBezTo>
                    <a:cubicBezTo>
                      <a:pt x="111308" y="0"/>
                      <a:pt x="102829" y="5726"/>
                      <a:pt x="91991" y="18005"/>
                    </a:cubicBezTo>
                    <a:cubicBezTo>
                      <a:pt x="82173" y="29139"/>
                      <a:pt x="71910" y="43517"/>
                      <a:pt x="61455" y="60758"/>
                    </a:cubicBezTo>
                    <a:cubicBezTo>
                      <a:pt x="51063" y="77872"/>
                      <a:pt x="41119" y="96132"/>
                      <a:pt x="31875" y="115027"/>
                    </a:cubicBezTo>
                    <a:cubicBezTo>
                      <a:pt x="22631" y="133986"/>
                      <a:pt x="14918" y="151927"/>
                      <a:pt x="9052" y="168405"/>
                    </a:cubicBezTo>
                    <a:cubicBezTo>
                      <a:pt x="2996" y="185456"/>
                      <a:pt x="0" y="198625"/>
                      <a:pt x="0" y="208614"/>
                    </a:cubicBezTo>
                    <a:cubicBezTo>
                      <a:pt x="0" y="219811"/>
                      <a:pt x="3315" y="228400"/>
                      <a:pt x="9945" y="234126"/>
                    </a:cubicBezTo>
                    <a:cubicBezTo>
                      <a:pt x="16448" y="239852"/>
                      <a:pt x="26392" y="242651"/>
                      <a:pt x="40226" y="242651"/>
                    </a:cubicBezTo>
                    <a:cubicBezTo>
                      <a:pt x="56610" y="242651"/>
                      <a:pt x="74269" y="237943"/>
                      <a:pt x="92820" y="228718"/>
                    </a:cubicBezTo>
                    <a:cubicBezTo>
                      <a:pt x="110925" y="219684"/>
                      <a:pt x="127755" y="209568"/>
                      <a:pt x="142800" y="198625"/>
                    </a:cubicBezTo>
                    <a:cubicBezTo>
                      <a:pt x="152235" y="191500"/>
                      <a:pt x="162308" y="182975"/>
                      <a:pt x="172827" y="173431"/>
                    </a:cubicBezTo>
                    <a:cubicBezTo>
                      <a:pt x="183218" y="163952"/>
                      <a:pt x="194629" y="153009"/>
                      <a:pt x="206741" y="140921"/>
                    </a:cubicBezTo>
                    <a:close/>
                  </a:path>
                </a:pathLst>
              </a:custGeom>
              <a:solidFill>
                <a:srgbClr val="FFC600"/>
              </a:solidFill>
              <a:ln w="6375"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AE9E700A-588E-DAB6-A9CA-73F58DE61E26}"/>
                  </a:ext>
                </a:extLst>
              </p:cNvPr>
              <p:cNvSpPr/>
              <p:nvPr/>
            </p:nvSpPr>
            <p:spPr>
              <a:xfrm>
                <a:off x="6647182" y="-1463283"/>
                <a:ext cx="220893" cy="268226"/>
              </a:xfrm>
              <a:custGeom>
                <a:avLst/>
                <a:gdLst>
                  <a:gd name="connsiteX0" fmla="*/ 181751 w 220893"/>
                  <a:gd name="connsiteY0" fmla="*/ 61013 h 268226"/>
                  <a:gd name="connsiteX1" fmla="*/ 197625 w 220893"/>
                  <a:gd name="connsiteY1" fmla="*/ 74818 h 268226"/>
                  <a:gd name="connsiteX2" fmla="*/ 214455 w 220893"/>
                  <a:gd name="connsiteY2" fmla="*/ 64067 h 268226"/>
                  <a:gd name="connsiteX3" fmla="*/ 220894 w 220893"/>
                  <a:gd name="connsiteY3" fmla="*/ 42817 h 268226"/>
                  <a:gd name="connsiteX4" fmla="*/ 202662 w 220893"/>
                  <a:gd name="connsiteY4" fmla="*/ 11134 h 268226"/>
                  <a:gd name="connsiteX5" fmla="*/ 162435 w 220893"/>
                  <a:gd name="connsiteY5" fmla="*/ 0 h 268226"/>
                  <a:gd name="connsiteX6" fmla="*/ 116153 w 220893"/>
                  <a:gd name="connsiteY6" fmla="*/ 9798 h 268226"/>
                  <a:gd name="connsiteX7" fmla="*/ 76436 w 220893"/>
                  <a:gd name="connsiteY7" fmla="*/ 36455 h 268226"/>
                  <a:gd name="connsiteX8" fmla="*/ 60053 w 220893"/>
                  <a:gd name="connsiteY8" fmla="*/ 75836 h 268226"/>
                  <a:gd name="connsiteX9" fmla="*/ 68531 w 220893"/>
                  <a:gd name="connsiteY9" fmla="*/ 98231 h 268226"/>
                  <a:gd name="connsiteX10" fmla="*/ 94924 w 220893"/>
                  <a:gd name="connsiteY10" fmla="*/ 113755 h 268226"/>
                  <a:gd name="connsiteX11" fmla="*/ 139549 w 220893"/>
                  <a:gd name="connsiteY11" fmla="*/ 127242 h 268226"/>
                  <a:gd name="connsiteX12" fmla="*/ 157909 w 220893"/>
                  <a:gd name="connsiteY12" fmla="*/ 137867 h 268226"/>
                  <a:gd name="connsiteX13" fmla="*/ 163391 w 220893"/>
                  <a:gd name="connsiteY13" fmla="*/ 153327 h 268226"/>
                  <a:gd name="connsiteX14" fmla="*/ 152107 w 220893"/>
                  <a:gd name="connsiteY14" fmla="*/ 181702 h 268226"/>
                  <a:gd name="connsiteX15" fmla="*/ 122209 w 220893"/>
                  <a:gd name="connsiteY15" fmla="*/ 211159 h 268226"/>
                  <a:gd name="connsiteX16" fmla="*/ 84023 w 220893"/>
                  <a:gd name="connsiteY16" fmla="*/ 233553 h 268226"/>
                  <a:gd name="connsiteX17" fmla="*/ 47622 w 220893"/>
                  <a:gd name="connsiteY17" fmla="*/ 241951 h 268226"/>
                  <a:gd name="connsiteX18" fmla="*/ 31110 w 220893"/>
                  <a:gd name="connsiteY18" fmla="*/ 234190 h 268226"/>
                  <a:gd name="connsiteX19" fmla="*/ 47303 w 220893"/>
                  <a:gd name="connsiteY19" fmla="*/ 203651 h 268226"/>
                  <a:gd name="connsiteX20" fmla="*/ 94350 w 220893"/>
                  <a:gd name="connsiteY20" fmla="*/ 169296 h 268226"/>
                  <a:gd name="connsiteX21" fmla="*/ 104104 w 220893"/>
                  <a:gd name="connsiteY21" fmla="*/ 158035 h 268226"/>
                  <a:gd name="connsiteX22" fmla="*/ 94287 w 220893"/>
                  <a:gd name="connsiteY22" fmla="*/ 149573 h 268226"/>
                  <a:gd name="connsiteX23" fmla="*/ 81281 w 220893"/>
                  <a:gd name="connsiteY23" fmla="*/ 151737 h 268226"/>
                  <a:gd name="connsiteX24" fmla="*/ 69360 w 220893"/>
                  <a:gd name="connsiteY24" fmla="*/ 156063 h 268226"/>
                  <a:gd name="connsiteX25" fmla="*/ 39462 w 220893"/>
                  <a:gd name="connsiteY25" fmla="*/ 176167 h 268226"/>
                  <a:gd name="connsiteX26" fmla="*/ 11985 w 220893"/>
                  <a:gd name="connsiteY26" fmla="*/ 205306 h 268226"/>
                  <a:gd name="connsiteX27" fmla="*/ 0 w 220893"/>
                  <a:gd name="connsiteY27" fmla="*/ 238898 h 268226"/>
                  <a:gd name="connsiteX28" fmla="*/ 42202 w 220893"/>
                  <a:gd name="connsiteY28" fmla="*/ 268227 h 268226"/>
                  <a:gd name="connsiteX29" fmla="*/ 161288 w 220893"/>
                  <a:gd name="connsiteY29" fmla="*/ 213894 h 268226"/>
                  <a:gd name="connsiteX30" fmla="*/ 199920 w 220893"/>
                  <a:gd name="connsiteY30" fmla="*/ 147919 h 268226"/>
                  <a:gd name="connsiteX31" fmla="*/ 191697 w 220893"/>
                  <a:gd name="connsiteY31" fmla="*/ 122089 h 268226"/>
                  <a:gd name="connsiteX32" fmla="*/ 162372 w 220893"/>
                  <a:gd name="connsiteY32" fmla="*/ 103957 h 268226"/>
                  <a:gd name="connsiteX33" fmla="*/ 119085 w 220893"/>
                  <a:gd name="connsiteY33" fmla="*/ 90469 h 268226"/>
                  <a:gd name="connsiteX34" fmla="*/ 95243 w 220893"/>
                  <a:gd name="connsiteY34" fmla="*/ 73101 h 268226"/>
                  <a:gd name="connsiteX35" fmla="*/ 104869 w 220893"/>
                  <a:gd name="connsiteY35" fmla="*/ 51151 h 268226"/>
                  <a:gd name="connsiteX36" fmla="*/ 130751 w 220893"/>
                  <a:gd name="connsiteY36" fmla="*/ 33656 h 268226"/>
                  <a:gd name="connsiteX37" fmla="*/ 162435 w 220893"/>
                  <a:gd name="connsiteY37" fmla="*/ 26912 h 268226"/>
                  <a:gd name="connsiteX38" fmla="*/ 189083 w 220893"/>
                  <a:gd name="connsiteY38" fmla="*/ 42753 h 268226"/>
                  <a:gd name="connsiteX39" fmla="*/ 186214 w 220893"/>
                  <a:gd name="connsiteY39" fmla="*/ 49943 h 268226"/>
                  <a:gd name="connsiteX40" fmla="*/ 181624 w 220893"/>
                  <a:gd name="connsiteY40" fmla="*/ 60949 h 268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20893" h="268226">
                    <a:moveTo>
                      <a:pt x="181751" y="61013"/>
                    </a:moveTo>
                    <a:cubicBezTo>
                      <a:pt x="181751" y="65148"/>
                      <a:pt x="183281" y="74818"/>
                      <a:pt x="197625" y="74818"/>
                    </a:cubicBezTo>
                    <a:cubicBezTo>
                      <a:pt x="204128" y="74818"/>
                      <a:pt x="209801" y="71192"/>
                      <a:pt x="214455" y="64067"/>
                    </a:cubicBezTo>
                    <a:cubicBezTo>
                      <a:pt x="218727" y="57514"/>
                      <a:pt x="220894" y="50388"/>
                      <a:pt x="220894" y="42817"/>
                    </a:cubicBezTo>
                    <a:cubicBezTo>
                      <a:pt x="220894" y="29584"/>
                      <a:pt x="214774" y="18959"/>
                      <a:pt x="202662" y="11134"/>
                    </a:cubicBezTo>
                    <a:cubicBezTo>
                      <a:pt x="191186" y="3754"/>
                      <a:pt x="177671" y="0"/>
                      <a:pt x="162435" y="0"/>
                    </a:cubicBezTo>
                    <a:cubicBezTo>
                      <a:pt x="147199" y="0"/>
                      <a:pt x="131963" y="3308"/>
                      <a:pt x="116153" y="9798"/>
                    </a:cubicBezTo>
                    <a:cubicBezTo>
                      <a:pt x="100342" y="16287"/>
                      <a:pt x="86955" y="25258"/>
                      <a:pt x="76436" y="36455"/>
                    </a:cubicBezTo>
                    <a:cubicBezTo>
                      <a:pt x="65535" y="48034"/>
                      <a:pt x="60053" y="61267"/>
                      <a:pt x="60053" y="75836"/>
                    </a:cubicBezTo>
                    <a:cubicBezTo>
                      <a:pt x="60053" y="84107"/>
                      <a:pt x="62921" y="91614"/>
                      <a:pt x="68531" y="98231"/>
                    </a:cubicBezTo>
                    <a:cubicBezTo>
                      <a:pt x="74014" y="104720"/>
                      <a:pt x="82875" y="109937"/>
                      <a:pt x="94924" y="113755"/>
                    </a:cubicBezTo>
                    <a:lnTo>
                      <a:pt x="139549" y="127242"/>
                    </a:lnTo>
                    <a:cubicBezTo>
                      <a:pt x="148028" y="129660"/>
                      <a:pt x="154212" y="133223"/>
                      <a:pt x="157909" y="137867"/>
                    </a:cubicBezTo>
                    <a:cubicBezTo>
                      <a:pt x="161607" y="142511"/>
                      <a:pt x="163391" y="147537"/>
                      <a:pt x="163391" y="153327"/>
                    </a:cubicBezTo>
                    <a:cubicBezTo>
                      <a:pt x="163391" y="162170"/>
                      <a:pt x="159630" y="171714"/>
                      <a:pt x="152107" y="181702"/>
                    </a:cubicBezTo>
                    <a:cubicBezTo>
                      <a:pt x="144266" y="192136"/>
                      <a:pt x="134258" y="202061"/>
                      <a:pt x="122209" y="211159"/>
                    </a:cubicBezTo>
                    <a:cubicBezTo>
                      <a:pt x="110160" y="220320"/>
                      <a:pt x="97283" y="227891"/>
                      <a:pt x="84023" y="233553"/>
                    </a:cubicBezTo>
                    <a:cubicBezTo>
                      <a:pt x="70890" y="239152"/>
                      <a:pt x="58650" y="241951"/>
                      <a:pt x="47622" y="241951"/>
                    </a:cubicBezTo>
                    <a:cubicBezTo>
                      <a:pt x="31110" y="241951"/>
                      <a:pt x="31110" y="236162"/>
                      <a:pt x="31110" y="234190"/>
                    </a:cubicBezTo>
                    <a:cubicBezTo>
                      <a:pt x="31110" y="226746"/>
                      <a:pt x="36529" y="216503"/>
                      <a:pt x="47303" y="203651"/>
                    </a:cubicBezTo>
                    <a:cubicBezTo>
                      <a:pt x="58331" y="190482"/>
                      <a:pt x="74077" y="178966"/>
                      <a:pt x="94350" y="169296"/>
                    </a:cubicBezTo>
                    <a:cubicBezTo>
                      <a:pt x="98558" y="167006"/>
                      <a:pt x="104104" y="163379"/>
                      <a:pt x="104104" y="158035"/>
                    </a:cubicBezTo>
                    <a:cubicBezTo>
                      <a:pt x="104104" y="153963"/>
                      <a:pt x="101554" y="149573"/>
                      <a:pt x="94287" y="149573"/>
                    </a:cubicBezTo>
                    <a:cubicBezTo>
                      <a:pt x="90653" y="149573"/>
                      <a:pt x="86445" y="150273"/>
                      <a:pt x="81281" y="151737"/>
                    </a:cubicBezTo>
                    <a:cubicBezTo>
                      <a:pt x="76309" y="153136"/>
                      <a:pt x="72293" y="154599"/>
                      <a:pt x="69360" y="156063"/>
                    </a:cubicBezTo>
                    <a:cubicBezTo>
                      <a:pt x="60117" y="160707"/>
                      <a:pt x="50044" y="167451"/>
                      <a:pt x="39462" y="176167"/>
                    </a:cubicBezTo>
                    <a:cubicBezTo>
                      <a:pt x="28879" y="184883"/>
                      <a:pt x="19635" y="194681"/>
                      <a:pt x="11985" y="205306"/>
                    </a:cubicBezTo>
                    <a:cubicBezTo>
                      <a:pt x="4016" y="216376"/>
                      <a:pt x="0" y="227637"/>
                      <a:pt x="0" y="238898"/>
                    </a:cubicBezTo>
                    <a:cubicBezTo>
                      <a:pt x="0" y="252258"/>
                      <a:pt x="7331" y="268227"/>
                      <a:pt x="42202" y="268227"/>
                    </a:cubicBezTo>
                    <a:cubicBezTo>
                      <a:pt x="80516" y="268227"/>
                      <a:pt x="120551" y="249968"/>
                      <a:pt x="161288" y="213894"/>
                    </a:cubicBezTo>
                    <a:cubicBezTo>
                      <a:pt x="186915" y="191563"/>
                      <a:pt x="199920" y="169360"/>
                      <a:pt x="199920" y="147919"/>
                    </a:cubicBezTo>
                    <a:cubicBezTo>
                      <a:pt x="199920" y="138503"/>
                      <a:pt x="197179" y="129851"/>
                      <a:pt x="191697" y="122089"/>
                    </a:cubicBezTo>
                    <a:cubicBezTo>
                      <a:pt x="186214" y="114327"/>
                      <a:pt x="176333" y="108220"/>
                      <a:pt x="162372" y="103957"/>
                    </a:cubicBezTo>
                    <a:lnTo>
                      <a:pt x="119085" y="90469"/>
                    </a:lnTo>
                    <a:cubicBezTo>
                      <a:pt x="108184" y="87225"/>
                      <a:pt x="95243" y="81562"/>
                      <a:pt x="95243" y="73101"/>
                    </a:cubicBezTo>
                    <a:cubicBezTo>
                      <a:pt x="95243" y="65212"/>
                      <a:pt x="98367" y="58022"/>
                      <a:pt x="104869" y="51151"/>
                    </a:cubicBezTo>
                    <a:cubicBezTo>
                      <a:pt x="111626" y="43962"/>
                      <a:pt x="120296" y="38109"/>
                      <a:pt x="130751" y="33656"/>
                    </a:cubicBezTo>
                    <a:cubicBezTo>
                      <a:pt x="141143" y="29202"/>
                      <a:pt x="151853" y="26912"/>
                      <a:pt x="162435" y="26912"/>
                    </a:cubicBezTo>
                    <a:cubicBezTo>
                      <a:pt x="189083" y="26912"/>
                      <a:pt x="189083" y="38427"/>
                      <a:pt x="189083" y="42753"/>
                    </a:cubicBezTo>
                    <a:cubicBezTo>
                      <a:pt x="189083" y="44917"/>
                      <a:pt x="188126" y="47334"/>
                      <a:pt x="186214" y="49943"/>
                    </a:cubicBezTo>
                    <a:cubicBezTo>
                      <a:pt x="183154" y="54142"/>
                      <a:pt x="181624" y="57704"/>
                      <a:pt x="181624" y="60949"/>
                    </a:cubicBezTo>
                    <a:close/>
                  </a:path>
                </a:pathLst>
              </a:custGeom>
              <a:solidFill>
                <a:srgbClr val="FFC600"/>
              </a:solidFill>
              <a:ln w="6375"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9CE98658-F6C8-25A8-D7A7-8720C72F5E1C}"/>
                  </a:ext>
                </a:extLst>
              </p:cNvPr>
              <p:cNvSpPr/>
              <p:nvPr/>
            </p:nvSpPr>
            <p:spPr>
              <a:xfrm>
                <a:off x="6996914" y="-1565268"/>
                <a:ext cx="75862" cy="83598"/>
              </a:xfrm>
              <a:custGeom>
                <a:avLst/>
                <a:gdLst>
                  <a:gd name="connsiteX0" fmla="*/ 15555 w 75862"/>
                  <a:gd name="connsiteY0" fmla="*/ 83598 h 83598"/>
                  <a:gd name="connsiteX1" fmla="*/ 25628 w 75862"/>
                  <a:gd name="connsiteY1" fmla="*/ 79908 h 83598"/>
                  <a:gd name="connsiteX2" fmla="*/ 29452 w 75862"/>
                  <a:gd name="connsiteY2" fmla="*/ 73673 h 83598"/>
                  <a:gd name="connsiteX3" fmla="*/ 43542 w 75862"/>
                  <a:gd name="connsiteY3" fmla="*/ 53251 h 83598"/>
                  <a:gd name="connsiteX4" fmla="*/ 55654 w 75862"/>
                  <a:gd name="connsiteY4" fmla="*/ 43581 h 83598"/>
                  <a:gd name="connsiteX5" fmla="*/ 69169 w 75862"/>
                  <a:gd name="connsiteY5" fmla="*/ 31174 h 83598"/>
                  <a:gd name="connsiteX6" fmla="*/ 75863 w 75862"/>
                  <a:gd name="connsiteY6" fmla="*/ 17178 h 83598"/>
                  <a:gd name="connsiteX7" fmla="*/ 57630 w 75862"/>
                  <a:gd name="connsiteY7" fmla="*/ 0 h 83598"/>
                  <a:gd name="connsiteX8" fmla="*/ 44051 w 75862"/>
                  <a:gd name="connsiteY8" fmla="*/ 3881 h 83598"/>
                  <a:gd name="connsiteX9" fmla="*/ 25564 w 75862"/>
                  <a:gd name="connsiteY9" fmla="*/ 20868 h 83598"/>
                  <a:gd name="connsiteX10" fmla="*/ 15811 w 75862"/>
                  <a:gd name="connsiteY10" fmla="*/ 34419 h 83598"/>
                  <a:gd name="connsiteX11" fmla="*/ 5100 w 75862"/>
                  <a:gd name="connsiteY11" fmla="*/ 53315 h 83598"/>
                  <a:gd name="connsiteX12" fmla="*/ 0 w 75862"/>
                  <a:gd name="connsiteY12" fmla="*/ 67757 h 83598"/>
                  <a:gd name="connsiteX13" fmla="*/ 15555 w 75862"/>
                  <a:gd name="connsiteY13" fmla="*/ 83598 h 83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862" h="83598">
                    <a:moveTo>
                      <a:pt x="15555" y="83598"/>
                    </a:moveTo>
                    <a:cubicBezTo>
                      <a:pt x="19827" y="83598"/>
                      <a:pt x="23205" y="82326"/>
                      <a:pt x="25628" y="79908"/>
                    </a:cubicBezTo>
                    <a:cubicBezTo>
                      <a:pt x="27477" y="78000"/>
                      <a:pt x="28751" y="75964"/>
                      <a:pt x="29452" y="73673"/>
                    </a:cubicBezTo>
                    <a:lnTo>
                      <a:pt x="43542" y="53251"/>
                    </a:lnTo>
                    <a:cubicBezTo>
                      <a:pt x="44307" y="52042"/>
                      <a:pt x="46921" y="49179"/>
                      <a:pt x="55654" y="43581"/>
                    </a:cubicBezTo>
                    <a:cubicBezTo>
                      <a:pt x="60690" y="39827"/>
                      <a:pt x="65281" y="35628"/>
                      <a:pt x="69169" y="31174"/>
                    </a:cubicBezTo>
                    <a:cubicBezTo>
                      <a:pt x="73632" y="26021"/>
                      <a:pt x="75863" y="21440"/>
                      <a:pt x="75863" y="17178"/>
                    </a:cubicBezTo>
                    <a:cubicBezTo>
                      <a:pt x="75863" y="6235"/>
                      <a:pt x="69233" y="0"/>
                      <a:pt x="57630" y="0"/>
                    </a:cubicBezTo>
                    <a:cubicBezTo>
                      <a:pt x="53423" y="0"/>
                      <a:pt x="48833" y="1336"/>
                      <a:pt x="44051" y="3881"/>
                    </a:cubicBezTo>
                    <a:cubicBezTo>
                      <a:pt x="39398" y="6426"/>
                      <a:pt x="33278" y="12024"/>
                      <a:pt x="25564" y="20868"/>
                    </a:cubicBezTo>
                    <a:cubicBezTo>
                      <a:pt x="23141" y="23349"/>
                      <a:pt x="19954" y="27802"/>
                      <a:pt x="15811" y="34419"/>
                    </a:cubicBezTo>
                    <a:cubicBezTo>
                      <a:pt x="11794" y="40845"/>
                      <a:pt x="8160" y="47207"/>
                      <a:pt x="5100" y="53315"/>
                    </a:cubicBezTo>
                    <a:cubicBezTo>
                      <a:pt x="638" y="62222"/>
                      <a:pt x="0" y="65721"/>
                      <a:pt x="0" y="67757"/>
                    </a:cubicBezTo>
                    <a:cubicBezTo>
                      <a:pt x="0" y="77809"/>
                      <a:pt x="5674" y="83598"/>
                      <a:pt x="15555" y="83598"/>
                    </a:cubicBezTo>
                    <a:close/>
                  </a:path>
                </a:pathLst>
              </a:custGeom>
              <a:solidFill>
                <a:srgbClr val="FFC600"/>
              </a:solidFill>
              <a:ln w="6375"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66234178-EC13-F056-03D7-566383EE3221}"/>
                  </a:ext>
                </a:extLst>
              </p:cNvPr>
              <p:cNvSpPr/>
              <p:nvPr/>
            </p:nvSpPr>
            <p:spPr>
              <a:xfrm>
                <a:off x="6861637" y="-1472063"/>
                <a:ext cx="426423" cy="271535"/>
              </a:xfrm>
              <a:custGeom>
                <a:avLst/>
                <a:gdLst>
                  <a:gd name="connsiteX0" fmla="*/ 391042 w 426423"/>
                  <a:gd name="connsiteY0" fmla="*/ 224137 h 271535"/>
                  <a:gd name="connsiteX1" fmla="*/ 375296 w 426423"/>
                  <a:gd name="connsiteY1" fmla="*/ 208932 h 271535"/>
                  <a:gd name="connsiteX2" fmla="*/ 364650 w 426423"/>
                  <a:gd name="connsiteY2" fmla="*/ 210904 h 271535"/>
                  <a:gd name="connsiteX3" fmla="*/ 359933 w 426423"/>
                  <a:gd name="connsiteY3" fmla="*/ 212304 h 271535"/>
                  <a:gd name="connsiteX4" fmla="*/ 358339 w 426423"/>
                  <a:gd name="connsiteY4" fmla="*/ 207978 h 271535"/>
                  <a:gd name="connsiteX5" fmla="*/ 391935 w 426423"/>
                  <a:gd name="connsiteY5" fmla="*/ 119544 h 271535"/>
                  <a:gd name="connsiteX6" fmla="*/ 426424 w 426423"/>
                  <a:gd name="connsiteY6" fmla="*/ 26657 h 271535"/>
                  <a:gd name="connsiteX7" fmla="*/ 398629 w 426423"/>
                  <a:gd name="connsiteY7" fmla="*/ 0 h 271535"/>
                  <a:gd name="connsiteX8" fmla="*/ 298223 w 426423"/>
                  <a:gd name="connsiteY8" fmla="*/ 57068 h 271535"/>
                  <a:gd name="connsiteX9" fmla="*/ 255956 w 426423"/>
                  <a:gd name="connsiteY9" fmla="*/ 97022 h 271535"/>
                  <a:gd name="connsiteX10" fmla="*/ 238361 w 426423"/>
                  <a:gd name="connsiteY10" fmla="*/ 115409 h 271535"/>
                  <a:gd name="connsiteX11" fmla="*/ 249072 w 426423"/>
                  <a:gd name="connsiteY11" fmla="*/ 92569 h 271535"/>
                  <a:gd name="connsiteX12" fmla="*/ 264563 w 426423"/>
                  <a:gd name="connsiteY12" fmla="*/ 57195 h 271535"/>
                  <a:gd name="connsiteX13" fmla="*/ 270874 w 426423"/>
                  <a:gd name="connsiteY13" fmla="*/ 35373 h 271535"/>
                  <a:gd name="connsiteX14" fmla="*/ 253789 w 426423"/>
                  <a:gd name="connsiteY14" fmla="*/ 17496 h 271535"/>
                  <a:gd name="connsiteX15" fmla="*/ 240019 w 426423"/>
                  <a:gd name="connsiteY15" fmla="*/ 31302 h 271535"/>
                  <a:gd name="connsiteX16" fmla="*/ 201769 w 426423"/>
                  <a:gd name="connsiteY16" fmla="*/ 117636 h 271535"/>
                  <a:gd name="connsiteX17" fmla="*/ 196031 w 426423"/>
                  <a:gd name="connsiteY17" fmla="*/ 129342 h 271535"/>
                  <a:gd name="connsiteX18" fmla="*/ 186596 w 426423"/>
                  <a:gd name="connsiteY18" fmla="*/ 133032 h 271535"/>
                  <a:gd name="connsiteX19" fmla="*/ 154785 w 426423"/>
                  <a:gd name="connsiteY19" fmla="*/ 163316 h 271535"/>
                  <a:gd name="connsiteX20" fmla="*/ 115324 w 426423"/>
                  <a:gd name="connsiteY20" fmla="*/ 197098 h 271535"/>
                  <a:gd name="connsiteX21" fmla="*/ 74588 w 426423"/>
                  <a:gd name="connsiteY21" fmla="*/ 223947 h 271535"/>
                  <a:gd name="connsiteX22" fmla="*/ 39844 w 426423"/>
                  <a:gd name="connsiteY22" fmla="*/ 234190 h 271535"/>
                  <a:gd name="connsiteX23" fmla="*/ 32322 w 426423"/>
                  <a:gd name="connsiteY23" fmla="*/ 233044 h 271535"/>
                  <a:gd name="connsiteX24" fmla="*/ 31110 w 426423"/>
                  <a:gd name="connsiteY24" fmla="*/ 227827 h 271535"/>
                  <a:gd name="connsiteX25" fmla="*/ 38761 w 426423"/>
                  <a:gd name="connsiteY25" fmla="*/ 194108 h 271535"/>
                  <a:gd name="connsiteX26" fmla="*/ 52084 w 426423"/>
                  <a:gd name="connsiteY26" fmla="*/ 162170 h 271535"/>
                  <a:gd name="connsiteX27" fmla="*/ 63049 w 426423"/>
                  <a:gd name="connsiteY27" fmla="*/ 147283 h 271535"/>
                  <a:gd name="connsiteX28" fmla="*/ 80835 w 426423"/>
                  <a:gd name="connsiteY28" fmla="*/ 123234 h 271535"/>
                  <a:gd name="connsiteX29" fmla="*/ 95434 w 426423"/>
                  <a:gd name="connsiteY29" fmla="*/ 102875 h 271535"/>
                  <a:gd name="connsiteX30" fmla="*/ 119850 w 426423"/>
                  <a:gd name="connsiteY30" fmla="*/ 63621 h 271535"/>
                  <a:gd name="connsiteX31" fmla="*/ 131644 w 426423"/>
                  <a:gd name="connsiteY31" fmla="*/ 35755 h 271535"/>
                  <a:gd name="connsiteX32" fmla="*/ 115387 w 426423"/>
                  <a:gd name="connsiteY32" fmla="*/ 20550 h 271535"/>
                  <a:gd name="connsiteX33" fmla="*/ 89378 w 426423"/>
                  <a:gd name="connsiteY33" fmla="*/ 38618 h 271535"/>
                  <a:gd name="connsiteX34" fmla="*/ 59734 w 426423"/>
                  <a:gd name="connsiteY34" fmla="*/ 81372 h 271535"/>
                  <a:gd name="connsiteX35" fmla="*/ 30982 w 426423"/>
                  <a:gd name="connsiteY35" fmla="*/ 135640 h 271535"/>
                  <a:gd name="connsiteX36" fmla="*/ 8798 w 426423"/>
                  <a:gd name="connsiteY36" fmla="*/ 189019 h 271535"/>
                  <a:gd name="connsiteX37" fmla="*/ 0 w 426423"/>
                  <a:gd name="connsiteY37" fmla="*/ 229227 h 271535"/>
                  <a:gd name="connsiteX38" fmla="*/ 9690 w 426423"/>
                  <a:gd name="connsiteY38" fmla="*/ 254739 h 271535"/>
                  <a:gd name="connsiteX39" fmla="*/ 39270 w 426423"/>
                  <a:gd name="connsiteY39" fmla="*/ 263264 h 271535"/>
                  <a:gd name="connsiteX40" fmla="*/ 90525 w 426423"/>
                  <a:gd name="connsiteY40" fmla="*/ 249268 h 271535"/>
                  <a:gd name="connsiteX41" fmla="*/ 139167 w 426423"/>
                  <a:gd name="connsiteY41" fmla="*/ 219175 h 271535"/>
                  <a:gd name="connsiteX42" fmla="*/ 160841 w 426423"/>
                  <a:gd name="connsiteY42" fmla="*/ 200725 h 271535"/>
                  <a:gd name="connsiteX43" fmla="*/ 141844 w 426423"/>
                  <a:gd name="connsiteY43" fmla="*/ 239279 h 271535"/>
                  <a:gd name="connsiteX44" fmla="*/ 137063 w 426423"/>
                  <a:gd name="connsiteY44" fmla="*/ 247868 h 271535"/>
                  <a:gd name="connsiteX45" fmla="*/ 133875 w 426423"/>
                  <a:gd name="connsiteY45" fmla="*/ 258366 h 271535"/>
                  <a:gd name="connsiteX46" fmla="*/ 148984 w 426423"/>
                  <a:gd name="connsiteY46" fmla="*/ 271535 h 271535"/>
                  <a:gd name="connsiteX47" fmla="*/ 163264 w 426423"/>
                  <a:gd name="connsiteY47" fmla="*/ 263646 h 271535"/>
                  <a:gd name="connsiteX48" fmla="*/ 209993 w 426423"/>
                  <a:gd name="connsiteY48" fmla="*/ 198244 h 271535"/>
                  <a:gd name="connsiteX49" fmla="*/ 276930 w 426423"/>
                  <a:gd name="connsiteY49" fmla="*/ 118590 h 271535"/>
                  <a:gd name="connsiteX50" fmla="*/ 347246 w 426423"/>
                  <a:gd name="connsiteY50" fmla="*/ 56941 h 271535"/>
                  <a:gd name="connsiteX51" fmla="*/ 391999 w 426423"/>
                  <a:gd name="connsiteY51" fmla="*/ 32892 h 271535"/>
                  <a:gd name="connsiteX52" fmla="*/ 393592 w 426423"/>
                  <a:gd name="connsiteY52" fmla="*/ 36582 h 271535"/>
                  <a:gd name="connsiteX53" fmla="*/ 361335 w 426423"/>
                  <a:gd name="connsiteY53" fmla="*/ 113500 h 271535"/>
                  <a:gd name="connsiteX54" fmla="*/ 328185 w 426423"/>
                  <a:gd name="connsiteY54" fmla="*/ 213831 h 271535"/>
                  <a:gd name="connsiteX55" fmla="*/ 335389 w 426423"/>
                  <a:gd name="connsiteY55" fmla="*/ 233999 h 271535"/>
                  <a:gd name="connsiteX56" fmla="*/ 357956 w 426423"/>
                  <a:gd name="connsiteY56" fmla="*/ 241824 h 271535"/>
                  <a:gd name="connsiteX57" fmla="*/ 391106 w 426423"/>
                  <a:gd name="connsiteY57" fmla="*/ 223947 h 2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426423" h="271535">
                    <a:moveTo>
                      <a:pt x="391042" y="224137"/>
                    </a:moveTo>
                    <a:cubicBezTo>
                      <a:pt x="391042" y="214467"/>
                      <a:pt x="385305" y="208932"/>
                      <a:pt x="375296" y="208932"/>
                    </a:cubicBezTo>
                    <a:cubicBezTo>
                      <a:pt x="371663" y="208932"/>
                      <a:pt x="368092" y="209568"/>
                      <a:pt x="364650" y="210904"/>
                    </a:cubicBezTo>
                    <a:cubicBezTo>
                      <a:pt x="361208" y="212240"/>
                      <a:pt x="360060" y="212304"/>
                      <a:pt x="359933" y="212304"/>
                    </a:cubicBezTo>
                    <a:cubicBezTo>
                      <a:pt x="359423" y="212304"/>
                      <a:pt x="358339" y="212304"/>
                      <a:pt x="358339" y="207978"/>
                    </a:cubicBezTo>
                    <a:cubicBezTo>
                      <a:pt x="358339" y="199834"/>
                      <a:pt x="364140" y="177821"/>
                      <a:pt x="391935" y="119544"/>
                    </a:cubicBezTo>
                    <a:cubicBezTo>
                      <a:pt x="415140" y="71319"/>
                      <a:pt x="426424" y="40908"/>
                      <a:pt x="426424" y="26657"/>
                    </a:cubicBezTo>
                    <a:cubicBezTo>
                      <a:pt x="426424" y="9480"/>
                      <a:pt x="416542" y="0"/>
                      <a:pt x="398629" y="0"/>
                    </a:cubicBezTo>
                    <a:cubicBezTo>
                      <a:pt x="374595" y="0"/>
                      <a:pt x="341764" y="18641"/>
                      <a:pt x="298223" y="57068"/>
                    </a:cubicBezTo>
                    <a:cubicBezTo>
                      <a:pt x="284007" y="69602"/>
                      <a:pt x="269790" y="83089"/>
                      <a:pt x="255956" y="97022"/>
                    </a:cubicBezTo>
                    <a:cubicBezTo>
                      <a:pt x="250091" y="103003"/>
                      <a:pt x="244163" y="109110"/>
                      <a:pt x="238361" y="115409"/>
                    </a:cubicBezTo>
                    <a:cubicBezTo>
                      <a:pt x="241740" y="108411"/>
                      <a:pt x="245310" y="100840"/>
                      <a:pt x="249072" y="92569"/>
                    </a:cubicBezTo>
                    <a:cubicBezTo>
                      <a:pt x="255319" y="79399"/>
                      <a:pt x="260546" y="67502"/>
                      <a:pt x="264563" y="57195"/>
                    </a:cubicBezTo>
                    <a:cubicBezTo>
                      <a:pt x="270236" y="42626"/>
                      <a:pt x="270874" y="37791"/>
                      <a:pt x="270874" y="35373"/>
                    </a:cubicBezTo>
                    <a:cubicBezTo>
                      <a:pt x="270874" y="23985"/>
                      <a:pt x="264626" y="17496"/>
                      <a:pt x="253789" y="17496"/>
                    </a:cubicBezTo>
                    <a:cubicBezTo>
                      <a:pt x="245183" y="17496"/>
                      <a:pt x="240019" y="22649"/>
                      <a:pt x="240019" y="31302"/>
                    </a:cubicBezTo>
                    <a:cubicBezTo>
                      <a:pt x="240019" y="33719"/>
                      <a:pt x="236130" y="46952"/>
                      <a:pt x="201769" y="117636"/>
                    </a:cubicBezTo>
                    <a:lnTo>
                      <a:pt x="196031" y="129342"/>
                    </a:lnTo>
                    <a:cubicBezTo>
                      <a:pt x="192079" y="129596"/>
                      <a:pt x="188827" y="130742"/>
                      <a:pt x="186596" y="133032"/>
                    </a:cubicBezTo>
                    <a:cubicBezTo>
                      <a:pt x="177799" y="141621"/>
                      <a:pt x="167089" y="151800"/>
                      <a:pt x="154785" y="163316"/>
                    </a:cubicBezTo>
                    <a:cubicBezTo>
                      <a:pt x="142481" y="174831"/>
                      <a:pt x="129221" y="186156"/>
                      <a:pt x="115324" y="197098"/>
                    </a:cubicBezTo>
                    <a:cubicBezTo>
                      <a:pt x="101618" y="207914"/>
                      <a:pt x="87912" y="216948"/>
                      <a:pt x="74588" y="223947"/>
                    </a:cubicBezTo>
                    <a:cubicBezTo>
                      <a:pt x="61710" y="230754"/>
                      <a:pt x="50044" y="234190"/>
                      <a:pt x="39844" y="234190"/>
                    </a:cubicBezTo>
                    <a:cubicBezTo>
                      <a:pt x="33660" y="234190"/>
                      <a:pt x="32385" y="233044"/>
                      <a:pt x="32322" y="233044"/>
                    </a:cubicBezTo>
                    <a:cubicBezTo>
                      <a:pt x="31557" y="232090"/>
                      <a:pt x="31110" y="230245"/>
                      <a:pt x="31110" y="227827"/>
                    </a:cubicBezTo>
                    <a:cubicBezTo>
                      <a:pt x="31110" y="220257"/>
                      <a:pt x="33660" y="208932"/>
                      <a:pt x="38761" y="194108"/>
                    </a:cubicBezTo>
                    <a:cubicBezTo>
                      <a:pt x="43414" y="179285"/>
                      <a:pt x="47940" y="168533"/>
                      <a:pt x="52084" y="162170"/>
                    </a:cubicBezTo>
                    <a:cubicBezTo>
                      <a:pt x="53742" y="159562"/>
                      <a:pt x="57439" y="154599"/>
                      <a:pt x="63049" y="147283"/>
                    </a:cubicBezTo>
                    <a:cubicBezTo>
                      <a:pt x="68787" y="139776"/>
                      <a:pt x="74779" y="131696"/>
                      <a:pt x="80835" y="123234"/>
                    </a:cubicBezTo>
                    <a:cubicBezTo>
                      <a:pt x="86955" y="114709"/>
                      <a:pt x="91800" y="107965"/>
                      <a:pt x="95434" y="102875"/>
                    </a:cubicBezTo>
                    <a:cubicBezTo>
                      <a:pt x="104104" y="89515"/>
                      <a:pt x="112327" y="76282"/>
                      <a:pt x="119850" y="63621"/>
                    </a:cubicBezTo>
                    <a:cubicBezTo>
                      <a:pt x="130433" y="45744"/>
                      <a:pt x="131644" y="39191"/>
                      <a:pt x="131644" y="35755"/>
                    </a:cubicBezTo>
                    <a:cubicBezTo>
                      <a:pt x="131644" y="26085"/>
                      <a:pt x="125715" y="20550"/>
                      <a:pt x="115387" y="20550"/>
                    </a:cubicBezTo>
                    <a:cubicBezTo>
                      <a:pt x="108184" y="20550"/>
                      <a:pt x="99897" y="26276"/>
                      <a:pt x="89378" y="38618"/>
                    </a:cubicBezTo>
                    <a:cubicBezTo>
                      <a:pt x="79815" y="49815"/>
                      <a:pt x="69871" y="64194"/>
                      <a:pt x="59734" y="81372"/>
                    </a:cubicBezTo>
                    <a:cubicBezTo>
                      <a:pt x="49662" y="98486"/>
                      <a:pt x="39971" y="116745"/>
                      <a:pt x="30982" y="135640"/>
                    </a:cubicBezTo>
                    <a:cubicBezTo>
                      <a:pt x="21994" y="154599"/>
                      <a:pt x="14535" y="172541"/>
                      <a:pt x="8798" y="189019"/>
                    </a:cubicBezTo>
                    <a:cubicBezTo>
                      <a:pt x="2869" y="206069"/>
                      <a:pt x="0" y="219175"/>
                      <a:pt x="0" y="229227"/>
                    </a:cubicBezTo>
                    <a:cubicBezTo>
                      <a:pt x="0" y="240361"/>
                      <a:pt x="3251" y="248950"/>
                      <a:pt x="9690" y="254739"/>
                    </a:cubicBezTo>
                    <a:cubicBezTo>
                      <a:pt x="16065" y="260465"/>
                      <a:pt x="25755" y="263264"/>
                      <a:pt x="39270" y="263264"/>
                    </a:cubicBezTo>
                    <a:cubicBezTo>
                      <a:pt x="55208" y="263264"/>
                      <a:pt x="72484" y="258556"/>
                      <a:pt x="90525" y="249268"/>
                    </a:cubicBezTo>
                    <a:cubicBezTo>
                      <a:pt x="108184" y="240234"/>
                      <a:pt x="124504" y="230118"/>
                      <a:pt x="139167" y="219175"/>
                    </a:cubicBezTo>
                    <a:cubicBezTo>
                      <a:pt x="146051" y="213831"/>
                      <a:pt x="153383" y="207469"/>
                      <a:pt x="160841" y="200725"/>
                    </a:cubicBezTo>
                    <a:lnTo>
                      <a:pt x="141844" y="239279"/>
                    </a:lnTo>
                    <a:cubicBezTo>
                      <a:pt x="140505" y="241570"/>
                      <a:pt x="138912" y="244433"/>
                      <a:pt x="137063" y="247868"/>
                    </a:cubicBezTo>
                    <a:cubicBezTo>
                      <a:pt x="134895" y="251940"/>
                      <a:pt x="133875" y="255312"/>
                      <a:pt x="133875" y="258366"/>
                    </a:cubicBezTo>
                    <a:cubicBezTo>
                      <a:pt x="133875" y="262310"/>
                      <a:pt x="135341" y="271535"/>
                      <a:pt x="148984" y="271535"/>
                    </a:cubicBezTo>
                    <a:cubicBezTo>
                      <a:pt x="154913" y="271535"/>
                      <a:pt x="159886" y="268736"/>
                      <a:pt x="163264" y="263646"/>
                    </a:cubicBezTo>
                    <a:lnTo>
                      <a:pt x="209993" y="198244"/>
                    </a:lnTo>
                    <a:cubicBezTo>
                      <a:pt x="231158" y="168469"/>
                      <a:pt x="253662" y="141684"/>
                      <a:pt x="276930" y="118590"/>
                    </a:cubicBezTo>
                    <a:cubicBezTo>
                      <a:pt x="300262" y="95432"/>
                      <a:pt x="323978" y="74691"/>
                      <a:pt x="347246" y="56941"/>
                    </a:cubicBezTo>
                    <a:cubicBezTo>
                      <a:pt x="373320" y="37091"/>
                      <a:pt x="385943" y="32892"/>
                      <a:pt x="391999" y="32892"/>
                    </a:cubicBezTo>
                    <a:cubicBezTo>
                      <a:pt x="392700" y="32892"/>
                      <a:pt x="393592" y="32892"/>
                      <a:pt x="393592" y="36582"/>
                    </a:cubicBezTo>
                    <a:cubicBezTo>
                      <a:pt x="393592" y="42244"/>
                      <a:pt x="387982" y="60186"/>
                      <a:pt x="361335" y="113500"/>
                    </a:cubicBezTo>
                    <a:cubicBezTo>
                      <a:pt x="339023" y="158544"/>
                      <a:pt x="328185" y="191373"/>
                      <a:pt x="328185" y="213831"/>
                    </a:cubicBezTo>
                    <a:cubicBezTo>
                      <a:pt x="328185" y="222165"/>
                      <a:pt x="330607" y="228973"/>
                      <a:pt x="335389" y="233999"/>
                    </a:cubicBezTo>
                    <a:cubicBezTo>
                      <a:pt x="340234" y="239152"/>
                      <a:pt x="347820" y="241824"/>
                      <a:pt x="357956" y="241824"/>
                    </a:cubicBezTo>
                    <a:cubicBezTo>
                      <a:pt x="379950" y="241824"/>
                      <a:pt x="391106" y="235780"/>
                      <a:pt x="391106" y="223947"/>
                    </a:cubicBezTo>
                    <a:close/>
                  </a:path>
                </a:pathLst>
              </a:custGeom>
              <a:solidFill>
                <a:srgbClr val="FFC600"/>
              </a:solidFill>
              <a:ln w="6375"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5182EA3C-2C35-566B-FCD7-836842108FBB}"/>
                  </a:ext>
                </a:extLst>
              </p:cNvPr>
              <p:cNvSpPr/>
              <p:nvPr/>
            </p:nvSpPr>
            <p:spPr>
              <a:xfrm>
                <a:off x="7236997" y="-1492231"/>
                <a:ext cx="5062642" cy="491855"/>
              </a:xfrm>
              <a:custGeom>
                <a:avLst/>
                <a:gdLst>
                  <a:gd name="connsiteX0" fmla="*/ 191887 w 5062642"/>
                  <a:gd name="connsiteY0" fmla="*/ 326949 h 491855"/>
                  <a:gd name="connsiteX1" fmla="*/ 204000 w 5062642"/>
                  <a:gd name="connsiteY1" fmla="*/ 294821 h 491855"/>
                  <a:gd name="connsiteX2" fmla="*/ 226695 w 5062642"/>
                  <a:gd name="connsiteY2" fmla="*/ 237880 h 491855"/>
                  <a:gd name="connsiteX3" fmla="*/ 243398 w 5062642"/>
                  <a:gd name="connsiteY3" fmla="*/ 197480 h 491855"/>
                  <a:gd name="connsiteX4" fmla="*/ 265901 w 5062642"/>
                  <a:gd name="connsiteY4" fmla="*/ 142511 h 491855"/>
                  <a:gd name="connsiteX5" fmla="*/ 282795 w 5062642"/>
                  <a:gd name="connsiteY5" fmla="*/ 112673 h 491855"/>
                  <a:gd name="connsiteX6" fmla="*/ 295928 w 5062642"/>
                  <a:gd name="connsiteY6" fmla="*/ 91169 h 491855"/>
                  <a:gd name="connsiteX7" fmla="*/ 321173 w 5062642"/>
                  <a:gd name="connsiteY7" fmla="*/ 17687 h 491855"/>
                  <a:gd name="connsiteX8" fmla="*/ 308805 w 5062642"/>
                  <a:gd name="connsiteY8" fmla="*/ 0 h 491855"/>
                  <a:gd name="connsiteX9" fmla="*/ 262650 w 5062642"/>
                  <a:gd name="connsiteY9" fmla="*/ 53378 h 491855"/>
                  <a:gd name="connsiteX10" fmla="*/ 206614 w 5062642"/>
                  <a:gd name="connsiteY10" fmla="*/ 12024 h 491855"/>
                  <a:gd name="connsiteX11" fmla="*/ 94223 w 5062642"/>
                  <a:gd name="connsiteY11" fmla="*/ 87861 h 491855"/>
                  <a:gd name="connsiteX12" fmla="*/ 42649 w 5062642"/>
                  <a:gd name="connsiteY12" fmla="*/ 217203 h 491855"/>
                  <a:gd name="connsiteX13" fmla="*/ 58204 w 5062642"/>
                  <a:gd name="connsiteY13" fmla="*/ 268481 h 491855"/>
                  <a:gd name="connsiteX14" fmla="*/ 103148 w 5062642"/>
                  <a:gd name="connsiteY14" fmla="*/ 290303 h 491855"/>
                  <a:gd name="connsiteX15" fmla="*/ 189274 w 5062642"/>
                  <a:gd name="connsiteY15" fmla="*/ 240615 h 491855"/>
                  <a:gd name="connsiteX16" fmla="*/ 174484 w 5062642"/>
                  <a:gd name="connsiteY16" fmla="*/ 283178 h 491855"/>
                  <a:gd name="connsiteX17" fmla="*/ 158419 w 5062642"/>
                  <a:gd name="connsiteY17" fmla="*/ 326949 h 491855"/>
                  <a:gd name="connsiteX18" fmla="*/ 21548 w 5062642"/>
                  <a:gd name="connsiteY18" fmla="*/ 326949 h 491855"/>
                  <a:gd name="connsiteX19" fmla="*/ 20337 w 5062642"/>
                  <a:gd name="connsiteY19" fmla="*/ 326949 h 491855"/>
                  <a:gd name="connsiteX20" fmla="*/ 6694 w 5062642"/>
                  <a:gd name="connsiteY20" fmla="*/ 341200 h 491855"/>
                  <a:gd name="connsiteX21" fmla="*/ 1658 w 5062642"/>
                  <a:gd name="connsiteY21" fmla="*/ 379309 h 491855"/>
                  <a:gd name="connsiteX22" fmla="*/ 0 w 5062642"/>
                  <a:gd name="connsiteY22" fmla="*/ 418755 h 491855"/>
                  <a:gd name="connsiteX23" fmla="*/ 14727 w 5062642"/>
                  <a:gd name="connsiteY23" fmla="*/ 468888 h 491855"/>
                  <a:gd name="connsiteX24" fmla="*/ 60435 w 5062642"/>
                  <a:gd name="connsiteY24" fmla="*/ 491855 h 491855"/>
                  <a:gd name="connsiteX25" fmla="*/ 63113 w 5062642"/>
                  <a:gd name="connsiteY25" fmla="*/ 491855 h 491855"/>
                  <a:gd name="connsiteX26" fmla="*/ 154466 w 5062642"/>
                  <a:gd name="connsiteY26" fmla="*/ 412138 h 491855"/>
                  <a:gd name="connsiteX27" fmla="*/ 177034 w 5062642"/>
                  <a:gd name="connsiteY27" fmla="*/ 364104 h 491855"/>
                  <a:gd name="connsiteX28" fmla="*/ 180158 w 5062642"/>
                  <a:gd name="connsiteY28" fmla="*/ 356597 h 491855"/>
                  <a:gd name="connsiteX29" fmla="*/ 5062643 w 5062642"/>
                  <a:gd name="connsiteY29" fmla="*/ 356597 h 491855"/>
                  <a:gd name="connsiteX30" fmla="*/ 5062643 w 5062642"/>
                  <a:gd name="connsiteY30" fmla="*/ 327013 h 491855"/>
                  <a:gd name="connsiteX31" fmla="*/ 192015 w 5062642"/>
                  <a:gd name="connsiteY31" fmla="*/ 327013 h 491855"/>
                  <a:gd name="connsiteX32" fmla="*/ 115515 w 5062642"/>
                  <a:gd name="connsiteY32" fmla="*/ 415001 h 491855"/>
                  <a:gd name="connsiteX33" fmla="*/ 88995 w 5062642"/>
                  <a:gd name="connsiteY33" fmla="*/ 447702 h 491855"/>
                  <a:gd name="connsiteX34" fmla="*/ 65727 w 5062642"/>
                  <a:gd name="connsiteY34" fmla="*/ 461763 h 491855"/>
                  <a:gd name="connsiteX35" fmla="*/ 31365 w 5062642"/>
                  <a:gd name="connsiteY35" fmla="*/ 413410 h 491855"/>
                  <a:gd name="connsiteX36" fmla="*/ 32003 w 5062642"/>
                  <a:gd name="connsiteY36" fmla="*/ 389998 h 491855"/>
                  <a:gd name="connsiteX37" fmla="*/ 33979 w 5062642"/>
                  <a:gd name="connsiteY37" fmla="*/ 367921 h 491855"/>
                  <a:gd name="connsiteX38" fmla="*/ 33979 w 5062642"/>
                  <a:gd name="connsiteY38" fmla="*/ 367349 h 491855"/>
                  <a:gd name="connsiteX39" fmla="*/ 35891 w 5062642"/>
                  <a:gd name="connsiteY39" fmla="*/ 358378 h 491855"/>
                  <a:gd name="connsiteX40" fmla="*/ 36338 w 5062642"/>
                  <a:gd name="connsiteY40" fmla="*/ 356533 h 491855"/>
                  <a:gd name="connsiteX41" fmla="*/ 146179 w 5062642"/>
                  <a:gd name="connsiteY41" fmla="*/ 356533 h 491855"/>
                  <a:gd name="connsiteX42" fmla="*/ 115515 w 5062642"/>
                  <a:gd name="connsiteY42" fmla="*/ 414937 h 491855"/>
                  <a:gd name="connsiteX43" fmla="*/ 103084 w 5062642"/>
                  <a:gd name="connsiteY43" fmla="*/ 258238 h 491855"/>
                  <a:gd name="connsiteX44" fmla="*/ 74715 w 5062642"/>
                  <a:gd name="connsiteY44" fmla="*/ 221211 h 491855"/>
                  <a:gd name="connsiteX45" fmla="*/ 106208 w 5062642"/>
                  <a:gd name="connsiteY45" fmla="*/ 129215 h 491855"/>
                  <a:gd name="connsiteX46" fmla="*/ 134386 w 5062642"/>
                  <a:gd name="connsiteY46" fmla="*/ 90278 h 491855"/>
                  <a:gd name="connsiteX47" fmla="*/ 171679 w 5062642"/>
                  <a:gd name="connsiteY47" fmla="*/ 56623 h 491855"/>
                  <a:gd name="connsiteX48" fmla="*/ 204574 w 5062642"/>
                  <a:gd name="connsiteY48" fmla="*/ 43390 h 491855"/>
                  <a:gd name="connsiteX49" fmla="*/ 222615 w 5062642"/>
                  <a:gd name="connsiteY49" fmla="*/ 51215 h 491855"/>
                  <a:gd name="connsiteX50" fmla="*/ 235684 w 5062642"/>
                  <a:gd name="connsiteY50" fmla="*/ 87225 h 491855"/>
                  <a:gd name="connsiteX51" fmla="*/ 241485 w 5062642"/>
                  <a:gd name="connsiteY51" fmla="*/ 101603 h 491855"/>
                  <a:gd name="connsiteX52" fmla="*/ 223380 w 5062642"/>
                  <a:gd name="connsiteY52" fmla="*/ 147728 h 491855"/>
                  <a:gd name="connsiteX53" fmla="*/ 103020 w 5062642"/>
                  <a:gd name="connsiteY53" fmla="*/ 258238 h 49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062642" h="491855">
                    <a:moveTo>
                      <a:pt x="191887" y="326949"/>
                    </a:moveTo>
                    <a:cubicBezTo>
                      <a:pt x="195776" y="316897"/>
                      <a:pt x="199856" y="306145"/>
                      <a:pt x="204000" y="294821"/>
                    </a:cubicBezTo>
                    <a:cubicBezTo>
                      <a:pt x="212288" y="273508"/>
                      <a:pt x="219874" y="254358"/>
                      <a:pt x="226695" y="237880"/>
                    </a:cubicBezTo>
                    <a:cubicBezTo>
                      <a:pt x="233389" y="221656"/>
                      <a:pt x="238935" y="208232"/>
                      <a:pt x="243398" y="197480"/>
                    </a:cubicBezTo>
                    <a:lnTo>
                      <a:pt x="265901" y="142511"/>
                    </a:lnTo>
                    <a:cubicBezTo>
                      <a:pt x="272022" y="131123"/>
                      <a:pt x="277759" y="121071"/>
                      <a:pt x="282795" y="112673"/>
                    </a:cubicBezTo>
                    <a:cubicBezTo>
                      <a:pt x="287895" y="104211"/>
                      <a:pt x="292230" y="97150"/>
                      <a:pt x="295928" y="91169"/>
                    </a:cubicBezTo>
                    <a:cubicBezTo>
                      <a:pt x="312949" y="60440"/>
                      <a:pt x="321173" y="36391"/>
                      <a:pt x="321173" y="17687"/>
                    </a:cubicBezTo>
                    <a:cubicBezTo>
                      <a:pt x="321173" y="2290"/>
                      <a:pt x="313395" y="0"/>
                      <a:pt x="308805" y="0"/>
                    </a:cubicBezTo>
                    <a:cubicBezTo>
                      <a:pt x="293633" y="0"/>
                      <a:pt x="278842" y="17050"/>
                      <a:pt x="262650" y="53378"/>
                    </a:cubicBezTo>
                    <a:cubicBezTo>
                      <a:pt x="252132" y="25957"/>
                      <a:pt x="233325" y="12024"/>
                      <a:pt x="206614" y="12024"/>
                    </a:cubicBezTo>
                    <a:cubicBezTo>
                      <a:pt x="169702" y="12024"/>
                      <a:pt x="131899" y="37537"/>
                      <a:pt x="94223" y="87861"/>
                    </a:cubicBezTo>
                    <a:cubicBezTo>
                      <a:pt x="59989" y="134686"/>
                      <a:pt x="42649" y="178203"/>
                      <a:pt x="42649" y="217203"/>
                    </a:cubicBezTo>
                    <a:cubicBezTo>
                      <a:pt x="42649" y="237180"/>
                      <a:pt x="47876" y="254421"/>
                      <a:pt x="58204" y="268481"/>
                    </a:cubicBezTo>
                    <a:cubicBezTo>
                      <a:pt x="68850" y="282923"/>
                      <a:pt x="83959" y="290303"/>
                      <a:pt x="103148" y="290303"/>
                    </a:cubicBezTo>
                    <a:cubicBezTo>
                      <a:pt x="129221" y="290303"/>
                      <a:pt x="158164" y="273635"/>
                      <a:pt x="189274" y="240615"/>
                    </a:cubicBezTo>
                    <a:lnTo>
                      <a:pt x="174484" y="283178"/>
                    </a:lnTo>
                    <a:cubicBezTo>
                      <a:pt x="169065" y="298829"/>
                      <a:pt x="163710" y="313462"/>
                      <a:pt x="158419" y="326949"/>
                    </a:cubicBezTo>
                    <a:lnTo>
                      <a:pt x="21548" y="326949"/>
                    </a:lnTo>
                    <a:cubicBezTo>
                      <a:pt x="21165" y="327013"/>
                      <a:pt x="20783" y="326949"/>
                      <a:pt x="20337" y="326949"/>
                    </a:cubicBezTo>
                    <a:cubicBezTo>
                      <a:pt x="16257" y="326949"/>
                      <a:pt x="9053" y="328794"/>
                      <a:pt x="6694" y="341200"/>
                    </a:cubicBezTo>
                    <a:cubicBezTo>
                      <a:pt x="4463" y="353607"/>
                      <a:pt x="2742" y="366394"/>
                      <a:pt x="1658" y="379309"/>
                    </a:cubicBezTo>
                    <a:cubicBezTo>
                      <a:pt x="574" y="392161"/>
                      <a:pt x="0" y="405394"/>
                      <a:pt x="0" y="418755"/>
                    </a:cubicBezTo>
                    <a:cubicBezTo>
                      <a:pt x="0" y="437332"/>
                      <a:pt x="4973" y="454192"/>
                      <a:pt x="14727" y="468888"/>
                    </a:cubicBezTo>
                    <a:cubicBezTo>
                      <a:pt x="24863" y="484094"/>
                      <a:pt x="40290" y="491855"/>
                      <a:pt x="60435" y="491855"/>
                    </a:cubicBezTo>
                    <a:lnTo>
                      <a:pt x="63113" y="491855"/>
                    </a:lnTo>
                    <a:cubicBezTo>
                      <a:pt x="94031" y="491855"/>
                      <a:pt x="124759" y="465071"/>
                      <a:pt x="154466" y="412138"/>
                    </a:cubicBezTo>
                    <a:cubicBezTo>
                      <a:pt x="161160" y="399668"/>
                      <a:pt x="168746" y="383508"/>
                      <a:pt x="177034" y="364104"/>
                    </a:cubicBezTo>
                    <a:cubicBezTo>
                      <a:pt x="178054" y="361686"/>
                      <a:pt x="179137" y="359142"/>
                      <a:pt x="180158" y="356597"/>
                    </a:cubicBezTo>
                    <a:lnTo>
                      <a:pt x="5062643" y="356597"/>
                    </a:lnTo>
                    <a:lnTo>
                      <a:pt x="5062643" y="327013"/>
                    </a:lnTo>
                    <a:lnTo>
                      <a:pt x="192015" y="327013"/>
                    </a:lnTo>
                    <a:close/>
                    <a:moveTo>
                      <a:pt x="115515" y="415001"/>
                    </a:moveTo>
                    <a:cubicBezTo>
                      <a:pt x="107674" y="426707"/>
                      <a:pt x="98749" y="437714"/>
                      <a:pt x="88995" y="447702"/>
                    </a:cubicBezTo>
                    <a:cubicBezTo>
                      <a:pt x="79879" y="456991"/>
                      <a:pt x="72038" y="461763"/>
                      <a:pt x="65727" y="461763"/>
                    </a:cubicBezTo>
                    <a:cubicBezTo>
                      <a:pt x="42585" y="461763"/>
                      <a:pt x="31365" y="445921"/>
                      <a:pt x="31365" y="413410"/>
                    </a:cubicBezTo>
                    <a:cubicBezTo>
                      <a:pt x="31365" y="405458"/>
                      <a:pt x="31620" y="397569"/>
                      <a:pt x="32003" y="389998"/>
                    </a:cubicBezTo>
                    <a:cubicBezTo>
                      <a:pt x="32449" y="382300"/>
                      <a:pt x="33087" y="374920"/>
                      <a:pt x="33979" y="367921"/>
                    </a:cubicBezTo>
                    <a:lnTo>
                      <a:pt x="33979" y="367349"/>
                    </a:lnTo>
                    <a:cubicBezTo>
                      <a:pt x="33979" y="366140"/>
                      <a:pt x="34361" y="363595"/>
                      <a:pt x="35891" y="358378"/>
                    </a:cubicBezTo>
                    <a:cubicBezTo>
                      <a:pt x="36083" y="357742"/>
                      <a:pt x="36147" y="357169"/>
                      <a:pt x="36338" y="356533"/>
                    </a:cubicBezTo>
                    <a:lnTo>
                      <a:pt x="146179" y="356533"/>
                    </a:lnTo>
                    <a:cubicBezTo>
                      <a:pt x="135596" y="380646"/>
                      <a:pt x="125397" y="400241"/>
                      <a:pt x="115515" y="414937"/>
                    </a:cubicBezTo>
                    <a:close/>
                    <a:moveTo>
                      <a:pt x="103084" y="258238"/>
                    </a:moveTo>
                    <a:cubicBezTo>
                      <a:pt x="90908" y="258238"/>
                      <a:pt x="74715" y="254421"/>
                      <a:pt x="74715" y="221211"/>
                    </a:cubicBezTo>
                    <a:cubicBezTo>
                      <a:pt x="74715" y="195890"/>
                      <a:pt x="85298" y="164970"/>
                      <a:pt x="106208" y="129215"/>
                    </a:cubicBezTo>
                    <a:cubicBezTo>
                      <a:pt x="113092" y="116681"/>
                      <a:pt x="122591" y="103575"/>
                      <a:pt x="134386" y="90278"/>
                    </a:cubicBezTo>
                    <a:cubicBezTo>
                      <a:pt x="146115" y="77045"/>
                      <a:pt x="158674" y="65721"/>
                      <a:pt x="171679" y="56623"/>
                    </a:cubicBezTo>
                    <a:cubicBezTo>
                      <a:pt x="184238" y="47843"/>
                      <a:pt x="195330" y="43390"/>
                      <a:pt x="204574" y="43390"/>
                    </a:cubicBezTo>
                    <a:cubicBezTo>
                      <a:pt x="212224" y="43390"/>
                      <a:pt x="218089" y="45935"/>
                      <a:pt x="222615" y="51215"/>
                    </a:cubicBezTo>
                    <a:cubicBezTo>
                      <a:pt x="227460" y="56877"/>
                      <a:pt x="231859" y="69029"/>
                      <a:pt x="235684" y="87225"/>
                    </a:cubicBezTo>
                    <a:cubicBezTo>
                      <a:pt x="236895" y="93650"/>
                      <a:pt x="238807" y="98422"/>
                      <a:pt x="241485" y="101603"/>
                    </a:cubicBezTo>
                    <a:lnTo>
                      <a:pt x="223380" y="147728"/>
                    </a:lnTo>
                    <a:cubicBezTo>
                      <a:pt x="169894" y="221084"/>
                      <a:pt x="129413" y="258238"/>
                      <a:pt x="103020" y="258238"/>
                    </a:cubicBezTo>
                    <a:close/>
                  </a:path>
                </a:pathLst>
              </a:custGeom>
              <a:solidFill>
                <a:srgbClr val="FFC600"/>
              </a:solidFill>
              <a:ln w="6375"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CCAF2CC2-FF33-4872-69B5-9BE4E00F0592}"/>
                  </a:ext>
                </a:extLst>
              </p:cNvPr>
              <p:cNvSpPr/>
              <p:nvPr/>
            </p:nvSpPr>
            <p:spPr>
              <a:xfrm>
                <a:off x="-156089" y="-1691111"/>
                <a:ext cx="5435325" cy="543706"/>
              </a:xfrm>
              <a:custGeom>
                <a:avLst/>
                <a:gdLst>
                  <a:gd name="connsiteX0" fmla="*/ 5323890 w 5435325"/>
                  <a:gd name="connsiteY0" fmla="*/ 242778 h 543706"/>
                  <a:gd name="connsiteX1" fmla="*/ 5328544 w 5435325"/>
                  <a:gd name="connsiteY1" fmla="*/ 231581 h 543706"/>
                  <a:gd name="connsiteX2" fmla="*/ 5307315 w 5435325"/>
                  <a:gd name="connsiteY2" fmla="*/ 215994 h 543706"/>
                  <a:gd name="connsiteX3" fmla="*/ 5359718 w 5435325"/>
                  <a:gd name="connsiteY3" fmla="*/ 118526 h 543706"/>
                  <a:gd name="connsiteX4" fmla="*/ 5398605 w 5435325"/>
                  <a:gd name="connsiteY4" fmla="*/ 58977 h 543706"/>
                  <a:gd name="connsiteX5" fmla="*/ 5427293 w 5435325"/>
                  <a:gd name="connsiteY5" fmla="*/ 28311 h 543706"/>
                  <a:gd name="connsiteX6" fmla="*/ 5435325 w 5435325"/>
                  <a:gd name="connsiteY6" fmla="*/ 15205 h 543706"/>
                  <a:gd name="connsiteX7" fmla="*/ 5420790 w 5435325"/>
                  <a:gd name="connsiteY7" fmla="*/ 0 h 543706"/>
                  <a:gd name="connsiteX8" fmla="*/ 5403897 w 5435325"/>
                  <a:gd name="connsiteY8" fmla="*/ 7635 h 543706"/>
                  <a:gd name="connsiteX9" fmla="*/ 5376102 w 5435325"/>
                  <a:gd name="connsiteY9" fmla="*/ 38427 h 543706"/>
                  <a:gd name="connsiteX10" fmla="*/ 5333261 w 5435325"/>
                  <a:gd name="connsiteY10" fmla="*/ 103194 h 543706"/>
                  <a:gd name="connsiteX11" fmla="*/ 5301068 w 5435325"/>
                  <a:gd name="connsiteY11" fmla="*/ 158989 h 543706"/>
                  <a:gd name="connsiteX12" fmla="*/ 5273528 w 5435325"/>
                  <a:gd name="connsiteY12" fmla="*/ 213449 h 543706"/>
                  <a:gd name="connsiteX13" fmla="*/ 5270532 w 5435325"/>
                  <a:gd name="connsiteY13" fmla="*/ 213258 h 543706"/>
                  <a:gd name="connsiteX14" fmla="*/ 5130537 w 5435325"/>
                  <a:gd name="connsiteY14" fmla="*/ 206832 h 543706"/>
                  <a:gd name="connsiteX15" fmla="*/ 5072269 w 5435325"/>
                  <a:gd name="connsiteY15" fmla="*/ 208168 h 543706"/>
                  <a:gd name="connsiteX16" fmla="*/ 5050467 w 5435325"/>
                  <a:gd name="connsiteY16" fmla="*/ 208677 h 543706"/>
                  <a:gd name="connsiteX17" fmla="*/ 5026751 w 5435325"/>
                  <a:gd name="connsiteY17" fmla="*/ 209314 h 543706"/>
                  <a:gd name="connsiteX18" fmla="*/ 5075456 w 5435325"/>
                  <a:gd name="connsiteY18" fmla="*/ 131123 h 543706"/>
                  <a:gd name="connsiteX19" fmla="*/ 5089864 w 5435325"/>
                  <a:gd name="connsiteY19" fmla="*/ 107901 h 543706"/>
                  <a:gd name="connsiteX20" fmla="*/ 5124225 w 5435325"/>
                  <a:gd name="connsiteY20" fmla="*/ 51915 h 543706"/>
                  <a:gd name="connsiteX21" fmla="*/ 5140736 w 5435325"/>
                  <a:gd name="connsiteY21" fmla="*/ 18323 h 543706"/>
                  <a:gd name="connsiteX22" fmla="*/ 5124608 w 5435325"/>
                  <a:gd name="connsiteY22" fmla="*/ 509 h 543706"/>
                  <a:gd name="connsiteX23" fmla="*/ 5124608 w 5435325"/>
                  <a:gd name="connsiteY23" fmla="*/ 509 h 543706"/>
                  <a:gd name="connsiteX24" fmla="*/ 5123843 w 5435325"/>
                  <a:gd name="connsiteY24" fmla="*/ 509 h 543706"/>
                  <a:gd name="connsiteX25" fmla="*/ 5123524 w 5435325"/>
                  <a:gd name="connsiteY25" fmla="*/ 509 h 543706"/>
                  <a:gd name="connsiteX26" fmla="*/ 5123141 w 5435325"/>
                  <a:gd name="connsiteY26" fmla="*/ 509 h 543706"/>
                  <a:gd name="connsiteX27" fmla="*/ 0 w 5435325"/>
                  <a:gd name="connsiteY27" fmla="*/ 509 h 543706"/>
                  <a:gd name="connsiteX28" fmla="*/ 0 w 5435325"/>
                  <a:gd name="connsiteY28" fmla="*/ 30093 h 543706"/>
                  <a:gd name="connsiteX29" fmla="*/ 5100638 w 5435325"/>
                  <a:gd name="connsiteY29" fmla="*/ 30093 h 543706"/>
                  <a:gd name="connsiteX30" fmla="*/ 5089864 w 5435325"/>
                  <a:gd name="connsiteY30" fmla="*/ 49497 h 543706"/>
                  <a:gd name="connsiteX31" fmla="*/ 5058882 w 5435325"/>
                  <a:gd name="connsiteY31" fmla="*/ 100203 h 543706"/>
                  <a:gd name="connsiteX32" fmla="*/ 5047662 w 5435325"/>
                  <a:gd name="connsiteY32" fmla="*/ 117699 h 543706"/>
                  <a:gd name="connsiteX33" fmla="*/ 5016870 w 5435325"/>
                  <a:gd name="connsiteY33" fmla="*/ 166306 h 543706"/>
                  <a:gd name="connsiteX34" fmla="*/ 4988501 w 5435325"/>
                  <a:gd name="connsiteY34" fmla="*/ 213131 h 543706"/>
                  <a:gd name="connsiteX35" fmla="*/ 4903077 w 5435325"/>
                  <a:gd name="connsiteY35" fmla="*/ 247486 h 543706"/>
                  <a:gd name="connsiteX36" fmla="*/ 4919651 w 5435325"/>
                  <a:gd name="connsiteY36" fmla="*/ 263328 h 543706"/>
                  <a:gd name="connsiteX37" fmla="*/ 4941454 w 5435325"/>
                  <a:gd name="connsiteY37" fmla="*/ 255821 h 543706"/>
                  <a:gd name="connsiteX38" fmla="*/ 4969249 w 5435325"/>
                  <a:gd name="connsiteY38" fmla="*/ 247741 h 543706"/>
                  <a:gd name="connsiteX39" fmla="*/ 4952037 w 5435325"/>
                  <a:gd name="connsiteY39" fmla="*/ 277706 h 543706"/>
                  <a:gd name="connsiteX40" fmla="*/ 4858260 w 5435325"/>
                  <a:gd name="connsiteY40" fmla="*/ 527865 h 543706"/>
                  <a:gd name="connsiteX41" fmla="*/ 4875473 w 5435325"/>
                  <a:gd name="connsiteY41" fmla="*/ 543707 h 543706"/>
                  <a:gd name="connsiteX42" fmla="*/ 4890008 w 5435325"/>
                  <a:gd name="connsiteY42" fmla="*/ 531046 h 543706"/>
                  <a:gd name="connsiteX43" fmla="*/ 4893386 w 5435325"/>
                  <a:gd name="connsiteY43" fmla="*/ 504898 h 543706"/>
                  <a:gd name="connsiteX44" fmla="*/ 4902056 w 5435325"/>
                  <a:gd name="connsiteY44" fmla="*/ 465071 h 543706"/>
                  <a:gd name="connsiteX45" fmla="*/ 4927556 w 5435325"/>
                  <a:gd name="connsiteY45" fmla="*/ 396424 h 543706"/>
                  <a:gd name="connsiteX46" fmla="*/ 4979321 w 5435325"/>
                  <a:gd name="connsiteY46" fmla="*/ 292148 h 543706"/>
                  <a:gd name="connsiteX47" fmla="*/ 5008200 w 5435325"/>
                  <a:gd name="connsiteY47" fmla="*/ 241506 h 543706"/>
                  <a:gd name="connsiteX48" fmla="*/ 5122695 w 5435325"/>
                  <a:gd name="connsiteY48" fmla="*/ 237880 h 543706"/>
                  <a:gd name="connsiteX49" fmla="*/ 5126393 w 5435325"/>
                  <a:gd name="connsiteY49" fmla="*/ 237880 h 543706"/>
                  <a:gd name="connsiteX50" fmla="*/ 5202893 w 5435325"/>
                  <a:gd name="connsiteY50" fmla="*/ 239915 h 543706"/>
                  <a:gd name="connsiteX51" fmla="*/ 5203594 w 5435325"/>
                  <a:gd name="connsiteY51" fmla="*/ 239915 h 543706"/>
                  <a:gd name="connsiteX52" fmla="*/ 5228839 w 5435325"/>
                  <a:gd name="connsiteY52" fmla="*/ 241061 h 543706"/>
                  <a:gd name="connsiteX53" fmla="*/ 5259439 w 5435325"/>
                  <a:gd name="connsiteY53" fmla="*/ 242969 h 543706"/>
                  <a:gd name="connsiteX54" fmla="*/ 5195434 w 5435325"/>
                  <a:gd name="connsiteY54" fmla="*/ 447893 h 543706"/>
                  <a:gd name="connsiteX55" fmla="*/ 5210670 w 5435325"/>
                  <a:gd name="connsiteY55" fmla="*/ 475886 h 543706"/>
                  <a:gd name="connsiteX56" fmla="*/ 5226544 w 5435325"/>
                  <a:gd name="connsiteY56" fmla="*/ 463417 h 543706"/>
                  <a:gd name="connsiteX57" fmla="*/ 5226544 w 5435325"/>
                  <a:gd name="connsiteY57" fmla="*/ 448593 h 543706"/>
                  <a:gd name="connsiteX58" fmla="*/ 5293099 w 5435325"/>
                  <a:gd name="connsiteY58" fmla="*/ 245578 h 543706"/>
                  <a:gd name="connsiteX59" fmla="*/ 5310120 w 5435325"/>
                  <a:gd name="connsiteY59" fmla="*/ 246723 h 543706"/>
                  <a:gd name="connsiteX60" fmla="*/ 5323827 w 5435325"/>
                  <a:gd name="connsiteY60" fmla="*/ 242778 h 543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435325" h="543706">
                    <a:moveTo>
                      <a:pt x="5323890" y="242778"/>
                    </a:moveTo>
                    <a:cubicBezTo>
                      <a:pt x="5327014" y="239661"/>
                      <a:pt x="5328544" y="235907"/>
                      <a:pt x="5328544" y="231581"/>
                    </a:cubicBezTo>
                    <a:cubicBezTo>
                      <a:pt x="5328544" y="222420"/>
                      <a:pt x="5321404" y="217203"/>
                      <a:pt x="5307315" y="215994"/>
                    </a:cubicBezTo>
                    <a:cubicBezTo>
                      <a:pt x="5321914" y="185265"/>
                      <a:pt x="5339509" y="152500"/>
                      <a:pt x="5359718" y="118526"/>
                    </a:cubicBezTo>
                    <a:cubicBezTo>
                      <a:pt x="5373998" y="94096"/>
                      <a:pt x="5387066" y="74055"/>
                      <a:pt x="5398605" y="58977"/>
                    </a:cubicBezTo>
                    <a:cubicBezTo>
                      <a:pt x="5410016" y="44089"/>
                      <a:pt x="5419706" y="33783"/>
                      <a:pt x="5427293" y="28311"/>
                    </a:cubicBezTo>
                    <a:cubicBezTo>
                      <a:pt x="5433923" y="23922"/>
                      <a:pt x="5435325" y="18768"/>
                      <a:pt x="5435325" y="15205"/>
                    </a:cubicBezTo>
                    <a:cubicBezTo>
                      <a:pt x="5435325" y="5535"/>
                      <a:pt x="5430034" y="0"/>
                      <a:pt x="5420790" y="0"/>
                    </a:cubicBezTo>
                    <a:cubicBezTo>
                      <a:pt x="5416136" y="0"/>
                      <a:pt x="5410654" y="2481"/>
                      <a:pt x="5403897" y="7635"/>
                    </a:cubicBezTo>
                    <a:cubicBezTo>
                      <a:pt x="5397713" y="12406"/>
                      <a:pt x="5388596" y="22458"/>
                      <a:pt x="5376102" y="38427"/>
                    </a:cubicBezTo>
                    <a:cubicBezTo>
                      <a:pt x="5363925" y="53951"/>
                      <a:pt x="5349454" y="75773"/>
                      <a:pt x="5333261" y="103194"/>
                    </a:cubicBezTo>
                    <a:cubicBezTo>
                      <a:pt x="5322041" y="121580"/>
                      <a:pt x="5311204" y="140348"/>
                      <a:pt x="5301068" y="158989"/>
                    </a:cubicBezTo>
                    <a:cubicBezTo>
                      <a:pt x="5291378" y="176803"/>
                      <a:pt x="5282134" y="195063"/>
                      <a:pt x="5273528" y="213449"/>
                    </a:cubicBezTo>
                    <a:lnTo>
                      <a:pt x="5270532" y="213258"/>
                    </a:lnTo>
                    <a:cubicBezTo>
                      <a:pt x="5171400" y="206960"/>
                      <a:pt x="5169488" y="206832"/>
                      <a:pt x="5130537" y="206832"/>
                    </a:cubicBezTo>
                    <a:cubicBezTo>
                      <a:pt x="5110774" y="206832"/>
                      <a:pt x="5091203" y="207278"/>
                      <a:pt x="5072269" y="208168"/>
                    </a:cubicBezTo>
                    <a:cubicBezTo>
                      <a:pt x="5064874" y="208550"/>
                      <a:pt x="5057543" y="208614"/>
                      <a:pt x="5050467" y="208677"/>
                    </a:cubicBezTo>
                    <a:cubicBezTo>
                      <a:pt x="5042306" y="208805"/>
                      <a:pt x="5034465" y="208868"/>
                      <a:pt x="5026751" y="209314"/>
                    </a:cubicBezTo>
                    <a:lnTo>
                      <a:pt x="5075456" y="131123"/>
                    </a:lnTo>
                    <a:lnTo>
                      <a:pt x="5089864" y="107901"/>
                    </a:lnTo>
                    <a:cubicBezTo>
                      <a:pt x="5105037" y="83344"/>
                      <a:pt x="5116065" y="65657"/>
                      <a:pt x="5124225" y="51915"/>
                    </a:cubicBezTo>
                    <a:cubicBezTo>
                      <a:pt x="5138696" y="27612"/>
                      <a:pt x="5140736" y="21377"/>
                      <a:pt x="5140736" y="18323"/>
                    </a:cubicBezTo>
                    <a:cubicBezTo>
                      <a:pt x="5140736" y="7380"/>
                      <a:pt x="5134808" y="954"/>
                      <a:pt x="5124608" y="509"/>
                    </a:cubicBezTo>
                    <a:lnTo>
                      <a:pt x="5124608" y="509"/>
                    </a:lnTo>
                    <a:cubicBezTo>
                      <a:pt x="5124608" y="509"/>
                      <a:pt x="5123843" y="509"/>
                      <a:pt x="5123843" y="509"/>
                    </a:cubicBezTo>
                    <a:cubicBezTo>
                      <a:pt x="5123715" y="509"/>
                      <a:pt x="5123651" y="509"/>
                      <a:pt x="5123524" y="509"/>
                    </a:cubicBezTo>
                    <a:cubicBezTo>
                      <a:pt x="5123397" y="509"/>
                      <a:pt x="5123269" y="509"/>
                      <a:pt x="5123141" y="509"/>
                    </a:cubicBezTo>
                    <a:lnTo>
                      <a:pt x="0" y="509"/>
                    </a:lnTo>
                    <a:lnTo>
                      <a:pt x="0" y="30093"/>
                    </a:lnTo>
                    <a:lnTo>
                      <a:pt x="5100638" y="30093"/>
                    </a:lnTo>
                    <a:cubicBezTo>
                      <a:pt x="5097386" y="36328"/>
                      <a:pt x="5093753" y="42753"/>
                      <a:pt x="5089864" y="49497"/>
                    </a:cubicBezTo>
                    <a:cubicBezTo>
                      <a:pt x="5081258" y="64194"/>
                      <a:pt x="5070803" y="81244"/>
                      <a:pt x="5058882" y="100203"/>
                    </a:cubicBezTo>
                    <a:lnTo>
                      <a:pt x="5047662" y="117699"/>
                    </a:lnTo>
                    <a:cubicBezTo>
                      <a:pt x="5036059" y="135831"/>
                      <a:pt x="5026050" y="151482"/>
                      <a:pt x="5016870" y="166306"/>
                    </a:cubicBezTo>
                    <a:cubicBezTo>
                      <a:pt x="5005459" y="184820"/>
                      <a:pt x="4995897" y="200534"/>
                      <a:pt x="4988501" y="213131"/>
                    </a:cubicBezTo>
                    <a:cubicBezTo>
                      <a:pt x="4912830" y="224901"/>
                      <a:pt x="4903077" y="237689"/>
                      <a:pt x="4903077" y="247486"/>
                    </a:cubicBezTo>
                    <a:cubicBezTo>
                      <a:pt x="4903077" y="257284"/>
                      <a:pt x="4909133" y="263328"/>
                      <a:pt x="4919651" y="263328"/>
                    </a:cubicBezTo>
                    <a:cubicBezTo>
                      <a:pt x="4922329" y="263328"/>
                      <a:pt x="4927174" y="262501"/>
                      <a:pt x="4941454" y="255821"/>
                    </a:cubicBezTo>
                    <a:cubicBezTo>
                      <a:pt x="4949104" y="252258"/>
                      <a:pt x="4958412" y="249586"/>
                      <a:pt x="4969249" y="247741"/>
                    </a:cubicBezTo>
                    <a:cubicBezTo>
                      <a:pt x="4960961" y="261738"/>
                      <a:pt x="4954650" y="272999"/>
                      <a:pt x="4952037" y="277706"/>
                    </a:cubicBezTo>
                    <a:cubicBezTo>
                      <a:pt x="4889816" y="390189"/>
                      <a:pt x="4858260" y="474360"/>
                      <a:pt x="4858260" y="527865"/>
                    </a:cubicBezTo>
                    <a:cubicBezTo>
                      <a:pt x="4858260" y="537917"/>
                      <a:pt x="4864571" y="543707"/>
                      <a:pt x="4875473" y="543707"/>
                    </a:cubicBezTo>
                    <a:cubicBezTo>
                      <a:pt x="4884079" y="543707"/>
                      <a:pt x="4889370" y="539062"/>
                      <a:pt x="4890008" y="531046"/>
                    </a:cubicBezTo>
                    <a:cubicBezTo>
                      <a:pt x="4890900" y="523157"/>
                      <a:pt x="4891984" y="514377"/>
                      <a:pt x="4893386" y="504898"/>
                    </a:cubicBezTo>
                    <a:cubicBezTo>
                      <a:pt x="4894725" y="495609"/>
                      <a:pt x="4897658" y="482185"/>
                      <a:pt x="4902056" y="465071"/>
                    </a:cubicBezTo>
                    <a:cubicBezTo>
                      <a:pt x="4906455" y="450056"/>
                      <a:pt x="4915062" y="426962"/>
                      <a:pt x="4927556" y="396424"/>
                    </a:cubicBezTo>
                    <a:cubicBezTo>
                      <a:pt x="4940052" y="365949"/>
                      <a:pt x="4957455" y="330894"/>
                      <a:pt x="4979321" y="292148"/>
                    </a:cubicBezTo>
                    <a:lnTo>
                      <a:pt x="5008200" y="241506"/>
                    </a:lnTo>
                    <a:cubicBezTo>
                      <a:pt x="5042816" y="237816"/>
                      <a:pt x="5081640" y="237816"/>
                      <a:pt x="5122695" y="237880"/>
                    </a:cubicBezTo>
                    <a:lnTo>
                      <a:pt x="5126393" y="237880"/>
                    </a:lnTo>
                    <a:cubicBezTo>
                      <a:pt x="5141948" y="237880"/>
                      <a:pt x="5167639" y="238579"/>
                      <a:pt x="5202893" y="239915"/>
                    </a:cubicBezTo>
                    <a:lnTo>
                      <a:pt x="5203594" y="239915"/>
                    </a:lnTo>
                    <a:cubicBezTo>
                      <a:pt x="5216429" y="240424"/>
                      <a:pt x="5224844" y="240806"/>
                      <a:pt x="5228839" y="241061"/>
                    </a:cubicBezTo>
                    <a:cubicBezTo>
                      <a:pt x="5233110" y="241379"/>
                      <a:pt x="5240378" y="241824"/>
                      <a:pt x="5259439" y="242969"/>
                    </a:cubicBezTo>
                    <a:cubicBezTo>
                      <a:pt x="5216982" y="339737"/>
                      <a:pt x="5195434" y="408639"/>
                      <a:pt x="5195434" y="447893"/>
                    </a:cubicBezTo>
                    <a:cubicBezTo>
                      <a:pt x="5195434" y="466470"/>
                      <a:pt x="5200534" y="475886"/>
                      <a:pt x="5210670" y="475886"/>
                    </a:cubicBezTo>
                    <a:cubicBezTo>
                      <a:pt x="5225014" y="475886"/>
                      <a:pt x="5226544" y="467170"/>
                      <a:pt x="5226544" y="463417"/>
                    </a:cubicBezTo>
                    <a:lnTo>
                      <a:pt x="5226544" y="448593"/>
                    </a:lnTo>
                    <a:cubicBezTo>
                      <a:pt x="5226544" y="412392"/>
                      <a:pt x="5248920" y="344127"/>
                      <a:pt x="5293099" y="245578"/>
                    </a:cubicBezTo>
                    <a:lnTo>
                      <a:pt x="5310120" y="246723"/>
                    </a:lnTo>
                    <a:cubicBezTo>
                      <a:pt x="5315985" y="247296"/>
                      <a:pt x="5320575" y="245959"/>
                      <a:pt x="5323827" y="242778"/>
                    </a:cubicBezTo>
                    <a:close/>
                  </a:path>
                </a:pathLst>
              </a:custGeom>
              <a:solidFill>
                <a:srgbClr val="FFC600"/>
              </a:solidFill>
              <a:ln w="6375" cap="flat">
                <a:noFill/>
                <a:prstDash val="solid"/>
                <a:miter/>
              </a:ln>
            </p:spPr>
            <p:txBody>
              <a:bodyPr rtlCol="0" anchor="ctr"/>
              <a:lstStyle/>
              <a:p>
                <a:endParaRPr lang="en-US"/>
              </a:p>
            </p:txBody>
          </p:sp>
        </p:grpSp>
        <p:grpSp>
          <p:nvGrpSpPr>
            <p:cNvPr id="14" name="Graphic 15">
              <a:extLst>
                <a:ext uri="{FF2B5EF4-FFF2-40B4-BE49-F238E27FC236}">
                  <a16:creationId xmlns:a16="http://schemas.microsoft.com/office/drawing/2014/main" id="{EC673CBA-2ABE-835E-5C41-460D37B46881}"/>
                </a:ext>
              </a:extLst>
            </p:cNvPr>
            <p:cNvGrpSpPr/>
            <p:nvPr/>
          </p:nvGrpSpPr>
          <p:grpSpPr>
            <a:xfrm>
              <a:off x="5301802" y="-1110695"/>
              <a:ext cx="1659220" cy="145883"/>
              <a:chOff x="5301802" y="-1110695"/>
              <a:chExt cx="1659220" cy="145883"/>
            </a:xfrm>
            <a:solidFill>
              <a:srgbClr val="FFFFFF"/>
            </a:solidFill>
          </p:grpSpPr>
          <p:sp>
            <p:nvSpPr>
              <p:cNvPr id="36" name="Freeform 35">
                <a:extLst>
                  <a:ext uri="{FF2B5EF4-FFF2-40B4-BE49-F238E27FC236}">
                    <a16:creationId xmlns:a16="http://schemas.microsoft.com/office/drawing/2014/main" id="{94C83F4D-F97F-3EBD-DD4F-C3C1780882FD}"/>
                  </a:ext>
                </a:extLst>
              </p:cNvPr>
              <p:cNvSpPr/>
              <p:nvPr/>
            </p:nvSpPr>
            <p:spPr>
              <a:xfrm>
                <a:off x="5301802" y="-1096634"/>
                <a:ext cx="76691" cy="130105"/>
              </a:xfrm>
              <a:custGeom>
                <a:avLst/>
                <a:gdLst>
                  <a:gd name="connsiteX0" fmla="*/ 76691 w 76691"/>
                  <a:gd name="connsiteY0" fmla="*/ 0 h 130105"/>
                  <a:gd name="connsiteX1" fmla="*/ 76691 w 76691"/>
                  <a:gd name="connsiteY1" fmla="*/ 17432 h 130105"/>
                  <a:gd name="connsiteX2" fmla="*/ 21356 w 76691"/>
                  <a:gd name="connsiteY2" fmla="*/ 17432 h 130105"/>
                  <a:gd name="connsiteX3" fmla="*/ 21356 w 76691"/>
                  <a:gd name="connsiteY3" fmla="*/ 55796 h 130105"/>
                  <a:gd name="connsiteX4" fmla="*/ 64452 w 76691"/>
                  <a:gd name="connsiteY4" fmla="*/ 55796 h 130105"/>
                  <a:gd name="connsiteX5" fmla="*/ 64452 w 76691"/>
                  <a:gd name="connsiteY5" fmla="*/ 73228 h 130105"/>
                  <a:gd name="connsiteX6" fmla="*/ 21356 w 76691"/>
                  <a:gd name="connsiteY6" fmla="*/ 73228 h 130105"/>
                  <a:gd name="connsiteX7" fmla="*/ 21356 w 76691"/>
                  <a:gd name="connsiteY7" fmla="*/ 130105 h 130105"/>
                  <a:gd name="connsiteX8" fmla="*/ 0 w 76691"/>
                  <a:gd name="connsiteY8" fmla="*/ 130105 h 130105"/>
                  <a:gd name="connsiteX9" fmla="*/ 0 w 76691"/>
                  <a:gd name="connsiteY9" fmla="*/ 64 h 130105"/>
                  <a:gd name="connsiteX10" fmla="*/ 76691 w 76691"/>
                  <a:gd name="connsiteY10" fmla="*/ 64 h 130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91" h="130105">
                    <a:moveTo>
                      <a:pt x="76691" y="0"/>
                    </a:moveTo>
                    <a:lnTo>
                      <a:pt x="76691" y="17432"/>
                    </a:lnTo>
                    <a:lnTo>
                      <a:pt x="21356" y="17432"/>
                    </a:lnTo>
                    <a:lnTo>
                      <a:pt x="21356" y="55796"/>
                    </a:lnTo>
                    <a:lnTo>
                      <a:pt x="64452" y="55796"/>
                    </a:lnTo>
                    <a:lnTo>
                      <a:pt x="64452" y="73228"/>
                    </a:lnTo>
                    <a:lnTo>
                      <a:pt x="21356" y="73228"/>
                    </a:lnTo>
                    <a:lnTo>
                      <a:pt x="21356" y="130105"/>
                    </a:lnTo>
                    <a:lnTo>
                      <a:pt x="0" y="130105"/>
                    </a:lnTo>
                    <a:lnTo>
                      <a:pt x="0" y="64"/>
                    </a:lnTo>
                    <a:lnTo>
                      <a:pt x="76691" y="64"/>
                    </a:lnTo>
                    <a:close/>
                  </a:path>
                </a:pathLst>
              </a:custGeom>
              <a:solidFill>
                <a:srgbClr val="FFFFFF"/>
              </a:solidFill>
              <a:ln w="6375"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88ACFA4E-F6A0-DF41-FC20-599064589849}"/>
                  </a:ext>
                </a:extLst>
              </p:cNvPr>
              <p:cNvSpPr/>
              <p:nvPr/>
            </p:nvSpPr>
            <p:spPr>
              <a:xfrm>
                <a:off x="5395196" y="-1110695"/>
                <a:ext cx="27221" cy="144038"/>
              </a:xfrm>
              <a:custGeom>
                <a:avLst/>
                <a:gdLst>
                  <a:gd name="connsiteX0" fmla="*/ 3952 w 27221"/>
                  <a:gd name="connsiteY0" fmla="*/ 23413 h 144038"/>
                  <a:gd name="connsiteX1" fmla="*/ 0 w 27221"/>
                  <a:gd name="connsiteY1" fmla="*/ 13679 h 144038"/>
                  <a:gd name="connsiteX2" fmla="*/ 3952 w 27221"/>
                  <a:gd name="connsiteY2" fmla="*/ 3944 h 144038"/>
                  <a:gd name="connsiteX3" fmla="*/ 13706 w 27221"/>
                  <a:gd name="connsiteY3" fmla="*/ 0 h 144038"/>
                  <a:gd name="connsiteX4" fmla="*/ 23269 w 27221"/>
                  <a:gd name="connsiteY4" fmla="*/ 3944 h 144038"/>
                  <a:gd name="connsiteX5" fmla="*/ 27221 w 27221"/>
                  <a:gd name="connsiteY5" fmla="*/ 13679 h 144038"/>
                  <a:gd name="connsiteX6" fmla="*/ 23269 w 27221"/>
                  <a:gd name="connsiteY6" fmla="*/ 23413 h 144038"/>
                  <a:gd name="connsiteX7" fmla="*/ 13706 w 27221"/>
                  <a:gd name="connsiteY7" fmla="*/ 27357 h 144038"/>
                  <a:gd name="connsiteX8" fmla="*/ 3952 w 27221"/>
                  <a:gd name="connsiteY8" fmla="*/ 23413 h 144038"/>
                  <a:gd name="connsiteX9" fmla="*/ 24161 w 27221"/>
                  <a:gd name="connsiteY9" fmla="*/ 40972 h 144038"/>
                  <a:gd name="connsiteX10" fmla="*/ 24161 w 27221"/>
                  <a:gd name="connsiteY10" fmla="*/ 144038 h 144038"/>
                  <a:gd name="connsiteX11" fmla="*/ 2805 w 27221"/>
                  <a:gd name="connsiteY11" fmla="*/ 144038 h 144038"/>
                  <a:gd name="connsiteX12" fmla="*/ 2805 w 27221"/>
                  <a:gd name="connsiteY12" fmla="*/ 40972 h 144038"/>
                  <a:gd name="connsiteX13" fmla="*/ 24161 w 27221"/>
                  <a:gd name="connsiteY13" fmla="*/ 40972 h 144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221" h="144038">
                    <a:moveTo>
                      <a:pt x="3952" y="23413"/>
                    </a:moveTo>
                    <a:cubicBezTo>
                      <a:pt x="1339" y="20804"/>
                      <a:pt x="0" y="17559"/>
                      <a:pt x="0" y="13679"/>
                    </a:cubicBezTo>
                    <a:cubicBezTo>
                      <a:pt x="0" y="9798"/>
                      <a:pt x="1339" y="6553"/>
                      <a:pt x="3952" y="3944"/>
                    </a:cubicBezTo>
                    <a:cubicBezTo>
                      <a:pt x="6566" y="1336"/>
                      <a:pt x="9817" y="0"/>
                      <a:pt x="13706" y="0"/>
                    </a:cubicBezTo>
                    <a:cubicBezTo>
                      <a:pt x="17595" y="0"/>
                      <a:pt x="20655" y="1336"/>
                      <a:pt x="23269" y="3944"/>
                    </a:cubicBezTo>
                    <a:cubicBezTo>
                      <a:pt x="25882" y="6553"/>
                      <a:pt x="27221" y="9798"/>
                      <a:pt x="27221" y="13679"/>
                    </a:cubicBezTo>
                    <a:cubicBezTo>
                      <a:pt x="27221" y="17559"/>
                      <a:pt x="25882" y="20804"/>
                      <a:pt x="23269" y="23413"/>
                    </a:cubicBezTo>
                    <a:cubicBezTo>
                      <a:pt x="20655" y="26021"/>
                      <a:pt x="17467" y="27357"/>
                      <a:pt x="13706" y="27357"/>
                    </a:cubicBezTo>
                    <a:cubicBezTo>
                      <a:pt x="9945" y="27357"/>
                      <a:pt x="6566" y="26021"/>
                      <a:pt x="3952" y="23413"/>
                    </a:cubicBezTo>
                    <a:close/>
                    <a:moveTo>
                      <a:pt x="24161" y="40972"/>
                    </a:moveTo>
                    <a:lnTo>
                      <a:pt x="24161" y="144038"/>
                    </a:lnTo>
                    <a:lnTo>
                      <a:pt x="2805" y="144038"/>
                    </a:lnTo>
                    <a:lnTo>
                      <a:pt x="2805" y="40972"/>
                    </a:lnTo>
                    <a:lnTo>
                      <a:pt x="24161" y="40972"/>
                    </a:lnTo>
                    <a:close/>
                  </a:path>
                </a:pathLst>
              </a:custGeom>
              <a:solidFill>
                <a:srgbClr val="FFFFFF"/>
              </a:solidFill>
              <a:ln w="6375" cap="flat">
                <a:noFill/>
                <a:prstDash val="solid"/>
                <a:miter/>
              </a:ln>
            </p:spPr>
            <p:txBody>
              <a:bodyPr rtlCol="0" anchor="ctr"/>
              <a:lstStyle/>
              <a:p>
                <a:endParaRPr lang="en-US"/>
              </a:p>
            </p:txBody>
          </p:sp>
          <p:sp>
            <p:nvSpPr>
              <p:cNvPr id="38" name="Freeform 37">
                <a:extLst>
                  <a:ext uri="{FF2B5EF4-FFF2-40B4-BE49-F238E27FC236}">
                    <a16:creationId xmlns:a16="http://schemas.microsoft.com/office/drawing/2014/main" id="{5D285840-B669-02CF-8A6D-EC74D629CA77}"/>
                  </a:ext>
                </a:extLst>
              </p:cNvPr>
              <p:cNvSpPr/>
              <p:nvPr/>
            </p:nvSpPr>
            <p:spPr>
              <a:xfrm>
                <a:off x="5446769" y="-1071440"/>
                <a:ext cx="94477" cy="104784"/>
              </a:xfrm>
              <a:custGeom>
                <a:avLst/>
                <a:gdLst>
                  <a:gd name="connsiteX0" fmla="*/ 73950 w 94477"/>
                  <a:gd name="connsiteY0" fmla="*/ 5090 h 104784"/>
                  <a:gd name="connsiteX1" fmla="*/ 89059 w 94477"/>
                  <a:gd name="connsiteY1" fmla="*/ 20041 h 104784"/>
                  <a:gd name="connsiteX2" fmla="*/ 94478 w 94477"/>
                  <a:gd name="connsiteY2" fmla="*/ 43962 h 104784"/>
                  <a:gd name="connsiteX3" fmla="*/ 94478 w 94477"/>
                  <a:gd name="connsiteY3" fmla="*/ 104784 h 104784"/>
                  <a:gd name="connsiteX4" fmla="*/ 73313 w 94477"/>
                  <a:gd name="connsiteY4" fmla="*/ 104784 h 104784"/>
                  <a:gd name="connsiteX5" fmla="*/ 73313 w 94477"/>
                  <a:gd name="connsiteY5" fmla="*/ 47143 h 104784"/>
                  <a:gd name="connsiteX6" fmla="*/ 66364 w 94477"/>
                  <a:gd name="connsiteY6" fmla="*/ 25894 h 104784"/>
                  <a:gd name="connsiteX7" fmla="*/ 47430 w 94477"/>
                  <a:gd name="connsiteY7" fmla="*/ 18514 h 104784"/>
                  <a:gd name="connsiteX8" fmla="*/ 28369 w 94477"/>
                  <a:gd name="connsiteY8" fmla="*/ 25894 h 104784"/>
                  <a:gd name="connsiteX9" fmla="*/ 21356 w 94477"/>
                  <a:gd name="connsiteY9" fmla="*/ 47143 h 104784"/>
                  <a:gd name="connsiteX10" fmla="*/ 21356 w 94477"/>
                  <a:gd name="connsiteY10" fmla="*/ 104784 h 104784"/>
                  <a:gd name="connsiteX11" fmla="*/ 0 w 94477"/>
                  <a:gd name="connsiteY11" fmla="*/ 104784 h 104784"/>
                  <a:gd name="connsiteX12" fmla="*/ 0 w 94477"/>
                  <a:gd name="connsiteY12" fmla="*/ 1718 h 104784"/>
                  <a:gd name="connsiteX13" fmla="*/ 21356 w 94477"/>
                  <a:gd name="connsiteY13" fmla="*/ 1718 h 104784"/>
                  <a:gd name="connsiteX14" fmla="*/ 21356 w 94477"/>
                  <a:gd name="connsiteY14" fmla="*/ 13488 h 104784"/>
                  <a:gd name="connsiteX15" fmla="*/ 34744 w 94477"/>
                  <a:gd name="connsiteY15" fmla="*/ 3563 h 104784"/>
                  <a:gd name="connsiteX16" fmla="*/ 52084 w 94477"/>
                  <a:gd name="connsiteY16" fmla="*/ 0 h 104784"/>
                  <a:gd name="connsiteX17" fmla="*/ 73950 w 94477"/>
                  <a:gd name="connsiteY17" fmla="*/ 5026 h 10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4477" h="104784">
                    <a:moveTo>
                      <a:pt x="73950" y="5090"/>
                    </a:moveTo>
                    <a:cubicBezTo>
                      <a:pt x="80389" y="8462"/>
                      <a:pt x="85425" y="13424"/>
                      <a:pt x="89059" y="20041"/>
                    </a:cubicBezTo>
                    <a:cubicBezTo>
                      <a:pt x="92693" y="26657"/>
                      <a:pt x="94478" y="34610"/>
                      <a:pt x="94478" y="43962"/>
                    </a:cubicBezTo>
                    <a:lnTo>
                      <a:pt x="94478" y="104784"/>
                    </a:lnTo>
                    <a:lnTo>
                      <a:pt x="73313" y="104784"/>
                    </a:lnTo>
                    <a:lnTo>
                      <a:pt x="73313" y="47143"/>
                    </a:lnTo>
                    <a:cubicBezTo>
                      <a:pt x="73313" y="37918"/>
                      <a:pt x="71018" y="30856"/>
                      <a:pt x="66364" y="25894"/>
                    </a:cubicBezTo>
                    <a:cubicBezTo>
                      <a:pt x="61710" y="20995"/>
                      <a:pt x="55399" y="18514"/>
                      <a:pt x="47430" y="18514"/>
                    </a:cubicBezTo>
                    <a:cubicBezTo>
                      <a:pt x="39461" y="18514"/>
                      <a:pt x="33086" y="20995"/>
                      <a:pt x="28369" y="25894"/>
                    </a:cubicBezTo>
                    <a:cubicBezTo>
                      <a:pt x="23651" y="30793"/>
                      <a:pt x="21356" y="37918"/>
                      <a:pt x="21356" y="47143"/>
                    </a:cubicBezTo>
                    <a:lnTo>
                      <a:pt x="21356" y="104784"/>
                    </a:lnTo>
                    <a:lnTo>
                      <a:pt x="0" y="104784"/>
                    </a:lnTo>
                    <a:lnTo>
                      <a:pt x="0" y="1718"/>
                    </a:lnTo>
                    <a:lnTo>
                      <a:pt x="21356" y="1718"/>
                    </a:lnTo>
                    <a:lnTo>
                      <a:pt x="21356" y="13488"/>
                    </a:lnTo>
                    <a:cubicBezTo>
                      <a:pt x="24863" y="9225"/>
                      <a:pt x="29325" y="5917"/>
                      <a:pt x="34744" y="3563"/>
                    </a:cubicBezTo>
                    <a:cubicBezTo>
                      <a:pt x="40163" y="1209"/>
                      <a:pt x="45964" y="0"/>
                      <a:pt x="52084" y="0"/>
                    </a:cubicBezTo>
                    <a:cubicBezTo>
                      <a:pt x="60180" y="0"/>
                      <a:pt x="67511" y="1654"/>
                      <a:pt x="73950" y="5026"/>
                    </a:cubicBezTo>
                    <a:close/>
                  </a:path>
                </a:pathLst>
              </a:custGeom>
              <a:solidFill>
                <a:srgbClr val="FFFFFF"/>
              </a:solidFill>
              <a:ln w="6375"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3F07CAC1-D831-B9F4-BFF3-F71893CA050A}"/>
                  </a:ext>
                </a:extLst>
              </p:cNvPr>
              <p:cNvSpPr/>
              <p:nvPr/>
            </p:nvSpPr>
            <p:spPr>
              <a:xfrm>
                <a:off x="5562348" y="-1071377"/>
                <a:ext cx="106016" cy="106501"/>
              </a:xfrm>
              <a:custGeom>
                <a:avLst/>
                <a:gdLst>
                  <a:gd name="connsiteX0" fmla="*/ 6375 w 106016"/>
                  <a:gd name="connsiteY0" fmla="*/ 25258 h 106501"/>
                  <a:gd name="connsiteX1" fmla="*/ 23970 w 106016"/>
                  <a:gd name="connsiteY1" fmla="*/ 6617 h 106501"/>
                  <a:gd name="connsiteX2" fmla="*/ 48641 w 106016"/>
                  <a:gd name="connsiteY2" fmla="*/ 0 h 106501"/>
                  <a:gd name="connsiteX3" fmla="*/ 69934 w 106016"/>
                  <a:gd name="connsiteY3" fmla="*/ 4772 h 106501"/>
                  <a:gd name="connsiteX4" fmla="*/ 84469 w 106016"/>
                  <a:gd name="connsiteY4" fmla="*/ 16669 h 106501"/>
                  <a:gd name="connsiteX5" fmla="*/ 84469 w 106016"/>
                  <a:gd name="connsiteY5" fmla="*/ 1718 h 106501"/>
                  <a:gd name="connsiteX6" fmla="*/ 106016 w 106016"/>
                  <a:gd name="connsiteY6" fmla="*/ 1718 h 106501"/>
                  <a:gd name="connsiteX7" fmla="*/ 106016 w 106016"/>
                  <a:gd name="connsiteY7" fmla="*/ 104784 h 106501"/>
                  <a:gd name="connsiteX8" fmla="*/ 84469 w 106016"/>
                  <a:gd name="connsiteY8" fmla="*/ 104784 h 106501"/>
                  <a:gd name="connsiteX9" fmla="*/ 84469 w 106016"/>
                  <a:gd name="connsiteY9" fmla="*/ 89451 h 106501"/>
                  <a:gd name="connsiteX10" fmla="*/ 69679 w 106016"/>
                  <a:gd name="connsiteY10" fmla="*/ 101603 h 106501"/>
                  <a:gd name="connsiteX11" fmla="*/ 48323 w 106016"/>
                  <a:gd name="connsiteY11" fmla="*/ 106502 h 106501"/>
                  <a:gd name="connsiteX12" fmla="*/ 23970 w 106016"/>
                  <a:gd name="connsiteY12" fmla="*/ 99694 h 106501"/>
                  <a:gd name="connsiteX13" fmla="*/ 6439 w 106016"/>
                  <a:gd name="connsiteY13" fmla="*/ 80608 h 106501"/>
                  <a:gd name="connsiteX14" fmla="*/ 0 w 106016"/>
                  <a:gd name="connsiteY14" fmla="*/ 52806 h 106501"/>
                  <a:gd name="connsiteX15" fmla="*/ 6439 w 106016"/>
                  <a:gd name="connsiteY15" fmla="*/ 25321 h 106501"/>
                  <a:gd name="connsiteX16" fmla="*/ 80070 w 106016"/>
                  <a:gd name="connsiteY16" fmla="*/ 34610 h 106501"/>
                  <a:gd name="connsiteX17" fmla="*/ 68531 w 106016"/>
                  <a:gd name="connsiteY17" fmla="*/ 22649 h 106501"/>
                  <a:gd name="connsiteX18" fmla="*/ 53168 w 106016"/>
                  <a:gd name="connsiteY18" fmla="*/ 18514 h 106501"/>
                  <a:gd name="connsiteX19" fmla="*/ 37804 w 106016"/>
                  <a:gd name="connsiteY19" fmla="*/ 22522 h 106501"/>
                  <a:gd name="connsiteX20" fmla="*/ 26265 w 106016"/>
                  <a:gd name="connsiteY20" fmla="*/ 34292 h 106501"/>
                  <a:gd name="connsiteX21" fmla="*/ 21866 w 106016"/>
                  <a:gd name="connsiteY21" fmla="*/ 52742 h 106501"/>
                  <a:gd name="connsiteX22" fmla="*/ 26265 w 106016"/>
                  <a:gd name="connsiteY22" fmla="*/ 71447 h 106501"/>
                  <a:gd name="connsiteX23" fmla="*/ 37868 w 106016"/>
                  <a:gd name="connsiteY23" fmla="*/ 83726 h 106501"/>
                  <a:gd name="connsiteX24" fmla="*/ 53168 w 106016"/>
                  <a:gd name="connsiteY24" fmla="*/ 87925 h 106501"/>
                  <a:gd name="connsiteX25" fmla="*/ 68531 w 106016"/>
                  <a:gd name="connsiteY25" fmla="*/ 83789 h 106501"/>
                  <a:gd name="connsiteX26" fmla="*/ 80070 w 106016"/>
                  <a:gd name="connsiteY26" fmla="*/ 71701 h 106501"/>
                  <a:gd name="connsiteX27" fmla="*/ 84469 w 106016"/>
                  <a:gd name="connsiteY27" fmla="*/ 53060 h 106501"/>
                  <a:gd name="connsiteX28" fmla="*/ 80070 w 106016"/>
                  <a:gd name="connsiteY28" fmla="*/ 34546 h 10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6016" h="106501">
                    <a:moveTo>
                      <a:pt x="6375" y="25258"/>
                    </a:moveTo>
                    <a:cubicBezTo>
                      <a:pt x="10710" y="17305"/>
                      <a:pt x="16575" y="11070"/>
                      <a:pt x="23970" y="6617"/>
                    </a:cubicBezTo>
                    <a:cubicBezTo>
                      <a:pt x="31429" y="2163"/>
                      <a:pt x="39653" y="0"/>
                      <a:pt x="48641" y="0"/>
                    </a:cubicBezTo>
                    <a:cubicBezTo>
                      <a:pt x="56738" y="0"/>
                      <a:pt x="63878" y="1591"/>
                      <a:pt x="69934" y="4772"/>
                    </a:cubicBezTo>
                    <a:cubicBezTo>
                      <a:pt x="75990" y="7953"/>
                      <a:pt x="80835" y="11897"/>
                      <a:pt x="84469" y="16669"/>
                    </a:cubicBezTo>
                    <a:lnTo>
                      <a:pt x="84469" y="1718"/>
                    </a:lnTo>
                    <a:lnTo>
                      <a:pt x="106016" y="1718"/>
                    </a:lnTo>
                    <a:lnTo>
                      <a:pt x="106016" y="104784"/>
                    </a:lnTo>
                    <a:lnTo>
                      <a:pt x="84469" y="104784"/>
                    </a:lnTo>
                    <a:lnTo>
                      <a:pt x="84469" y="89451"/>
                    </a:lnTo>
                    <a:cubicBezTo>
                      <a:pt x="80835" y="94350"/>
                      <a:pt x="75926" y="98358"/>
                      <a:pt x="69679" y="101603"/>
                    </a:cubicBezTo>
                    <a:cubicBezTo>
                      <a:pt x="63431" y="104848"/>
                      <a:pt x="56291" y="106502"/>
                      <a:pt x="48323" y="106502"/>
                    </a:cubicBezTo>
                    <a:cubicBezTo>
                      <a:pt x="39461" y="106502"/>
                      <a:pt x="31301" y="104212"/>
                      <a:pt x="23970" y="99694"/>
                    </a:cubicBezTo>
                    <a:cubicBezTo>
                      <a:pt x="16575" y="95114"/>
                      <a:pt x="10774" y="88752"/>
                      <a:pt x="6439" y="80608"/>
                    </a:cubicBezTo>
                    <a:cubicBezTo>
                      <a:pt x="2104" y="72465"/>
                      <a:pt x="0" y="63176"/>
                      <a:pt x="0" y="52806"/>
                    </a:cubicBezTo>
                    <a:cubicBezTo>
                      <a:pt x="0" y="42435"/>
                      <a:pt x="2168" y="33274"/>
                      <a:pt x="6439" y="25321"/>
                    </a:cubicBezTo>
                    <a:close/>
                    <a:moveTo>
                      <a:pt x="80070" y="34610"/>
                    </a:moveTo>
                    <a:cubicBezTo>
                      <a:pt x="77138" y="29393"/>
                      <a:pt x="73313" y="25385"/>
                      <a:pt x="68531" y="22649"/>
                    </a:cubicBezTo>
                    <a:cubicBezTo>
                      <a:pt x="63750" y="19913"/>
                      <a:pt x="58650" y="18514"/>
                      <a:pt x="53168" y="18514"/>
                    </a:cubicBezTo>
                    <a:cubicBezTo>
                      <a:pt x="47685" y="18514"/>
                      <a:pt x="42522" y="19850"/>
                      <a:pt x="37804" y="22522"/>
                    </a:cubicBezTo>
                    <a:cubicBezTo>
                      <a:pt x="33086" y="25194"/>
                      <a:pt x="29198" y="29139"/>
                      <a:pt x="26265" y="34292"/>
                    </a:cubicBezTo>
                    <a:cubicBezTo>
                      <a:pt x="23333" y="39445"/>
                      <a:pt x="21866" y="45616"/>
                      <a:pt x="21866" y="52742"/>
                    </a:cubicBezTo>
                    <a:cubicBezTo>
                      <a:pt x="21866" y="59868"/>
                      <a:pt x="23333" y="66102"/>
                      <a:pt x="26265" y="71447"/>
                    </a:cubicBezTo>
                    <a:cubicBezTo>
                      <a:pt x="29198" y="76791"/>
                      <a:pt x="33086" y="80926"/>
                      <a:pt x="37868" y="83726"/>
                    </a:cubicBezTo>
                    <a:cubicBezTo>
                      <a:pt x="42649" y="86525"/>
                      <a:pt x="47749" y="87925"/>
                      <a:pt x="53168" y="87925"/>
                    </a:cubicBezTo>
                    <a:cubicBezTo>
                      <a:pt x="58586" y="87925"/>
                      <a:pt x="63814" y="86525"/>
                      <a:pt x="68531" y="83789"/>
                    </a:cubicBezTo>
                    <a:cubicBezTo>
                      <a:pt x="73249" y="81053"/>
                      <a:pt x="77138" y="77045"/>
                      <a:pt x="80070" y="71701"/>
                    </a:cubicBezTo>
                    <a:cubicBezTo>
                      <a:pt x="83003" y="66421"/>
                      <a:pt x="84469" y="60186"/>
                      <a:pt x="84469" y="53060"/>
                    </a:cubicBezTo>
                    <a:cubicBezTo>
                      <a:pt x="84469" y="45935"/>
                      <a:pt x="83003" y="39763"/>
                      <a:pt x="80070" y="34546"/>
                    </a:cubicBezTo>
                    <a:close/>
                  </a:path>
                </a:pathLst>
              </a:custGeom>
              <a:solidFill>
                <a:srgbClr val="FFFFFF"/>
              </a:solidFill>
              <a:ln w="6375" cap="flat">
                <a:no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AA012FF5-B803-D045-16E2-0F58CB45B7B2}"/>
                  </a:ext>
                </a:extLst>
              </p:cNvPr>
              <p:cNvSpPr/>
              <p:nvPr/>
            </p:nvSpPr>
            <p:spPr>
              <a:xfrm>
                <a:off x="5696096" y="-1071440"/>
                <a:ext cx="94477" cy="104784"/>
              </a:xfrm>
              <a:custGeom>
                <a:avLst/>
                <a:gdLst>
                  <a:gd name="connsiteX0" fmla="*/ 73950 w 94477"/>
                  <a:gd name="connsiteY0" fmla="*/ 5090 h 104784"/>
                  <a:gd name="connsiteX1" fmla="*/ 89059 w 94477"/>
                  <a:gd name="connsiteY1" fmla="*/ 20041 h 104784"/>
                  <a:gd name="connsiteX2" fmla="*/ 94478 w 94477"/>
                  <a:gd name="connsiteY2" fmla="*/ 43962 h 104784"/>
                  <a:gd name="connsiteX3" fmla="*/ 94478 w 94477"/>
                  <a:gd name="connsiteY3" fmla="*/ 104784 h 104784"/>
                  <a:gd name="connsiteX4" fmla="*/ 73313 w 94477"/>
                  <a:gd name="connsiteY4" fmla="*/ 104784 h 104784"/>
                  <a:gd name="connsiteX5" fmla="*/ 73313 w 94477"/>
                  <a:gd name="connsiteY5" fmla="*/ 47143 h 104784"/>
                  <a:gd name="connsiteX6" fmla="*/ 66364 w 94477"/>
                  <a:gd name="connsiteY6" fmla="*/ 25894 h 104784"/>
                  <a:gd name="connsiteX7" fmla="*/ 47430 w 94477"/>
                  <a:gd name="connsiteY7" fmla="*/ 18514 h 104784"/>
                  <a:gd name="connsiteX8" fmla="*/ 28368 w 94477"/>
                  <a:gd name="connsiteY8" fmla="*/ 25894 h 104784"/>
                  <a:gd name="connsiteX9" fmla="*/ 21356 w 94477"/>
                  <a:gd name="connsiteY9" fmla="*/ 47143 h 104784"/>
                  <a:gd name="connsiteX10" fmla="*/ 21356 w 94477"/>
                  <a:gd name="connsiteY10" fmla="*/ 104784 h 104784"/>
                  <a:gd name="connsiteX11" fmla="*/ 0 w 94477"/>
                  <a:gd name="connsiteY11" fmla="*/ 104784 h 104784"/>
                  <a:gd name="connsiteX12" fmla="*/ 0 w 94477"/>
                  <a:gd name="connsiteY12" fmla="*/ 1718 h 104784"/>
                  <a:gd name="connsiteX13" fmla="*/ 21356 w 94477"/>
                  <a:gd name="connsiteY13" fmla="*/ 1718 h 104784"/>
                  <a:gd name="connsiteX14" fmla="*/ 21356 w 94477"/>
                  <a:gd name="connsiteY14" fmla="*/ 13488 h 104784"/>
                  <a:gd name="connsiteX15" fmla="*/ 34743 w 94477"/>
                  <a:gd name="connsiteY15" fmla="*/ 3563 h 104784"/>
                  <a:gd name="connsiteX16" fmla="*/ 52084 w 94477"/>
                  <a:gd name="connsiteY16" fmla="*/ 0 h 104784"/>
                  <a:gd name="connsiteX17" fmla="*/ 73950 w 94477"/>
                  <a:gd name="connsiteY17" fmla="*/ 5026 h 10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4477" h="104784">
                    <a:moveTo>
                      <a:pt x="73950" y="5090"/>
                    </a:moveTo>
                    <a:cubicBezTo>
                      <a:pt x="80389" y="8462"/>
                      <a:pt x="85425" y="13424"/>
                      <a:pt x="89059" y="20041"/>
                    </a:cubicBezTo>
                    <a:cubicBezTo>
                      <a:pt x="92692" y="26657"/>
                      <a:pt x="94478" y="34610"/>
                      <a:pt x="94478" y="43962"/>
                    </a:cubicBezTo>
                    <a:lnTo>
                      <a:pt x="94478" y="104784"/>
                    </a:lnTo>
                    <a:lnTo>
                      <a:pt x="73313" y="104784"/>
                    </a:lnTo>
                    <a:lnTo>
                      <a:pt x="73313" y="47143"/>
                    </a:lnTo>
                    <a:cubicBezTo>
                      <a:pt x="73313" y="37918"/>
                      <a:pt x="71017" y="30856"/>
                      <a:pt x="66364" y="25894"/>
                    </a:cubicBezTo>
                    <a:cubicBezTo>
                      <a:pt x="61710" y="20995"/>
                      <a:pt x="55399" y="18514"/>
                      <a:pt x="47430" y="18514"/>
                    </a:cubicBezTo>
                    <a:cubicBezTo>
                      <a:pt x="39461" y="18514"/>
                      <a:pt x="33086" y="20995"/>
                      <a:pt x="28368" y="25894"/>
                    </a:cubicBezTo>
                    <a:cubicBezTo>
                      <a:pt x="23651" y="30793"/>
                      <a:pt x="21356" y="37918"/>
                      <a:pt x="21356" y="47143"/>
                    </a:cubicBezTo>
                    <a:lnTo>
                      <a:pt x="21356" y="104784"/>
                    </a:lnTo>
                    <a:lnTo>
                      <a:pt x="0" y="104784"/>
                    </a:lnTo>
                    <a:lnTo>
                      <a:pt x="0" y="1718"/>
                    </a:lnTo>
                    <a:lnTo>
                      <a:pt x="21356" y="1718"/>
                    </a:lnTo>
                    <a:lnTo>
                      <a:pt x="21356" y="13488"/>
                    </a:lnTo>
                    <a:cubicBezTo>
                      <a:pt x="24862" y="9225"/>
                      <a:pt x="29325" y="5917"/>
                      <a:pt x="34743" y="3563"/>
                    </a:cubicBezTo>
                    <a:cubicBezTo>
                      <a:pt x="40162" y="1209"/>
                      <a:pt x="45964" y="0"/>
                      <a:pt x="52084" y="0"/>
                    </a:cubicBezTo>
                    <a:cubicBezTo>
                      <a:pt x="60180" y="0"/>
                      <a:pt x="67511" y="1654"/>
                      <a:pt x="73950" y="5026"/>
                    </a:cubicBezTo>
                    <a:close/>
                  </a:path>
                </a:pathLst>
              </a:custGeom>
              <a:solidFill>
                <a:srgbClr val="FFFFFF"/>
              </a:solidFill>
              <a:ln w="6375" cap="flat">
                <a:noFill/>
                <a:prstDash val="solid"/>
                <a:miter/>
              </a:ln>
            </p:spPr>
            <p:txBody>
              <a:bodyPr rtlCol="0" anchor="ctr"/>
              <a:lstStyle/>
              <a:p>
                <a:endParaRPr lang="en-US"/>
              </a:p>
            </p:txBody>
          </p:sp>
          <p:sp>
            <p:nvSpPr>
              <p:cNvPr id="44" name="Freeform 43">
                <a:extLst>
                  <a:ext uri="{FF2B5EF4-FFF2-40B4-BE49-F238E27FC236}">
                    <a16:creationId xmlns:a16="http://schemas.microsoft.com/office/drawing/2014/main" id="{880920CB-0820-1065-8587-EBDF10F74657}"/>
                  </a:ext>
                </a:extLst>
              </p:cNvPr>
              <p:cNvSpPr/>
              <p:nvPr/>
            </p:nvSpPr>
            <p:spPr>
              <a:xfrm>
                <a:off x="5812184" y="-1071440"/>
                <a:ext cx="98238" cy="106565"/>
              </a:xfrm>
              <a:custGeom>
                <a:avLst/>
                <a:gdLst>
                  <a:gd name="connsiteX0" fmla="*/ 6439 w 98238"/>
                  <a:gd name="connsiteY0" fmla="*/ 25194 h 106565"/>
                  <a:gd name="connsiteX1" fmla="*/ 24353 w 98238"/>
                  <a:gd name="connsiteY1" fmla="*/ 6553 h 106565"/>
                  <a:gd name="connsiteX2" fmla="*/ 50618 w 98238"/>
                  <a:gd name="connsiteY2" fmla="*/ 0 h 106565"/>
                  <a:gd name="connsiteX3" fmla="*/ 81664 w 98238"/>
                  <a:gd name="connsiteY3" fmla="*/ 8907 h 106565"/>
                  <a:gd name="connsiteX4" fmla="*/ 98239 w 98238"/>
                  <a:gd name="connsiteY4" fmla="*/ 34292 h 106565"/>
                  <a:gd name="connsiteX5" fmla="*/ 75162 w 98238"/>
                  <a:gd name="connsiteY5" fmla="*/ 34292 h 106565"/>
                  <a:gd name="connsiteX6" fmla="*/ 66173 w 98238"/>
                  <a:gd name="connsiteY6" fmla="*/ 22331 h 106565"/>
                  <a:gd name="connsiteX7" fmla="*/ 50618 w 98238"/>
                  <a:gd name="connsiteY7" fmla="*/ 18005 h 106565"/>
                  <a:gd name="connsiteX8" fmla="*/ 29708 w 98238"/>
                  <a:gd name="connsiteY8" fmla="*/ 27293 h 106565"/>
                  <a:gd name="connsiteX9" fmla="*/ 21930 w 98238"/>
                  <a:gd name="connsiteY9" fmla="*/ 53187 h 106565"/>
                  <a:gd name="connsiteX10" fmla="*/ 29708 w 98238"/>
                  <a:gd name="connsiteY10" fmla="*/ 79208 h 106565"/>
                  <a:gd name="connsiteX11" fmla="*/ 50618 w 98238"/>
                  <a:gd name="connsiteY11" fmla="*/ 88561 h 106565"/>
                  <a:gd name="connsiteX12" fmla="*/ 75162 w 98238"/>
                  <a:gd name="connsiteY12" fmla="*/ 72274 h 106565"/>
                  <a:gd name="connsiteX13" fmla="*/ 98239 w 98238"/>
                  <a:gd name="connsiteY13" fmla="*/ 72274 h 106565"/>
                  <a:gd name="connsiteX14" fmla="*/ 81345 w 98238"/>
                  <a:gd name="connsiteY14" fmla="*/ 97277 h 106565"/>
                  <a:gd name="connsiteX15" fmla="*/ 50618 w 98238"/>
                  <a:gd name="connsiteY15" fmla="*/ 106565 h 106565"/>
                  <a:gd name="connsiteX16" fmla="*/ 24353 w 98238"/>
                  <a:gd name="connsiteY16" fmla="*/ 99949 h 106565"/>
                  <a:gd name="connsiteX17" fmla="*/ 6439 w 98238"/>
                  <a:gd name="connsiteY17" fmla="*/ 81244 h 106565"/>
                  <a:gd name="connsiteX18" fmla="*/ 0 w 98238"/>
                  <a:gd name="connsiteY18" fmla="*/ 53251 h 106565"/>
                  <a:gd name="connsiteX19" fmla="*/ 6439 w 98238"/>
                  <a:gd name="connsiteY19" fmla="*/ 25258 h 10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238" h="106565">
                    <a:moveTo>
                      <a:pt x="6439" y="25194"/>
                    </a:moveTo>
                    <a:cubicBezTo>
                      <a:pt x="10774" y="17178"/>
                      <a:pt x="16702" y="10943"/>
                      <a:pt x="24353" y="6553"/>
                    </a:cubicBezTo>
                    <a:cubicBezTo>
                      <a:pt x="32003" y="2163"/>
                      <a:pt x="40736" y="0"/>
                      <a:pt x="50618" y="0"/>
                    </a:cubicBezTo>
                    <a:cubicBezTo>
                      <a:pt x="63113" y="0"/>
                      <a:pt x="73440" y="2990"/>
                      <a:pt x="81664" y="8907"/>
                    </a:cubicBezTo>
                    <a:cubicBezTo>
                      <a:pt x="89824" y="14824"/>
                      <a:pt x="95370" y="23285"/>
                      <a:pt x="98239" y="34292"/>
                    </a:cubicBezTo>
                    <a:lnTo>
                      <a:pt x="75162" y="34292"/>
                    </a:lnTo>
                    <a:cubicBezTo>
                      <a:pt x="73313" y="29202"/>
                      <a:pt x="70316" y="25194"/>
                      <a:pt x="66173" y="22331"/>
                    </a:cubicBezTo>
                    <a:cubicBezTo>
                      <a:pt x="62029" y="19468"/>
                      <a:pt x="56865" y="18005"/>
                      <a:pt x="50618" y="18005"/>
                    </a:cubicBezTo>
                    <a:cubicBezTo>
                      <a:pt x="41884" y="18005"/>
                      <a:pt x="34871" y="21059"/>
                      <a:pt x="29708" y="27293"/>
                    </a:cubicBezTo>
                    <a:cubicBezTo>
                      <a:pt x="24544" y="33465"/>
                      <a:pt x="21930" y="42117"/>
                      <a:pt x="21930" y="53187"/>
                    </a:cubicBezTo>
                    <a:cubicBezTo>
                      <a:pt x="21930" y="64257"/>
                      <a:pt x="24544" y="72974"/>
                      <a:pt x="29708" y="79208"/>
                    </a:cubicBezTo>
                    <a:cubicBezTo>
                      <a:pt x="34871" y="85443"/>
                      <a:pt x="41884" y="88561"/>
                      <a:pt x="50618" y="88561"/>
                    </a:cubicBezTo>
                    <a:cubicBezTo>
                      <a:pt x="62985" y="88561"/>
                      <a:pt x="71145" y="83153"/>
                      <a:pt x="75162" y="72274"/>
                    </a:cubicBezTo>
                    <a:lnTo>
                      <a:pt x="98239" y="72274"/>
                    </a:lnTo>
                    <a:cubicBezTo>
                      <a:pt x="95243" y="82771"/>
                      <a:pt x="89632" y="91106"/>
                      <a:pt x="81345" y="97277"/>
                    </a:cubicBezTo>
                    <a:cubicBezTo>
                      <a:pt x="73121" y="103448"/>
                      <a:pt x="62858" y="106565"/>
                      <a:pt x="50618" y="106565"/>
                    </a:cubicBezTo>
                    <a:cubicBezTo>
                      <a:pt x="40736" y="106565"/>
                      <a:pt x="32003" y="104339"/>
                      <a:pt x="24353" y="99949"/>
                    </a:cubicBezTo>
                    <a:cubicBezTo>
                      <a:pt x="16702" y="95495"/>
                      <a:pt x="10774" y="89261"/>
                      <a:pt x="6439" y="81244"/>
                    </a:cubicBezTo>
                    <a:cubicBezTo>
                      <a:pt x="2104" y="73228"/>
                      <a:pt x="0" y="63876"/>
                      <a:pt x="0" y="53251"/>
                    </a:cubicBezTo>
                    <a:cubicBezTo>
                      <a:pt x="0" y="42626"/>
                      <a:pt x="2168" y="33338"/>
                      <a:pt x="6439" y="25258"/>
                    </a:cubicBezTo>
                    <a:close/>
                  </a:path>
                </a:pathLst>
              </a:custGeom>
              <a:solidFill>
                <a:srgbClr val="FFFFFF"/>
              </a:solidFill>
              <a:ln w="6375" cap="flat">
                <a:noFill/>
                <a:prstDash val="solid"/>
                <a:miter/>
              </a:ln>
            </p:spPr>
            <p:txBody>
              <a:bodyPr rtlCol="0" anchor="ctr"/>
              <a:lstStyle/>
              <a:p>
                <a:endParaRPr lang="en-US"/>
              </a:p>
            </p:txBody>
          </p:sp>
          <p:sp>
            <p:nvSpPr>
              <p:cNvPr id="45" name="Freeform 44">
                <a:extLst>
                  <a:ext uri="{FF2B5EF4-FFF2-40B4-BE49-F238E27FC236}">
                    <a16:creationId xmlns:a16="http://schemas.microsoft.com/office/drawing/2014/main" id="{190B0107-CB52-3FE8-1B61-B5EB0F36CDC9}"/>
                  </a:ext>
                </a:extLst>
              </p:cNvPr>
              <p:cNvSpPr/>
              <p:nvPr/>
            </p:nvSpPr>
            <p:spPr>
              <a:xfrm>
                <a:off x="5928592" y="-1110695"/>
                <a:ext cx="27221" cy="144038"/>
              </a:xfrm>
              <a:custGeom>
                <a:avLst/>
                <a:gdLst>
                  <a:gd name="connsiteX0" fmla="*/ 3952 w 27221"/>
                  <a:gd name="connsiteY0" fmla="*/ 23413 h 144038"/>
                  <a:gd name="connsiteX1" fmla="*/ 0 w 27221"/>
                  <a:gd name="connsiteY1" fmla="*/ 13679 h 144038"/>
                  <a:gd name="connsiteX2" fmla="*/ 3952 w 27221"/>
                  <a:gd name="connsiteY2" fmla="*/ 3944 h 144038"/>
                  <a:gd name="connsiteX3" fmla="*/ 13706 w 27221"/>
                  <a:gd name="connsiteY3" fmla="*/ 0 h 144038"/>
                  <a:gd name="connsiteX4" fmla="*/ 23269 w 27221"/>
                  <a:gd name="connsiteY4" fmla="*/ 3944 h 144038"/>
                  <a:gd name="connsiteX5" fmla="*/ 27221 w 27221"/>
                  <a:gd name="connsiteY5" fmla="*/ 13679 h 144038"/>
                  <a:gd name="connsiteX6" fmla="*/ 23269 w 27221"/>
                  <a:gd name="connsiteY6" fmla="*/ 23413 h 144038"/>
                  <a:gd name="connsiteX7" fmla="*/ 13706 w 27221"/>
                  <a:gd name="connsiteY7" fmla="*/ 27357 h 144038"/>
                  <a:gd name="connsiteX8" fmla="*/ 3952 w 27221"/>
                  <a:gd name="connsiteY8" fmla="*/ 23413 h 144038"/>
                  <a:gd name="connsiteX9" fmla="*/ 24162 w 27221"/>
                  <a:gd name="connsiteY9" fmla="*/ 40972 h 144038"/>
                  <a:gd name="connsiteX10" fmla="*/ 24162 w 27221"/>
                  <a:gd name="connsiteY10" fmla="*/ 144038 h 144038"/>
                  <a:gd name="connsiteX11" fmla="*/ 2805 w 27221"/>
                  <a:gd name="connsiteY11" fmla="*/ 144038 h 144038"/>
                  <a:gd name="connsiteX12" fmla="*/ 2805 w 27221"/>
                  <a:gd name="connsiteY12" fmla="*/ 40972 h 144038"/>
                  <a:gd name="connsiteX13" fmla="*/ 24162 w 27221"/>
                  <a:gd name="connsiteY13" fmla="*/ 40972 h 144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221" h="144038">
                    <a:moveTo>
                      <a:pt x="3952" y="23413"/>
                    </a:moveTo>
                    <a:cubicBezTo>
                      <a:pt x="1339" y="20804"/>
                      <a:pt x="0" y="17559"/>
                      <a:pt x="0" y="13679"/>
                    </a:cubicBezTo>
                    <a:cubicBezTo>
                      <a:pt x="0" y="9798"/>
                      <a:pt x="1339" y="6553"/>
                      <a:pt x="3952" y="3944"/>
                    </a:cubicBezTo>
                    <a:cubicBezTo>
                      <a:pt x="6566" y="1336"/>
                      <a:pt x="9818" y="0"/>
                      <a:pt x="13706" y="0"/>
                    </a:cubicBezTo>
                    <a:cubicBezTo>
                      <a:pt x="17595" y="0"/>
                      <a:pt x="20655" y="1336"/>
                      <a:pt x="23269" y="3944"/>
                    </a:cubicBezTo>
                    <a:cubicBezTo>
                      <a:pt x="25882" y="6553"/>
                      <a:pt x="27221" y="9798"/>
                      <a:pt x="27221" y="13679"/>
                    </a:cubicBezTo>
                    <a:cubicBezTo>
                      <a:pt x="27221" y="17559"/>
                      <a:pt x="25882" y="20804"/>
                      <a:pt x="23269" y="23413"/>
                    </a:cubicBezTo>
                    <a:cubicBezTo>
                      <a:pt x="20655" y="26021"/>
                      <a:pt x="17467" y="27357"/>
                      <a:pt x="13706" y="27357"/>
                    </a:cubicBezTo>
                    <a:cubicBezTo>
                      <a:pt x="9945" y="27357"/>
                      <a:pt x="6566" y="26021"/>
                      <a:pt x="3952" y="23413"/>
                    </a:cubicBezTo>
                    <a:close/>
                    <a:moveTo>
                      <a:pt x="24162" y="40972"/>
                    </a:moveTo>
                    <a:lnTo>
                      <a:pt x="24162" y="144038"/>
                    </a:lnTo>
                    <a:lnTo>
                      <a:pt x="2805" y="144038"/>
                    </a:lnTo>
                    <a:lnTo>
                      <a:pt x="2805" y="40972"/>
                    </a:lnTo>
                    <a:lnTo>
                      <a:pt x="24162" y="40972"/>
                    </a:lnTo>
                    <a:close/>
                  </a:path>
                </a:pathLst>
              </a:custGeom>
              <a:solidFill>
                <a:srgbClr val="FFFFFF"/>
              </a:solidFill>
              <a:ln w="6375" cap="flat">
                <a:noFill/>
                <a:prstDash val="solid"/>
                <a:miter/>
              </a:ln>
            </p:spPr>
            <p:txBody>
              <a:bodyPr rtlCol="0" anchor="ctr"/>
              <a:lstStyle/>
              <a:p>
                <a:endParaRPr lang="en-US"/>
              </a:p>
            </p:txBody>
          </p:sp>
          <p:sp>
            <p:nvSpPr>
              <p:cNvPr id="46" name="Freeform 45">
                <a:extLst>
                  <a:ext uri="{FF2B5EF4-FFF2-40B4-BE49-F238E27FC236}">
                    <a16:creationId xmlns:a16="http://schemas.microsoft.com/office/drawing/2014/main" id="{4A188B90-B82C-31F8-96D7-920BC224D4F0}"/>
                  </a:ext>
                </a:extLst>
              </p:cNvPr>
              <p:cNvSpPr/>
              <p:nvPr/>
            </p:nvSpPr>
            <p:spPr>
              <a:xfrm>
                <a:off x="5973472" y="-1071377"/>
                <a:ext cx="106015" cy="106501"/>
              </a:xfrm>
              <a:custGeom>
                <a:avLst/>
                <a:gdLst>
                  <a:gd name="connsiteX0" fmla="*/ 6375 w 106015"/>
                  <a:gd name="connsiteY0" fmla="*/ 25258 h 106501"/>
                  <a:gd name="connsiteX1" fmla="*/ 23970 w 106015"/>
                  <a:gd name="connsiteY1" fmla="*/ 6617 h 106501"/>
                  <a:gd name="connsiteX2" fmla="*/ 48641 w 106015"/>
                  <a:gd name="connsiteY2" fmla="*/ 0 h 106501"/>
                  <a:gd name="connsiteX3" fmla="*/ 69934 w 106015"/>
                  <a:gd name="connsiteY3" fmla="*/ 4772 h 106501"/>
                  <a:gd name="connsiteX4" fmla="*/ 84469 w 106015"/>
                  <a:gd name="connsiteY4" fmla="*/ 16669 h 106501"/>
                  <a:gd name="connsiteX5" fmla="*/ 84469 w 106015"/>
                  <a:gd name="connsiteY5" fmla="*/ 1718 h 106501"/>
                  <a:gd name="connsiteX6" fmla="*/ 106016 w 106015"/>
                  <a:gd name="connsiteY6" fmla="*/ 1718 h 106501"/>
                  <a:gd name="connsiteX7" fmla="*/ 106016 w 106015"/>
                  <a:gd name="connsiteY7" fmla="*/ 104784 h 106501"/>
                  <a:gd name="connsiteX8" fmla="*/ 84469 w 106015"/>
                  <a:gd name="connsiteY8" fmla="*/ 104784 h 106501"/>
                  <a:gd name="connsiteX9" fmla="*/ 84469 w 106015"/>
                  <a:gd name="connsiteY9" fmla="*/ 89451 h 106501"/>
                  <a:gd name="connsiteX10" fmla="*/ 69679 w 106015"/>
                  <a:gd name="connsiteY10" fmla="*/ 101603 h 106501"/>
                  <a:gd name="connsiteX11" fmla="*/ 48322 w 106015"/>
                  <a:gd name="connsiteY11" fmla="*/ 106502 h 106501"/>
                  <a:gd name="connsiteX12" fmla="*/ 23970 w 106015"/>
                  <a:gd name="connsiteY12" fmla="*/ 99694 h 106501"/>
                  <a:gd name="connsiteX13" fmla="*/ 6438 w 106015"/>
                  <a:gd name="connsiteY13" fmla="*/ 80608 h 106501"/>
                  <a:gd name="connsiteX14" fmla="*/ 0 w 106015"/>
                  <a:gd name="connsiteY14" fmla="*/ 52806 h 106501"/>
                  <a:gd name="connsiteX15" fmla="*/ 6438 w 106015"/>
                  <a:gd name="connsiteY15" fmla="*/ 25321 h 106501"/>
                  <a:gd name="connsiteX16" fmla="*/ 80070 w 106015"/>
                  <a:gd name="connsiteY16" fmla="*/ 34610 h 106501"/>
                  <a:gd name="connsiteX17" fmla="*/ 68531 w 106015"/>
                  <a:gd name="connsiteY17" fmla="*/ 22649 h 106501"/>
                  <a:gd name="connsiteX18" fmla="*/ 53167 w 106015"/>
                  <a:gd name="connsiteY18" fmla="*/ 18514 h 106501"/>
                  <a:gd name="connsiteX19" fmla="*/ 37804 w 106015"/>
                  <a:gd name="connsiteY19" fmla="*/ 22522 h 106501"/>
                  <a:gd name="connsiteX20" fmla="*/ 26265 w 106015"/>
                  <a:gd name="connsiteY20" fmla="*/ 34292 h 106501"/>
                  <a:gd name="connsiteX21" fmla="*/ 21866 w 106015"/>
                  <a:gd name="connsiteY21" fmla="*/ 52742 h 106501"/>
                  <a:gd name="connsiteX22" fmla="*/ 26265 w 106015"/>
                  <a:gd name="connsiteY22" fmla="*/ 71447 h 106501"/>
                  <a:gd name="connsiteX23" fmla="*/ 37867 w 106015"/>
                  <a:gd name="connsiteY23" fmla="*/ 83726 h 106501"/>
                  <a:gd name="connsiteX24" fmla="*/ 53167 w 106015"/>
                  <a:gd name="connsiteY24" fmla="*/ 87925 h 106501"/>
                  <a:gd name="connsiteX25" fmla="*/ 68531 w 106015"/>
                  <a:gd name="connsiteY25" fmla="*/ 83789 h 106501"/>
                  <a:gd name="connsiteX26" fmla="*/ 80070 w 106015"/>
                  <a:gd name="connsiteY26" fmla="*/ 71701 h 106501"/>
                  <a:gd name="connsiteX27" fmla="*/ 84469 w 106015"/>
                  <a:gd name="connsiteY27" fmla="*/ 53060 h 106501"/>
                  <a:gd name="connsiteX28" fmla="*/ 80070 w 106015"/>
                  <a:gd name="connsiteY28" fmla="*/ 34546 h 10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6015" h="106501">
                    <a:moveTo>
                      <a:pt x="6375" y="25258"/>
                    </a:moveTo>
                    <a:cubicBezTo>
                      <a:pt x="10710" y="17305"/>
                      <a:pt x="16575" y="11070"/>
                      <a:pt x="23970" y="6617"/>
                    </a:cubicBezTo>
                    <a:cubicBezTo>
                      <a:pt x="31429" y="2163"/>
                      <a:pt x="39652" y="0"/>
                      <a:pt x="48641" y="0"/>
                    </a:cubicBezTo>
                    <a:cubicBezTo>
                      <a:pt x="56737" y="0"/>
                      <a:pt x="63877" y="1591"/>
                      <a:pt x="69934" y="4772"/>
                    </a:cubicBezTo>
                    <a:cubicBezTo>
                      <a:pt x="75990" y="7953"/>
                      <a:pt x="80835" y="11897"/>
                      <a:pt x="84469" y="16669"/>
                    </a:cubicBezTo>
                    <a:lnTo>
                      <a:pt x="84469" y="1718"/>
                    </a:lnTo>
                    <a:lnTo>
                      <a:pt x="106016" y="1718"/>
                    </a:lnTo>
                    <a:lnTo>
                      <a:pt x="106016" y="104784"/>
                    </a:lnTo>
                    <a:lnTo>
                      <a:pt x="84469" y="104784"/>
                    </a:lnTo>
                    <a:lnTo>
                      <a:pt x="84469" y="89451"/>
                    </a:lnTo>
                    <a:cubicBezTo>
                      <a:pt x="80835" y="94350"/>
                      <a:pt x="75926" y="98358"/>
                      <a:pt x="69679" y="101603"/>
                    </a:cubicBezTo>
                    <a:cubicBezTo>
                      <a:pt x="63431" y="104848"/>
                      <a:pt x="56291" y="106502"/>
                      <a:pt x="48322" y="106502"/>
                    </a:cubicBezTo>
                    <a:cubicBezTo>
                      <a:pt x="39461" y="106502"/>
                      <a:pt x="31301" y="104212"/>
                      <a:pt x="23970" y="99694"/>
                    </a:cubicBezTo>
                    <a:cubicBezTo>
                      <a:pt x="16575" y="95114"/>
                      <a:pt x="10773" y="88752"/>
                      <a:pt x="6438" y="80608"/>
                    </a:cubicBezTo>
                    <a:cubicBezTo>
                      <a:pt x="2103" y="72465"/>
                      <a:pt x="0" y="63176"/>
                      <a:pt x="0" y="52806"/>
                    </a:cubicBezTo>
                    <a:cubicBezTo>
                      <a:pt x="0" y="42435"/>
                      <a:pt x="2167" y="33274"/>
                      <a:pt x="6438" y="25321"/>
                    </a:cubicBezTo>
                    <a:close/>
                    <a:moveTo>
                      <a:pt x="80070" y="34610"/>
                    </a:moveTo>
                    <a:cubicBezTo>
                      <a:pt x="77137" y="29393"/>
                      <a:pt x="73313" y="25385"/>
                      <a:pt x="68531" y="22649"/>
                    </a:cubicBezTo>
                    <a:cubicBezTo>
                      <a:pt x="63750" y="19913"/>
                      <a:pt x="58650" y="18514"/>
                      <a:pt x="53167" y="18514"/>
                    </a:cubicBezTo>
                    <a:cubicBezTo>
                      <a:pt x="47685" y="18514"/>
                      <a:pt x="42521" y="19850"/>
                      <a:pt x="37804" y="22522"/>
                    </a:cubicBezTo>
                    <a:cubicBezTo>
                      <a:pt x="33086" y="25194"/>
                      <a:pt x="29197" y="29139"/>
                      <a:pt x="26265" y="34292"/>
                    </a:cubicBezTo>
                    <a:cubicBezTo>
                      <a:pt x="23332" y="39445"/>
                      <a:pt x="21866" y="45616"/>
                      <a:pt x="21866" y="52742"/>
                    </a:cubicBezTo>
                    <a:cubicBezTo>
                      <a:pt x="21866" y="59868"/>
                      <a:pt x="23332" y="66102"/>
                      <a:pt x="26265" y="71447"/>
                    </a:cubicBezTo>
                    <a:cubicBezTo>
                      <a:pt x="29197" y="76791"/>
                      <a:pt x="33086" y="80926"/>
                      <a:pt x="37867" y="83726"/>
                    </a:cubicBezTo>
                    <a:cubicBezTo>
                      <a:pt x="42648" y="86525"/>
                      <a:pt x="47749" y="87925"/>
                      <a:pt x="53167" y="87925"/>
                    </a:cubicBezTo>
                    <a:cubicBezTo>
                      <a:pt x="58586" y="87925"/>
                      <a:pt x="63813" y="86525"/>
                      <a:pt x="68531" y="83789"/>
                    </a:cubicBezTo>
                    <a:cubicBezTo>
                      <a:pt x="73249" y="81053"/>
                      <a:pt x="77137" y="77045"/>
                      <a:pt x="80070" y="71701"/>
                    </a:cubicBezTo>
                    <a:cubicBezTo>
                      <a:pt x="83002" y="66421"/>
                      <a:pt x="84469" y="60186"/>
                      <a:pt x="84469" y="53060"/>
                    </a:cubicBezTo>
                    <a:cubicBezTo>
                      <a:pt x="84469" y="45935"/>
                      <a:pt x="83002" y="39763"/>
                      <a:pt x="80070" y="34546"/>
                    </a:cubicBezTo>
                    <a:close/>
                  </a:path>
                </a:pathLst>
              </a:custGeom>
              <a:solidFill>
                <a:srgbClr val="FFFFFF"/>
              </a:solidFill>
              <a:ln w="6375" cap="flat">
                <a:noFill/>
                <a:prstDash val="solid"/>
                <a:miter/>
              </a:ln>
            </p:spPr>
            <p:txBody>
              <a:bodyPr rtlCol="0" anchor="ctr"/>
              <a:lstStyle/>
              <a:p>
                <a:endParaRPr lang="en-US"/>
              </a:p>
            </p:txBody>
          </p:sp>
          <p:sp>
            <p:nvSpPr>
              <p:cNvPr id="47" name="Freeform 46">
                <a:extLst>
                  <a:ext uri="{FF2B5EF4-FFF2-40B4-BE49-F238E27FC236}">
                    <a16:creationId xmlns:a16="http://schemas.microsoft.com/office/drawing/2014/main" id="{59295BC9-B4F0-2EB3-ECFA-059A49DA7796}"/>
                  </a:ext>
                </a:extLst>
              </p:cNvPr>
              <p:cNvSpPr/>
              <p:nvPr/>
            </p:nvSpPr>
            <p:spPr>
              <a:xfrm>
                <a:off x="6106136" y="-1105096"/>
                <a:ext cx="21356" cy="138439"/>
              </a:xfrm>
              <a:custGeom>
                <a:avLst/>
                <a:gdLst>
                  <a:gd name="connsiteX0" fmla="*/ 21356 w 21356"/>
                  <a:gd name="connsiteY0" fmla="*/ 0 h 138439"/>
                  <a:gd name="connsiteX1" fmla="*/ 21356 w 21356"/>
                  <a:gd name="connsiteY1" fmla="*/ 138440 h 138439"/>
                  <a:gd name="connsiteX2" fmla="*/ 0 w 21356"/>
                  <a:gd name="connsiteY2" fmla="*/ 138440 h 138439"/>
                  <a:gd name="connsiteX3" fmla="*/ 0 w 21356"/>
                  <a:gd name="connsiteY3" fmla="*/ 0 h 138439"/>
                  <a:gd name="connsiteX4" fmla="*/ 21356 w 21356"/>
                  <a:gd name="connsiteY4" fmla="*/ 0 h 13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 h="138439">
                    <a:moveTo>
                      <a:pt x="21356" y="0"/>
                    </a:moveTo>
                    <a:lnTo>
                      <a:pt x="21356" y="138440"/>
                    </a:lnTo>
                    <a:lnTo>
                      <a:pt x="0" y="138440"/>
                    </a:lnTo>
                    <a:lnTo>
                      <a:pt x="0" y="0"/>
                    </a:lnTo>
                    <a:lnTo>
                      <a:pt x="21356" y="0"/>
                    </a:lnTo>
                    <a:close/>
                  </a:path>
                </a:pathLst>
              </a:custGeom>
              <a:solidFill>
                <a:srgbClr val="FFFFFF"/>
              </a:solidFill>
              <a:ln w="6375" cap="flat">
                <a:noFill/>
                <a:prstDash val="solid"/>
                <a:miter/>
              </a:ln>
            </p:spPr>
            <p:txBody>
              <a:bodyPr rtlCol="0" anchor="ctr"/>
              <a:lstStyle/>
              <a:p>
                <a:endParaRPr lang="en-US"/>
              </a:p>
            </p:txBody>
          </p:sp>
          <p:sp>
            <p:nvSpPr>
              <p:cNvPr id="48" name="Freeform 47">
                <a:extLst>
                  <a:ext uri="{FF2B5EF4-FFF2-40B4-BE49-F238E27FC236}">
                    <a16:creationId xmlns:a16="http://schemas.microsoft.com/office/drawing/2014/main" id="{F12151EB-E6F0-D56C-6BA6-7E5D2C384176}"/>
                  </a:ext>
                </a:extLst>
              </p:cNvPr>
              <p:cNvSpPr/>
              <p:nvPr/>
            </p:nvSpPr>
            <p:spPr>
              <a:xfrm>
                <a:off x="6190286" y="-1098416"/>
                <a:ext cx="91226" cy="133159"/>
              </a:xfrm>
              <a:custGeom>
                <a:avLst/>
                <a:gdLst>
                  <a:gd name="connsiteX0" fmla="*/ 22504 w 91226"/>
                  <a:gd name="connsiteY0" fmla="*/ 128515 h 133159"/>
                  <a:gd name="connsiteX1" fmla="*/ 5993 w 91226"/>
                  <a:gd name="connsiteY1" fmla="*/ 115536 h 133159"/>
                  <a:gd name="connsiteX2" fmla="*/ 0 w 91226"/>
                  <a:gd name="connsiteY2" fmla="*/ 95877 h 133159"/>
                  <a:gd name="connsiteX3" fmla="*/ 22886 w 91226"/>
                  <a:gd name="connsiteY3" fmla="*/ 95877 h 133159"/>
                  <a:gd name="connsiteX4" fmla="*/ 29516 w 91226"/>
                  <a:gd name="connsiteY4" fmla="*/ 109747 h 133159"/>
                  <a:gd name="connsiteX5" fmla="*/ 46092 w 91226"/>
                  <a:gd name="connsiteY5" fmla="*/ 115154 h 133159"/>
                  <a:gd name="connsiteX6" fmla="*/ 63368 w 91226"/>
                  <a:gd name="connsiteY6" fmla="*/ 109810 h 133159"/>
                  <a:gd name="connsiteX7" fmla="*/ 69551 w 91226"/>
                  <a:gd name="connsiteY7" fmla="*/ 96068 h 133159"/>
                  <a:gd name="connsiteX8" fmla="*/ 65726 w 91226"/>
                  <a:gd name="connsiteY8" fmla="*/ 85380 h 133159"/>
                  <a:gd name="connsiteX9" fmla="*/ 56164 w 91226"/>
                  <a:gd name="connsiteY9" fmla="*/ 79018 h 133159"/>
                  <a:gd name="connsiteX10" fmla="*/ 40290 w 91226"/>
                  <a:gd name="connsiteY10" fmla="*/ 74119 h 133159"/>
                  <a:gd name="connsiteX11" fmla="*/ 19571 w 91226"/>
                  <a:gd name="connsiteY11" fmla="*/ 67311 h 133159"/>
                  <a:gd name="connsiteX12" fmla="*/ 5993 w 91226"/>
                  <a:gd name="connsiteY12" fmla="*/ 56559 h 133159"/>
                  <a:gd name="connsiteX13" fmla="*/ 382 w 91226"/>
                  <a:gd name="connsiteY13" fmla="*/ 37091 h 133159"/>
                  <a:gd name="connsiteX14" fmla="*/ 5993 w 91226"/>
                  <a:gd name="connsiteY14" fmla="*/ 17432 h 133159"/>
                  <a:gd name="connsiteX15" fmla="*/ 21739 w 91226"/>
                  <a:gd name="connsiteY15" fmla="*/ 4517 h 133159"/>
                  <a:gd name="connsiteX16" fmla="*/ 45199 w 91226"/>
                  <a:gd name="connsiteY16" fmla="*/ 0 h 133159"/>
                  <a:gd name="connsiteX17" fmla="*/ 76245 w 91226"/>
                  <a:gd name="connsiteY17" fmla="*/ 9480 h 133159"/>
                  <a:gd name="connsiteX18" fmla="*/ 89632 w 91226"/>
                  <a:gd name="connsiteY18" fmla="*/ 35373 h 133159"/>
                  <a:gd name="connsiteX19" fmla="*/ 66045 w 91226"/>
                  <a:gd name="connsiteY19" fmla="*/ 35373 h 133159"/>
                  <a:gd name="connsiteX20" fmla="*/ 59288 w 91226"/>
                  <a:gd name="connsiteY20" fmla="*/ 23222 h 133159"/>
                  <a:gd name="connsiteX21" fmla="*/ 42968 w 91226"/>
                  <a:gd name="connsiteY21" fmla="*/ 18196 h 133159"/>
                  <a:gd name="connsiteX22" fmla="*/ 27986 w 91226"/>
                  <a:gd name="connsiteY22" fmla="*/ 22904 h 133159"/>
                  <a:gd name="connsiteX23" fmla="*/ 22185 w 91226"/>
                  <a:gd name="connsiteY23" fmla="*/ 36391 h 133159"/>
                  <a:gd name="connsiteX24" fmla="*/ 25819 w 91226"/>
                  <a:gd name="connsiteY24" fmla="*/ 46189 h 133159"/>
                  <a:gd name="connsiteX25" fmla="*/ 35126 w 91226"/>
                  <a:gd name="connsiteY25" fmla="*/ 52297 h 133159"/>
                  <a:gd name="connsiteX26" fmla="*/ 50490 w 91226"/>
                  <a:gd name="connsiteY26" fmla="*/ 57195 h 133159"/>
                  <a:gd name="connsiteX27" fmla="*/ 71592 w 91226"/>
                  <a:gd name="connsiteY27" fmla="*/ 64321 h 133159"/>
                  <a:gd name="connsiteX28" fmla="*/ 85489 w 91226"/>
                  <a:gd name="connsiteY28" fmla="*/ 75264 h 133159"/>
                  <a:gd name="connsiteX29" fmla="*/ 91226 w 91226"/>
                  <a:gd name="connsiteY29" fmla="*/ 94986 h 133159"/>
                  <a:gd name="connsiteX30" fmla="*/ 85871 w 91226"/>
                  <a:gd name="connsiteY30" fmla="*/ 113691 h 133159"/>
                  <a:gd name="connsiteX31" fmla="*/ 70316 w 91226"/>
                  <a:gd name="connsiteY31" fmla="*/ 127815 h 133159"/>
                  <a:gd name="connsiteX32" fmla="*/ 46219 w 91226"/>
                  <a:gd name="connsiteY32" fmla="*/ 133159 h 133159"/>
                  <a:gd name="connsiteX33" fmla="*/ 22632 w 91226"/>
                  <a:gd name="connsiteY33" fmla="*/ 128578 h 133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1226" h="133159">
                    <a:moveTo>
                      <a:pt x="22504" y="128515"/>
                    </a:moveTo>
                    <a:cubicBezTo>
                      <a:pt x="15491" y="125461"/>
                      <a:pt x="10009" y="121135"/>
                      <a:pt x="5993" y="115536"/>
                    </a:cubicBezTo>
                    <a:cubicBezTo>
                      <a:pt x="1976" y="109937"/>
                      <a:pt x="0" y="103384"/>
                      <a:pt x="0" y="95877"/>
                    </a:cubicBezTo>
                    <a:lnTo>
                      <a:pt x="22886" y="95877"/>
                    </a:lnTo>
                    <a:cubicBezTo>
                      <a:pt x="23397" y="101476"/>
                      <a:pt x="25628" y="106120"/>
                      <a:pt x="29516" y="109747"/>
                    </a:cubicBezTo>
                    <a:cubicBezTo>
                      <a:pt x="33469" y="113373"/>
                      <a:pt x="39015" y="115154"/>
                      <a:pt x="46092" y="115154"/>
                    </a:cubicBezTo>
                    <a:cubicBezTo>
                      <a:pt x="53168" y="115154"/>
                      <a:pt x="59224" y="113373"/>
                      <a:pt x="63368" y="109810"/>
                    </a:cubicBezTo>
                    <a:cubicBezTo>
                      <a:pt x="67511" y="106247"/>
                      <a:pt x="69551" y="101667"/>
                      <a:pt x="69551" y="96068"/>
                    </a:cubicBezTo>
                    <a:cubicBezTo>
                      <a:pt x="69551" y="91678"/>
                      <a:pt x="68276" y="88179"/>
                      <a:pt x="65726" y="85380"/>
                    </a:cubicBezTo>
                    <a:cubicBezTo>
                      <a:pt x="63176" y="82644"/>
                      <a:pt x="59989" y="80481"/>
                      <a:pt x="56164" y="79018"/>
                    </a:cubicBezTo>
                    <a:cubicBezTo>
                      <a:pt x="52339" y="77491"/>
                      <a:pt x="47048" y="75900"/>
                      <a:pt x="40290" y="74119"/>
                    </a:cubicBezTo>
                    <a:cubicBezTo>
                      <a:pt x="31812" y="71892"/>
                      <a:pt x="24863" y="69602"/>
                      <a:pt x="19571" y="67311"/>
                    </a:cubicBezTo>
                    <a:cubicBezTo>
                      <a:pt x="14280" y="65021"/>
                      <a:pt x="9754" y="61395"/>
                      <a:pt x="5993" y="56559"/>
                    </a:cubicBezTo>
                    <a:cubicBezTo>
                      <a:pt x="2231" y="51724"/>
                      <a:pt x="382" y="45235"/>
                      <a:pt x="382" y="37091"/>
                    </a:cubicBezTo>
                    <a:cubicBezTo>
                      <a:pt x="382" y="29584"/>
                      <a:pt x="2231" y="23031"/>
                      <a:pt x="5993" y="17432"/>
                    </a:cubicBezTo>
                    <a:cubicBezTo>
                      <a:pt x="9754" y="11834"/>
                      <a:pt x="14981" y="7507"/>
                      <a:pt x="21739" y="4517"/>
                    </a:cubicBezTo>
                    <a:cubicBezTo>
                      <a:pt x="28496" y="1527"/>
                      <a:pt x="36274" y="0"/>
                      <a:pt x="45199" y="0"/>
                    </a:cubicBezTo>
                    <a:cubicBezTo>
                      <a:pt x="57821" y="0"/>
                      <a:pt x="68149" y="3181"/>
                      <a:pt x="76245" y="9480"/>
                    </a:cubicBezTo>
                    <a:cubicBezTo>
                      <a:pt x="84278" y="15778"/>
                      <a:pt x="88804" y="24431"/>
                      <a:pt x="89632" y="35373"/>
                    </a:cubicBezTo>
                    <a:lnTo>
                      <a:pt x="66045" y="35373"/>
                    </a:lnTo>
                    <a:cubicBezTo>
                      <a:pt x="65663" y="30602"/>
                      <a:pt x="63431" y="26594"/>
                      <a:pt x="59288" y="23222"/>
                    </a:cubicBezTo>
                    <a:cubicBezTo>
                      <a:pt x="55144" y="19850"/>
                      <a:pt x="49725" y="18196"/>
                      <a:pt x="42968" y="18196"/>
                    </a:cubicBezTo>
                    <a:cubicBezTo>
                      <a:pt x="36848" y="18196"/>
                      <a:pt x="31812" y="19786"/>
                      <a:pt x="27986" y="22904"/>
                    </a:cubicBezTo>
                    <a:cubicBezTo>
                      <a:pt x="24162" y="26021"/>
                      <a:pt x="22185" y="30538"/>
                      <a:pt x="22185" y="36391"/>
                    </a:cubicBezTo>
                    <a:cubicBezTo>
                      <a:pt x="22185" y="40399"/>
                      <a:pt x="23397" y="43644"/>
                      <a:pt x="25819" y="46189"/>
                    </a:cubicBezTo>
                    <a:cubicBezTo>
                      <a:pt x="28241" y="48734"/>
                      <a:pt x="31365" y="50770"/>
                      <a:pt x="35126" y="52297"/>
                    </a:cubicBezTo>
                    <a:cubicBezTo>
                      <a:pt x="38888" y="53824"/>
                      <a:pt x="43988" y="55414"/>
                      <a:pt x="50490" y="57195"/>
                    </a:cubicBezTo>
                    <a:cubicBezTo>
                      <a:pt x="59096" y="59549"/>
                      <a:pt x="66173" y="61967"/>
                      <a:pt x="71592" y="64321"/>
                    </a:cubicBezTo>
                    <a:cubicBezTo>
                      <a:pt x="77010" y="66675"/>
                      <a:pt x="81664" y="70365"/>
                      <a:pt x="85489" y="75264"/>
                    </a:cubicBezTo>
                    <a:cubicBezTo>
                      <a:pt x="89314" y="80163"/>
                      <a:pt x="91226" y="86779"/>
                      <a:pt x="91226" y="94986"/>
                    </a:cubicBezTo>
                    <a:cubicBezTo>
                      <a:pt x="91226" y="101603"/>
                      <a:pt x="89441" y="107838"/>
                      <a:pt x="85871" y="113691"/>
                    </a:cubicBezTo>
                    <a:cubicBezTo>
                      <a:pt x="82301" y="119544"/>
                      <a:pt x="77138" y="124252"/>
                      <a:pt x="70316" y="127815"/>
                    </a:cubicBezTo>
                    <a:cubicBezTo>
                      <a:pt x="63495" y="131378"/>
                      <a:pt x="55463" y="133159"/>
                      <a:pt x="46219" y="133159"/>
                    </a:cubicBezTo>
                    <a:cubicBezTo>
                      <a:pt x="37485" y="133159"/>
                      <a:pt x="29580" y="131632"/>
                      <a:pt x="22632" y="128578"/>
                    </a:cubicBezTo>
                    <a:close/>
                  </a:path>
                </a:pathLst>
              </a:custGeom>
              <a:solidFill>
                <a:srgbClr val="FFFFFF"/>
              </a:solidFill>
              <a:ln w="6375"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99C9F05C-5BCA-1BD6-9A1C-3506CC4C796D}"/>
                  </a:ext>
                </a:extLst>
              </p:cNvPr>
              <p:cNvSpPr/>
              <p:nvPr/>
            </p:nvSpPr>
            <p:spPr>
              <a:xfrm>
                <a:off x="6297067" y="-1071377"/>
                <a:ext cx="101745" cy="106501"/>
              </a:xfrm>
              <a:custGeom>
                <a:avLst/>
                <a:gdLst>
                  <a:gd name="connsiteX0" fmla="*/ 100980 w 101745"/>
                  <a:gd name="connsiteY0" fmla="*/ 61140 h 106501"/>
                  <a:gd name="connsiteX1" fmla="*/ 22058 w 101745"/>
                  <a:gd name="connsiteY1" fmla="*/ 61140 h 106501"/>
                  <a:gd name="connsiteX2" fmla="*/ 31238 w 101745"/>
                  <a:gd name="connsiteY2" fmla="*/ 80990 h 106501"/>
                  <a:gd name="connsiteX3" fmla="*/ 51510 w 101745"/>
                  <a:gd name="connsiteY3" fmla="*/ 88497 h 106501"/>
                  <a:gd name="connsiteX4" fmla="*/ 75863 w 101745"/>
                  <a:gd name="connsiteY4" fmla="*/ 74119 h 106501"/>
                  <a:gd name="connsiteX5" fmla="*/ 98940 w 101745"/>
                  <a:gd name="connsiteY5" fmla="*/ 74119 h 106501"/>
                  <a:gd name="connsiteX6" fmla="*/ 81983 w 101745"/>
                  <a:gd name="connsiteY6" fmla="*/ 97404 h 106501"/>
                  <a:gd name="connsiteX7" fmla="*/ 51510 w 101745"/>
                  <a:gd name="connsiteY7" fmla="*/ 106502 h 106501"/>
                  <a:gd name="connsiteX8" fmla="*/ 24990 w 101745"/>
                  <a:gd name="connsiteY8" fmla="*/ 99885 h 106501"/>
                  <a:gd name="connsiteX9" fmla="*/ 6630 w 101745"/>
                  <a:gd name="connsiteY9" fmla="*/ 81181 h 106501"/>
                  <a:gd name="connsiteX10" fmla="*/ 0 w 101745"/>
                  <a:gd name="connsiteY10" fmla="*/ 53187 h 106501"/>
                  <a:gd name="connsiteX11" fmla="*/ 6439 w 101745"/>
                  <a:gd name="connsiteY11" fmla="*/ 25194 h 106501"/>
                  <a:gd name="connsiteX12" fmla="*/ 24608 w 101745"/>
                  <a:gd name="connsiteY12" fmla="*/ 6553 h 106501"/>
                  <a:gd name="connsiteX13" fmla="*/ 51510 w 101745"/>
                  <a:gd name="connsiteY13" fmla="*/ 0 h 106501"/>
                  <a:gd name="connsiteX14" fmla="*/ 77584 w 101745"/>
                  <a:gd name="connsiteY14" fmla="*/ 6362 h 106501"/>
                  <a:gd name="connsiteX15" fmla="*/ 95370 w 101745"/>
                  <a:gd name="connsiteY15" fmla="*/ 24240 h 106501"/>
                  <a:gd name="connsiteX16" fmla="*/ 101745 w 101745"/>
                  <a:gd name="connsiteY16" fmla="*/ 50706 h 106501"/>
                  <a:gd name="connsiteX17" fmla="*/ 100980 w 101745"/>
                  <a:gd name="connsiteY17" fmla="*/ 61204 h 106501"/>
                  <a:gd name="connsiteX18" fmla="*/ 79433 w 101745"/>
                  <a:gd name="connsiteY18" fmla="*/ 43962 h 106501"/>
                  <a:gd name="connsiteX19" fmla="*/ 71018 w 101745"/>
                  <a:gd name="connsiteY19" fmla="*/ 25067 h 106501"/>
                  <a:gd name="connsiteX20" fmla="*/ 50554 w 101745"/>
                  <a:gd name="connsiteY20" fmla="*/ 17941 h 106501"/>
                  <a:gd name="connsiteX21" fmla="*/ 31620 w 101745"/>
                  <a:gd name="connsiteY21" fmla="*/ 24940 h 106501"/>
                  <a:gd name="connsiteX22" fmla="*/ 22249 w 101745"/>
                  <a:gd name="connsiteY22" fmla="*/ 43962 h 106501"/>
                  <a:gd name="connsiteX23" fmla="*/ 79433 w 101745"/>
                  <a:gd name="connsiteY23" fmla="*/ 43962 h 10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1745" h="106501">
                    <a:moveTo>
                      <a:pt x="100980" y="61140"/>
                    </a:moveTo>
                    <a:lnTo>
                      <a:pt x="22058" y="61140"/>
                    </a:lnTo>
                    <a:cubicBezTo>
                      <a:pt x="22695" y="69347"/>
                      <a:pt x="25755" y="75964"/>
                      <a:pt x="31238" y="80990"/>
                    </a:cubicBezTo>
                    <a:cubicBezTo>
                      <a:pt x="36720" y="85952"/>
                      <a:pt x="43478" y="88497"/>
                      <a:pt x="51510" y="88497"/>
                    </a:cubicBezTo>
                    <a:cubicBezTo>
                      <a:pt x="62985" y="88497"/>
                      <a:pt x="71145" y="83662"/>
                      <a:pt x="75863" y="74119"/>
                    </a:cubicBezTo>
                    <a:lnTo>
                      <a:pt x="98940" y="74119"/>
                    </a:lnTo>
                    <a:cubicBezTo>
                      <a:pt x="95816" y="83598"/>
                      <a:pt x="90143" y="91360"/>
                      <a:pt x="81983" y="97404"/>
                    </a:cubicBezTo>
                    <a:cubicBezTo>
                      <a:pt x="73823" y="103448"/>
                      <a:pt x="63623" y="106502"/>
                      <a:pt x="51510" y="106502"/>
                    </a:cubicBezTo>
                    <a:cubicBezTo>
                      <a:pt x="41629" y="106502"/>
                      <a:pt x="32768" y="104275"/>
                      <a:pt x="24990" y="99885"/>
                    </a:cubicBezTo>
                    <a:cubicBezTo>
                      <a:pt x="17149" y="95432"/>
                      <a:pt x="11029" y="89197"/>
                      <a:pt x="6630" y="81181"/>
                    </a:cubicBezTo>
                    <a:cubicBezTo>
                      <a:pt x="2168" y="73164"/>
                      <a:pt x="0" y="63812"/>
                      <a:pt x="0" y="53187"/>
                    </a:cubicBezTo>
                    <a:cubicBezTo>
                      <a:pt x="0" y="42563"/>
                      <a:pt x="2168" y="33274"/>
                      <a:pt x="6439" y="25194"/>
                    </a:cubicBezTo>
                    <a:cubicBezTo>
                      <a:pt x="10710" y="17114"/>
                      <a:pt x="16830" y="10943"/>
                      <a:pt x="24608" y="6553"/>
                    </a:cubicBezTo>
                    <a:cubicBezTo>
                      <a:pt x="32449" y="2163"/>
                      <a:pt x="41374" y="0"/>
                      <a:pt x="51510" y="0"/>
                    </a:cubicBezTo>
                    <a:cubicBezTo>
                      <a:pt x="61647" y="0"/>
                      <a:pt x="69934" y="2100"/>
                      <a:pt x="77584" y="6362"/>
                    </a:cubicBezTo>
                    <a:cubicBezTo>
                      <a:pt x="85234" y="10625"/>
                      <a:pt x="91163" y="16542"/>
                      <a:pt x="95370" y="24240"/>
                    </a:cubicBezTo>
                    <a:cubicBezTo>
                      <a:pt x="99641" y="31938"/>
                      <a:pt x="101745" y="40718"/>
                      <a:pt x="101745" y="50706"/>
                    </a:cubicBezTo>
                    <a:cubicBezTo>
                      <a:pt x="101745" y="54587"/>
                      <a:pt x="101490" y="58086"/>
                      <a:pt x="100980" y="61204"/>
                    </a:cubicBezTo>
                    <a:close/>
                    <a:moveTo>
                      <a:pt x="79433" y="43962"/>
                    </a:moveTo>
                    <a:cubicBezTo>
                      <a:pt x="79305" y="36073"/>
                      <a:pt x="76500" y="29838"/>
                      <a:pt x="71018" y="25067"/>
                    </a:cubicBezTo>
                    <a:cubicBezTo>
                      <a:pt x="65535" y="20295"/>
                      <a:pt x="58714" y="17941"/>
                      <a:pt x="50554" y="17941"/>
                    </a:cubicBezTo>
                    <a:cubicBezTo>
                      <a:pt x="43159" y="17941"/>
                      <a:pt x="36848" y="20295"/>
                      <a:pt x="31620" y="24940"/>
                    </a:cubicBezTo>
                    <a:cubicBezTo>
                      <a:pt x="26393" y="29584"/>
                      <a:pt x="23269" y="35946"/>
                      <a:pt x="22249" y="43962"/>
                    </a:cubicBezTo>
                    <a:lnTo>
                      <a:pt x="79433" y="43962"/>
                    </a:lnTo>
                    <a:close/>
                  </a:path>
                </a:pathLst>
              </a:custGeom>
              <a:solidFill>
                <a:srgbClr val="FFFFFF"/>
              </a:solidFill>
              <a:ln w="6375"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44553507-A9CE-C913-4868-9DBE6E0512AD}"/>
                  </a:ext>
                </a:extLst>
              </p:cNvPr>
              <p:cNvSpPr/>
              <p:nvPr/>
            </p:nvSpPr>
            <p:spPr>
              <a:xfrm>
                <a:off x="6420041" y="-1071377"/>
                <a:ext cx="52275" cy="104784"/>
              </a:xfrm>
              <a:custGeom>
                <a:avLst/>
                <a:gdLst>
                  <a:gd name="connsiteX0" fmla="*/ 33787 w 52275"/>
                  <a:gd name="connsiteY0" fmla="*/ 4390 h 104784"/>
                  <a:gd name="connsiteX1" fmla="*/ 52275 w 52275"/>
                  <a:gd name="connsiteY1" fmla="*/ 0 h 104784"/>
                  <a:gd name="connsiteX2" fmla="*/ 52275 w 52275"/>
                  <a:gd name="connsiteY2" fmla="*/ 22077 h 104784"/>
                  <a:gd name="connsiteX3" fmla="*/ 46856 w 52275"/>
                  <a:gd name="connsiteY3" fmla="*/ 22077 h 104784"/>
                  <a:gd name="connsiteX4" fmla="*/ 27795 w 52275"/>
                  <a:gd name="connsiteY4" fmla="*/ 28439 h 104784"/>
                  <a:gd name="connsiteX5" fmla="*/ 21356 w 52275"/>
                  <a:gd name="connsiteY5" fmla="*/ 50515 h 104784"/>
                  <a:gd name="connsiteX6" fmla="*/ 21356 w 52275"/>
                  <a:gd name="connsiteY6" fmla="*/ 104784 h 104784"/>
                  <a:gd name="connsiteX7" fmla="*/ 0 w 52275"/>
                  <a:gd name="connsiteY7" fmla="*/ 104784 h 104784"/>
                  <a:gd name="connsiteX8" fmla="*/ 0 w 52275"/>
                  <a:gd name="connsiteY8" fmla="*/ 1718 h 104784"/>
                  <a:gd name="connsiteX9" fmla="*/ 21356 w 52275"/>
                  <a:gd name="connsiteY9" fmla="*/ 1718 h 104784"/>
                  <a:gd name="connsiteX10" fmla="*/ 21356 w 52275"/>
                  <a:gd name="connsiteY10" fmla="*/ 16669 h 104784"/>
                  <a:gd name="connsiteX11" fmla="*/ 33851 w 52275"/>
                  <a:gd name="connsiteY11" fmla="*/ 4390 h 10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275" h="104784">
                    <a:moveTo>
                      <a:pt x="33787" y="4390"/>
                    </a:moveTo>
                    <a:cubicBezTo>
                      <a:pt x="38951" y="1463"/>
                      <a:pt x="45135" y="0"/>
                      <a:pt x="52275" y="0"/>
                    </a:cubicBezTo>
                    <a:lnTo>
                      <a:pt x="52275" y="22077"/>
                    </a:lnTo>
                    <a:lnTo>
                      <a:pt x="46856" y="22077"/>
                    </a:lnTo>
                    <a:cubicBezTo>
                      <a:pt x="38505" y="22077"/>
                      <a:pt x="32130" y="24176"/>
                      <a:pt x="27795" y="28439"/>
                    </a:cubicBezTo>
                    <a:cubicBezTo>
                      <a:pt x="23460" y="32701"/>
                      <a:pt x="21356" y="40018"/>
                      <a:pt x="21356" y="50515"/>
                    </a:cubicBezTo>
                    <a:lnTo>
                      <a:pt x="21356" y="104784"/>
                    </a:lnTo>
                    <a:lnTo>
                      <a:pt x="0" y="104784"/>
                    </a:lnTo>
                    <a:lnTo>
                      <a:pt x="0" y="1718"/>
                    </a:lnTo>
                    <a:lnTo>
                      <a:pt x="21356" y="1718"/>
                    </a:lnTo>
                    <a:lnTo>
                      <a:pt x="21356" y="16669"/>
                    </a:lnTo>
                    <a:cubicBezTo>
                      <a:pt x="24480" y="11452"/>
                      <a:pt x="28624" y="7316"/>
                      <a:pt x="33851" y="4390"/>
                    </a:cubicBezTo>
                    <a:close/>
                  </a:path>
                </a:pathLst>
              </a:custGeom>
              <a:solidFill>
                <a:srgbClr val="FFFFFF"/>
              </a:solidFill>
              <a:ln w="6375"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4FF850A1-44DA-4EAD-2F0B-6EE99D34B0D5}"/>
                  </a:ext>
                </a:extLst>
              </p:cNvPr>
              <p:cNvSpPr/>
              <p:nvPr/>
            </p:nvSpPr>
            <p:spPr>
              <a:xfrm>
                <a:off x="6483663" y="-1069659"/>
                <a:ext cx="104103" cy="103066"/>
              </a:xfrm>
              <a:custGeom>
                <a:avLst/>
                <a:gdLst>
                  <a:gd name="connsiteX0" fmla="*/ 52147 w 104103"/>
                  <a:gd name="connsiteY0" fmla="*/ 83980 h 103066"/>
                  <a:gd name="connsiteX1" fmla="*/ 81408 w 104103"/>
                  <a:gd name="connsiteY1" fmla="*/ 0 h 103066"/>
                  <a:gd name="connsiteX2" fmla="*/ 104104 w 104103"/>
                  <a:gd name="connsiteY2" fmla="*/ 0 h 103066"/>
                  <a:gd name="connsiteX3" fmla="*/ 64706 w 104103"/>
                  <a:gd name="connsiteY3" fmla="*/ 103066 h 103066"/>
                  <a:gd name="connsiteX4" fmla="*/ 39206 w 104103"/>
                  <a:gd name="connsiteY4" fmla="*/ 103066 h 103066"/>
                  <a:gd name="connsiteX5" fmla="*/ 0 w 104103"/>
                  <a:gd name="connsiteY5" fmla="*/ 0 h 103066"/>
                  <a:gd name="connsiteX6" fmla="*/ 22886 w 104103"/>
                  <a:gd name="connsiteY6" fmla="*/ 0 h 103066"/>
                  <a:gd name="connsiteX7" fmla="*/ 52147 w 104103"/>
                  <a:gd name="connsiteY7" fmla="*/ 83980 h 103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103" h="103066">
                    <a:moveTo>
                      <a:pt x="52147" y="83980"/>
                    </a:moveTo>
                    <a:lnTo>
                      <a:pt x="81408" y="0"/>
                    </a:lnTo>
                    <a:lnTo>
                      <a:pt x="104104" y="0"/>
                    </a:lnTo>
                    <a:lnTo>
                      <a:pt x="64706" y="103066"/>
                    </a:lnTo>
                    <a:lnTo>
                      <a:pt x="39206" y="103066"/>
                    </a:lnTo>
                    <a:lnTo>
                      <a:pt x="0" y="0"/>
                    </a:lnTo>
                    <a:lnTo>
                      <a:pt x="22886" y="0"/>
                    </a:lnTo>
                    <a:lnTo>
                      <a:pt x="52147" y="83980"/>
                    </a:lnTo>
                    <a:close/>
                  </a:path>
                </a:pathLst>
              </a:custGeom>
              <a:solidFill>
                <a:srgbClr val="FFFFFF"/>
              </a:solidFill>
              <a:ln w="6375"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751FBB48-B19D-3B10-D1CB-8199BC4CF108}"/>
                  </a:ext>
                </a:extLst>
              </p:cNvPr>
              <p:cNvSpPr/>
              <p:nvPr/>
            </p:nvSpPr>
            <p:spPr>
              <a:xfrm>
                <a:off x="6600326" y="-1110695"/>
                <a:ext cx="27221" cy="144038"/>
              </a:xfrm>
              <a:custGeom>
                <a:avLst/>
                <a:gdLst>
                  <a:gd name="connsiteX0" fmla="*/ 3952 w 27221"/>
                  <a:gd name="connsiteY0" fmla="*/ 23413 h 144038"/>
                  <a:gd name="connsiteX1" fmla="*/ 0 w 27221"/>
                  <a:gd name="connsiteY1" fmla="*/ 13679 h 144038"/>
                  <a:gd name="connsiteX2" fmla="*/ 3952 w 27221"/>
                  <a:gd name="connsiteY2" fmla="*/ 3944 h 144038"/>
                  <a:gd name="connsiteX3" fmla="*/ 13706 w 27221"/>
                  <a:gd name="connsiteY3" fmla="*/ 0 h 144038"/>
                  <a:gd name="connsiteX4" fmla="*/ 23269 w 27221"/>
                  <a:gd name="connsiteY4" fmla="*/ 3944 h 144038"/>
                  <a:gd name="connsiteX5" fmla="*/ 27221 w 27221"/>
                  <a:gd name="connsiteY5" fmla="*/ 13679 h 144038"/>
                  <a:gd name="connsiteX6" fmla="*/ 23269 w 27221"/>
                  <a:gd name="connsiteY6" fmla="*/ 23413 h 144038"/>
                  <a:gd name="connsiteX7" fmla="*/ 13706 w 27221"/>
                  <a:gd name="connsiteY7" fmla="*/ 27357 h 144038"/>
                  <a:gd name="connsiteX8" fmla="*/ 3952 w 27221"/>
                  <a:gd name="connsiteY8" fmla="*/ 23413 h 144038"/>
                  <a:gd name="connsiteX9" fmla="*/ 24162 w 27221"/>
                  <a:gd name="connsiteY9" fmla="*/ 40972 h 144038"/>
                  <a:gd name="connsiteX10" fmla="*/ 24162 w 27221"/>
                  <a:gd name="connsiteY10" fmla="*/ 144038 h 144038"/>
                  <a:gd name="connsiteX11" fmla="*/ 2805 w 27221"/>
                  <a:gd name="connsiteY11" fmla="*/ 144038 h 144038"/>
                  <a:gd name="connsiteX12" fmla="*/ 2805 w 27221"/>
                  <a:gd name="connsiteY12" fmla="*/ 40972 h 144038"/>
                  <a:gd name="connsiteX13" fmla="*/ 24162 w 27221"/>
                  <a:gd name="connsiteY13" fmla="*/ 40972 h 144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221" h="144038">
                    <a:moveTo>
                      <a:pt x="3952" y="23413"/>
                    </a:moveTo>
                    <a:cubicBezTo>
                      <a:pt x="1339" y="20804"/>
                      <a:pt x="0" y="17559"/>
                      <a:pt x="0" y="13679"/>
                    </a:cubicBezTo>
                    <a:cubicBezTo>
                      <a:pt x="0" y="9798"/>
                      <a:pt x="1339" y="6553"/>
                      <a:pt x="3952" y="3944"/>
                    </a:cubicBezTo>
                    <a:cubicBezTo>
                      <a:pt x="6566" y="1336"/>
                      <a:pt x="9818" y="0"/>
                      <a:pt x="13706" y="0"/>
                    </a:cubicBezTo>
                    <a:cubicBezTo>
                      <a:pt x="17595" y="0"/>
                      <a:pt x="20655" y="1336"/>
                      <a:pt x="23269" y="3944"/>
                    </a:cubicBezTo>
                    <a:cubicBezTo>
                      <a:pt x="25883" y="6553"/>
                      <a:pt x="27221" y="9798"/>
                      <a:pt x="27221" y="13679"/>
                    </a:cubicBezTo>
                    <a:cubicBezTo>
                      <a:pt x="27221" y="17559"/>
                      <a:pt x="25883" y="20804"/>
                      <a:pt x="23269" y="23413"/>
                    </a:cubicBezTo>
                    <a:cubicBezTo>
                      <a:pt x="20655" y="26021"/>
                      <a:pt x="17467" y="27357"/>
                      <a:pt x="13706" y="27357"/>
                    </a:cubicBezTo>
                    <a:cubicBezTo>
                      <a:pt x="9945" y="27357"/>
                      <a:pt x="6566" y="26021"/>
                      <a:pt x="3952" y="23413"/>
                    </a:cubicBezTo>
                    <a:close/>
                    <a:moveTo>
                      <a:pt x="24162" y="40972"/>
                    </a:moveTo>
                    <a:lnTo>
                      <a:pt x="24162" y="144038"/>
                    </a:lnTo>
                    <a:lnTo>
                      <a:pt x="2805" y="144038"/>
                    </a:lnTo>
                    <a:lnTo>
                      <a:pt x="2805" y="40972"/>
                    </a:lnTo>
                    <a:lnTo>
                      <a:pt x="24162" y="40972"/>
                    </a:lnTo>
                    <a:close/>
                  </a:path>
                </a:pathLst>
              </a:custGeom>
              <a:solidFill>
                <a:srgbClr val="FFFFFF"/>
              </a:solidFill>
              <a:ln w="6375"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6903FE5C-B52A-8326-8371-2C8D15F44939}"/>
                  </a:ext>
                </a:extLst>
              </p:cNvPr>
              <p:cNvSpPr/>
              <p:nvPr/>
            </p:nvSpPr>
            <p:spPr>
              <a:xfrm>
                <a:off x="6644951" y="-1071440"/>
                <a:ext cx="98238" cy="106565"/>
              </a:xfrm>
              <a:custGeom>
                <a:avLst/>
                <a:gdLst>
                  <a:gd name="connsiteX0" fmla="*/ 6439 w 98238"/>
                  <a:gd name="connsiteY0" fmla="*/ 25194 h 106565"/>
                  <a:gd name="connsiteX1" fmla="*/ 24353 w 98238"/>
                  <a:gd name="connsiteY1" fmla="*/ 6553 h 106565"/>
                  <a:gd name="connsiteX2" fmla="*/ 50618 w 98238"/>
                  <a:gd name="connsiteY2" fmla="*/ 0 h 106565"/>
                  <a:gd name="connsiteX3" fmla="*/ 81664 w 98238"/>
                  <a:gd name="connsiteY3" fmla="*/ 8907 h 106565"/>
                  <a:gd name="connsiteX4" fmla="*/ 98239 w 98238"/>
                  <a:gd name="connsiteY4" fmla="*/ 34292 h 106565"/>
                  <a:gd name="connsiteX5" fmla="*/ 75162 w 98238"/>
                  <a:gd name="connsiteY5" fmla="*/ 34292 h 106565"/>
                  <a:gd name="connsiteX6" fmla="*/ 66173 w 98238"/>
                  <a:gd name="connsiteY6" fmla="*/ 22331 h 106565"/>
                  <a:gd name="connsiteX7" fmla="*/ 50618 w 98238"/>
                  <a:gd name="connsiteY7" fmla="*/ 18005 h 106565"/>
                  <a:gd name="connsiteX8" fmla="*/ 29708 w 98238"/>
                  <a:gd name="connsiteY8" fmla="*/ 27293 h 106565"/>
                  <a:gd name="connsiteX9" fmla="*/ 21930 w 98238"/>
                  <a:gd name="connsiteY9" fmla="*/ 53187 h 106565"/>
                  <a:gd name="connsiteX10" fmla="*/ 29708 w 98238"/>
                  <a:gd name="connsiteY10" fmla="*/ 79208 h 106565"/>
                  <a:gd name="connsiteX11" fmla="*/ 50618 w 98238"/>
                  <a:gd name="connsiteY11" fmla="*/ 88561 h 106565"/>
                  <a:gd name="connsiteX12" fmla="*/ 75162 w 98238"/>
                  <a:gd name="connsiteY12" fmla="*/ 72274 h 106565"/>
                  <a:gd name="connsiteX13" fmla="*/ 98239 w 98238"/>
                  <a:gd name="connsiteY13" fmla="*/ 72274 h 106565"/>
                  <a:gd name="connsiteX14" fmla="*/ 81345 w 98238"/>
                  <a:gd name="connsiteY14" fmla="*/ 97277 h 106565"/>
                  <a:gd name="connsiteX15" fmla="*/ 50618 w 98238"/>
                  <a:gd name="connsiteY15" fmla="*/ 106565 h 106565"/>
                  <a:gd name="connsiteX16" fmla="*/ 24353 w 98238"/>
                  <a:gd name="connsiteY16" fmla="*/ 99949 h 106565"/>
                  <a:gd name="connsiteX17" fmla="*/ 6439 w 98238"/>
                  <a:gd name="connsiteY17" fmla="*/ 81244 h 106565"/>
                  <a:gd name="connsiteX18" fmla="*/ 0 w 98238"/>
                  <a:gd name="connsiteY18" fmla="*/ 53251 h 106565"/>
                  <a:gd name="connsiteX19" fmla="*/ 6439 w 98238"/>
                  <a:gd name="connsiteY19" fmla="*/ 25258 h 10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238" h="106565">
                    <a:moveTo>
                      <a:pt x="6439" y="25194"/>
                    </a:moveTo>
                    <a:cubicBezTo>
                      <a:pt x="10774" y="17178"/>
                      <a:pt x="16702" y="10943"/>
                      <a:pt x="24353" y="6553"/>
                    </a:cubicBezTo>
                    <a:cubicBezTo>
                      <a:pt x="32003" y="2163"/>
                      <a:pt x="40736" y="0"/>
                      <a:pt x="50618" y="0"/>
                    </a:cubicBezTo>
                    <a:cubicBezTo>
                      <a:pt x="63113" y="0"/>
                      <a:pt x="73440" y="2990"/>
                      <a:pt x="81664" y="8907"/>
                    </a:cubicBezTo>
                    <a:cubicBezTo>
                      <a:pt x="89824" y="14824"/>
                      <a:pt x="95370" y="23285"/>
                      <a:pt x="98239" y="34292"/>
                    </a:cubicBezTo>
                    <a:lnTo>
                      <a:pt x="75162" y="34292"/>
                    </a:lnTo>
                    <a:cubicBezTo>
                      <a:pt x="73313" y="29202"/>
                      <a:pt x="70316" y="25194"/>
                      <a:pt x="66173" y="22331"/>
                    </a:cubicBezTo>
                    <a:cubicBezTo>
                      <a:pt x="62029" y="19468"/>
                      <a:pt x="56865" y="18005"/>
                      <a:pt x="50618" y="18005"/>
                    </a:cubicBezTo>
                    <a:cubicBezTo>
                      <a:pt x="41884" y="18005"/>
                      <a:pt x="34871" y="21059"/>
                      <a:pt x="29708" y="27293"/>
                    </a:cubicBezTo>
                    <a:cubicBezTo>
                      <a:pt x="24544" y="33465"/>
                      <a:pt x="21930" y="42117"/>
                      <a:pt x="21930" y="53187"/>
                    </a:cubicBezTo>
                    <a:cubicBezTo>
                      <a:pt x="21930" y="64257"/>
                      <a:pt x="24544" y="72974"/>
                      <a:pt x="29708" y="79208"/>
                    </a:cubicBezTo>
                    <a:cubicBezTo>
                      <a:pt x="34871" y="85443"/>
                      <a:pt x="41884" y="88561"/>
                      <a:pt x="50618" y="88561"/>
                    </a:cubicBezTo>
                    <a:cubicBezTo>
                      <a:pt x="62985" y="88561"/>
                      <a:pt x="71209" y="83153"/>
                      <a:pt x="75162" y="72274"/>
                    </a:cubicBezTo>
                    <a:lnTo>
                      <a:pt x="98239" y="72274"/>
                    </a:lnTo>
                    <a:cubicBezTo>
                      <a:pt x="95243" y="82771"/>
                      <a:pt x="89633" y="91106"/>
                      <a:pt x="81345" y="97277"/>
                    </a:cubicBezTo>
                    <a:cubicBezTo>
                      <a:pt x="73057" y="103448"/>
                      <a:pt x="62857" y="106565"/>
                      <a:pt x="50618" y="106565"/>
                    </a:cubicBezTo>
                    <a:cubicBezTo>
                      <a:pt x="40736" y="106565"/>
                      <a:pt x="32003" y="104339"/>
                      <a:pt x="24353" y="99949"/>
                    </a:cubicBezTo>
                    <a:cubicBezTo>
                      <a:pt x="16702" y="95495"/>
                      <a:pt x="10774" y="89261"/>
                      <a:pt x="6439" y="81244"/>
                    </a:cubicBezTo>
                    <a:cubicBezTo>
                      <a:pt x="2103" y="73228"/>
                      <a:pt x="0" y="63876"/>
                      <a:pt x="0" y="53251"/>
                    </a:cubicBezTo>
                    <a:cubicBezTo>
                      <a:pt x="0" y="42626"/>
                      <a:pt x="2167" y="33338"/>
                      <a:pt x="6439" y="25258"/>
                    </a:cubicBezTo>
                    <a:close/>
                  </a:path>
                </a:pathLst>
              </a:custGeom>
              <a:solidFill>
                <a:srgbClr val="FFFFFF"/>
              </a:solidFill>
              <a:ln w="6375"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0FDCECCB-88DF-BBED-BB09-AE1C5B65BEF3}"/>
                  </a:ext>
                </a:extLst>
              </p:cNvPr>
              <p:cNvSpPr/>
              <p:nvPr/>
            </p:nvSpPr>
            <p:spPr>
              <a:xfrm>
                <a:off x="6761613" y="-1071377"/>
                <a:ext cx="101744" cy="106501"/>
              </a:xfrm>
              <a:custGeom>
                <a:avLst/>
                <a:gdLst>
                  <a:gd name="connsiteX0" fmla="*/ 100980 w 101744"/>
                  <a:gd name="connsiteY0" fmla="*/ 61140 h 106501"/>
                  <a:gd name="connsiteX1" fmla="*/ 22057 w 101744"/>
                  <a:gd name="connsiteY1" fmla="*/ 61140 h 106501"/>
                  <a:gd name="connsiteX2" fmla="*/ 31238 w 101744"/>
                  <a:gd name="connsiteY2" fmla="*/ 80990 h 106501"/>
                  <a:gd name="connsiteX3" fmla="*/ 51510 w 101744"/>
                  <a:gd name="connsiteY3" fmla="*/ 88497 h 106501"/>
                  <a:gd name="connsiteX4" fmla="*/ 75863 w 101744"/>
                  <a:gd name="connsiteY4" fmla="*/ 74119 h 106501"/>
                  <a:gd name="connsiteX5" fmla="*/ 98940 w 101744"/>
                  <a:gd name="connsiteY5" fmla="*/ 74119 h 106501"/>
                  <a:gd name="connsiteX6" fmla="*/ 81982 w 101744"/>
                  <a:gd name="connsiteY6" fmla="*/ 97404 h 106501"/>
                  <a:gd name="connsiteX7" fmla="*/ 51510 w 101744"/>
                  <a:gd name="connsiteY7" fmla="*/ 106502 h 106501"/>
                  <a:gd name="connsiteX8" fmla="*/ 24990 w 101744"/>
                  <a:gd name="connsiteY8" fmla="*/ 99885 h 106501"/>
                  <a:gd name="connsiteX9" fmla="*/ 6629 w 101744"/>
                  <a:gd name="connsiteY9" fmla="*/ 81181 h 106501"/>
                  <a:gd name="connsiteX10" fmla="*/ 0 w 101744"/>
                  <a:gd name="connsiteY10" fmla="*/ 53187 h 106501"/>
                  <a:gd name="connsiteX11" fmla="*/ 6439 w 101744"/>
                  <a:gd name="connsiteY11" fmla="*/ 25194 h 106501"/>
                  <a:gd name="connsiteX12" fmla="*/ 24607 w 101744"/>
                  <a:gd name="connsiteY12" fmla="*/ 6553 h 106501"/>
                  <a:gd name="connsiteX13" fmla="*/ 51510 w 101744"/>
                  <a:gd name="connsiteY13" fmla="*/ 0 h 106501"/>
                  <a:gd name="connsiteX14" fmla="*/ 77583 w 101744"/>
                  <a:gd name="connsiteY14" fmla="*/ 6362 h 106501"/>
                  <a:gd name="connsiteX15" fmla="*/ 95370 w 101744"/>
                  <a:gd name="connsiteY15" fmla="*/ 24240 h 106501"/>
                  <a:gd name="connsiteX16" fmla="*/ 101745 w 101744"/>
                  <a:gd name="connsiteY16" fmla="*/ 50706 h 106501"/>
                  <a:gd name="connsiteX17" fmla="*/ 100980 w 101744"/>
                  <a:gd name="connsiteY17" fmla="*/ 61204 h 106501"/>
                  <a:gd name="connsiteX18" fmla="*/ 79432 w 101744"/>
                  <a:gd name="connsiteY18" fmla="*/ 43962 h 106501"/>
                  <a:gd name="connsiteX19" fmla="*/ 71018 w 101744"/>
                  <a:gd name="connsiteY19" fmla="*/ 25067 h 106501"/>
                  <a:gd name="connsiteX20" fmla="*/ 50553 w 101744"/>
                  <a:gd name="connsiteY20" fmla="*/ 17941 h 106501"/>
                  <a:gd name="connsiteX21" fmla="*/ 31620 w 101744"/>
                  <a:gd name="connsiteY21" fmla="*/ 24940 h 106501"/>
                  <a:gd name="connsiteX22" fmla="*/ 22249 w 101744"/>
                  <a:gd name="connsiteY22" fmla="*/ 43962 h 106501"/>
                  <a:gd name="connsiteX23" fmla="*/ 79432 w 101744"/>
                  <a:gd name="connsiteY23" fmla="*/ 43962 h 10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1744" h="106501">
                    <a:moveTo>
                      <a:pt x="100980" y="61140"/>
                    </a:moveTo>
                    <a:lnTo>
                      <a:pt x="22057" y="61140"/>
                    </a:lnTo>
                    <a:cubicBezTo>
                      <a:pt x="22695" y="69347"/>
                      <a:pt x="25754" y="75964"/>
                      <a:pt x="31238" y="80990"/>
                    </a:cubicBezTo>
                    <a:cubicBezTo>
                      <a:pt x="36720" y="85952"/>
                      <a:pt x="43477" y="88497"/>
                      <a:pt x="51510" y="88497"/>
                    </a:cubicBezTo>
                    <a:cubicBezTo>
                      <a:pt x="62985" y="88497"/>
                      <a:pt x="71144" y="83662"/>
                      <a:pt x="75863" y="74119"/>
                    </a:cubicBezTo>
                    <a:lnTo>
                      <a:pt x="98940" y="74119"/>
                    </a:lnTo>
                    <a:cubicBezTo>
                      <a:pt x="95816" y="83598"/>
                      <a:pt x="90143" y="91360"/>
                      <a:pt x="81982" y="97404"/>
                    </a:cubicBezTo>
                    <a:cubicBezTo>
                      <a:pt x="73822" y="103448"/>
                      <a:pt x="63622" y="106502"/>
                      <a:pt x="51510" y="106502"/>
                    </a:cubicBezTo>
                    <a:cubicBezTo>
                      <a:pt x="41628" y="106502"/>
                      <a:pt x="32768" y="104275"/>
                      <a:pt x="24990" y="99885"/>
                    </a:cubicBezTo>
                    <a:cubicBezTo>
                      <a:pt x="17148" y="95432"/>
                      <a:pt x="11029" y="89197"/>
                      <a:pt x="6629" y="81181"/>
                    </a:cubicBezTo>
                    <a:cubicBezTo>
                      <a:pt x="2167" y="73164"/>
                      <a:pt x="0" y="63812"/>
                      <a:pt x="0" y="53187"/>
                    </a:cubicBezTo>
                    <a:cubicBezTo>
                      <a:pt x="0" y="42563"/>
                      <a:pt x="2167" y="33274"/>
                      <a:pt x="6439" y="25194"/>
                    </a:cubicBezTo>
                    <a:cubicBezTo>
                      <a:pt x="10710" y="17114"/>
                      <a:pt x="16830" y="10943"/>
                      <a:pt x="24607" y="6553"/>
                    </a:cubicBezTo>
                    <a:cubicBezTo>
                      <a:pt x="32449" y="2163"/>
                      <a:pt x="41374" y="0"/>
                      <a:pt x="51510" y="0"/>
                    </a:cubicBezTo>
                    <a:cubicBezTo>
                      <a:pt x="61646" y="0"/>
                      <a:pt x="69934" y="2100"/>
                      <a:pt x="77583" y="6362"/>
                    </a:cubicBezTo>
                    <a:cubicBezTo>
                      <a:pt x="85234" y="10625"/>
                      <a:pt x="91162" y="16542"/>
                      <a:pt x="95370" y="24240"/>
                    </a:cubicBezTo>
                    <a:cubicBezTo>
                      <a:pt x="99641" y="31938"/>
                      <a:pt x="101745" y="40718"/>
                      <a:pt x="101745" y="50706"/>
                    </a:cubicBezTo>
                    <a:cubicBezTo>
                      <a:pt x="101745" y="54587"/>
                      <a:pt x="101490" y="58086"/>
                      <a:pt x="100980" y="61204"/>
                    </a:cubicBezTo>
                    <a:close/>
                    <a:moveTo>
                      <a:pt x="79432" y="43962"/>
                    </a:moveTo>
                    <a:cubicBezTo>
                      <a:pt x="79305" y="36073"/>
                      <a:pt x="76500" y="29838"/>
                      <a:pt x="71018" y="25067"/>
                    </a:cubicBezTo>
                    <a:cubicBezTo>
                      <a:pt x="65534" y="20295"/>
                      <a:pt x="58714" y="17941"/>
                      <a:pt x="50553" y="17941"/>
                    </a:cubicBezTo>
                    <a:cubicBezTo>
                      <a:pt x="43159" y="17941"/>
                      <a:pt x="36847" y="20295"/>
                      <a:pt x="31620" y="24940"/>
                    </a:cubicBezTo>
                    <a:cubicBezTo>
                      <a:pt x="26393" y="29584"/>
                      <a:pt x="23269" y="35946"/>
                      <a:pt x="22249" y="43962"/>
                    </a:cubicBezTo>
                    <a:lnTo>
                      <a:pt x="79432" y="43962"/>
                    </a:lnTo>
                    <a:close/>
                  </a:path>
                </a:pathLst>
              </a:custGeom>
              <a:solidFill>
                <a:srgbClr val="FFFFFF"/>
              </a:solidFill>
              <a:ln w="6375"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084EE4FA-9B8E-E10B-5D39-AEB38EF1DE85}"/>
                  </a:ext>
                </a:extLst>
              </p:cNvPr>
              <p:cNvSpPr/>
              <p:nvPr/>
            </p:nvSpPr>
            <p:spPr>
              <a:xfrm>
                <a:off x="6878339" y="-1071377"/>
                <a:ext cx="82683" cy="106565"/>
              </a:xfrm>
              <a:custGeom>
                <a:avLst/>
                <a:gdLst>
                  <a:gd name="connsiteX0" fmla="*/ 21293 w 82683"/>
                  <a:gd name="connsiteY0" fmla="*/ 102048 h 106565"/>
                  <a:gd name="connsiteX1" fmla="*/ 5993 w 82683"/>
                  <a:gd name="connsiteY1" fmla="*/ 90088 h 106565"/>
                  <a:gd name="connsiteX2" fmla="*/ 0 w 82683"/>
                  <a:gd name="connsiteY2" fmla="*/ 73164 h 106565"/>
                  <a:gd name="connsiteX3" fmla="*/ 22121 w 82683"/>
                  <a:gd name="connsiteY3" fmla="*/ 73164 h 106565"/>
                  <a:gd name="connsiteX4" fmla="*/ 28433 w 82683"/>
                  <a:gd name="connsiteY4" fmla="*/ 84107 h 106565"/>
                  <a:gd name="connsiteX5" fmla="*/ 42777 w 82683"/>
                  <a:gd name="connsiteY5" fmla="*/ 88497 h 106565"/>
                  <a:gd name="connsiteX6" fmla="*/ 56738 w 82683"/>
                  <a:gd name="connsiteY6" fmla="*/ 85062 h 106565"/>
                  <a:gd name="connsiteX7" fmla="*/ 61710 w 82683"/>
                  <a:gd name="connsiteY7" fmla="*/ 76155 h 106565"/>
                  <a:gd name="connsiteX8" fmla="*/ 56164 w 82683"/>
                  <a:gd name="connsiteY8" fmla="*/ 67566 h 106565"/>
                  <a:gd name="connsiteX9" fmla="*/ 38633 w 82683"/>
                  <a:gd name="connsiteY9" fmla="*/ 61395 h 106565"/>
                  <a:gd name="connsiteX10" fmla="*/ 19699 w 82683"/>
                  <a:gd name="connsiteY10" fmla="*/ 55223 h 106565"/>
                  <a:gd name="connsiteX11" fmla="*/ 7076 w 82683"/>
                  <a:gd name="connsiteY11" fmla="*/ 46062 h 106565"/>
                  <a:gd name="connsiteX12" fmla="*/ 1721 w 82683"/>
                  <a:gd name="connsiteY12" fmla="*/ 29775 h 106565"/>
                  <a:gd name="connsiteX13" fmla="*/ 6566 w 82683"/>
                  <a:gd name="connsiteY13" fmla="*/ 14697 h 106565"/>
                  <a:gd name="connsiteX14" fmla="*/ 20527 w 82683"/>
                  <a:gd name="connsiteY14" fmla="*/ 3945 h 106565"/>
                  <a:gd name="connsiteX15" fmla="*/ 41438 w 82683"/>
                  <a:gd name="connsiteY15" fmla="*/ 0 h 106565"/>
                  <a:gd name="connsiteX16" fmla="*/ 69807 w 82683"/>
                  <a:gd name="connsiteY16" fmla="*/ 8907 h 106565"/>
                  <a:gd name="connsiteX17" fmla="*/ 81345 w 82683"/>
                  <a:gd name="connsiteY17" fmla="*/ 33147 h 106565"/>
                  <a:gd name="connsiteX18" fmla="*/ 59989 w 82683"/>
                  <a:gd name="connsiteY18" fmla="*/ 33147 h 106565"/>
                  <a:gd name="connsiteX19" fmla="*/ 54379 w 82683"/>
                  <a:gd name="connsiteY19" fmla="*/ 22140 h 106565"/>
                  <a:gd name="connsiteX20" fmla="*/ 40673 w 82683"/>
                  <a:gd name="connsiteY20" fmla="*/ 18005 h 106565"/>
                  <a:gd name="connsiteX21" fmla="*/ 27731 w 82683"/>
                  <a:gd name="connsiteY21" fmla="*/ 21186 h 106565"/>
                  <a:gd name="connsiteX22" fmla="*/ 23205 w 82683"/>
                  <a:gd name="connsiteY22" fmla="*/ 29584 h 106565"/>
                  <a:gd name="connsiteX23" fmla="*/ 26201 w 82683"/>
                  <a:gd name="connsiteY23" fmla="*/ 36519 h 106565"/>
                  <a:gd name="connsiteX24" fmla="*/ 33533 w 82683"/>
                  <a:gd name="connsiteY24" fmla="*/ 40908 h 106565"/>
                  <a:gd name="connsiteX25" fmla="*/ 46283 w 82683"/>
                  <a:gd name="connsiteY25" fmla="*/ 44917 h 106565"/>
                  <a:gd name="connsiteX26" fmla="*/ 64770 w 82683"/>
                  <a:gd name="connsiteY26" fmla="*/ 51024 h 106565"/>
                  <a:gd name="connsiteX27" fmla="*/ 77265 w 82683"/>
                  <a:gd name="connsiteY27" fmla="*/ 60122 h 106565"/>
                  <a:gd name="connsiteX28" fmla="*/ 82684 w 82683"/>
                  <a:gd name="connsiteY28" fmla="*/ 76027 h 106565"/>
                  <a:gd name="connsiteX29" fmla="*/ 77839 w 82683"/>
                  <a:gd name="connsiteY29" fmla="*/ 91742 h 106565"/>
                  <a:gd name="connsiteX30" fmla="*/ 64069 w 82683"/>
                  <a:gd name="connsiteY30" fmla="*/ 102621 h 106565"/>
                  <a:gd name="connsiteX31" fmla="*/ 43159 w 82683"/>
                  <a:gd name="connsiteY31" fmla="*/ 106565 h 106565"/>
                  <a:gd name="connsiteX32" fmla="*/ 21293 w 82683"/>
                  <a:gd name="connsiteY32" fmla="*/ 102176 h 10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2683" h="106565">
                    <a:moveTo>
                      <a:pt x="21293" y="102048"/>
                    </a:moveTo>
                    <a:cubicBezTo>
                      <a:pt x="14854" y="99122"/>
                      <a:pt x="9754" y="95114"/>
                      <a:pt x="5993" y="90088"/>
                    </a:cubicBezTo>
                    <a:cubicBezTo>
                      <a:pt x="2231" y="85062"/>
                      <a:pt x="255" y="79399"/>
                      <a:pt x="0" y="73164"/>
                    </a:cubicBezTo>
                    <a:lnTo>
                      <a:pt x="22121" y="73164"/>
                    </a:lnTo>
                    <a:cubicBezTo>
                      <a:pt x="22504" y="77554"/>
                      <a:pt x="24607" y="81181"/>
                      <a:pt x="28433" y="84107"/>
                    </a:cubicBezTo>
                    <a:cubicBezTo>
                      <a:pt x="32258" y="87034"/>
                      <a:pt x="37039" y="88497"/>
                      <a:pt x="42777" y="88497"/>
                    </a:cubicBezTo>
                    <a:cubicBezTo>
                      <a:pt x="48514" y="88497"/>
                      <a:pt x="53423" y="87352"/>
                      <a:pt x="56738" y="85062"/>
                    </a:cubicBezTo>
                    <a:cubicBezTo>
                      <a:pt x="60053" y="82771"/>
                      <a:pt x="61710" y="79781"/>
                      <a:pt x="61710" y="76155"/>
                    </a:cubicBezTo>
                    <a:cubicBezTo>
                      <a:pt x="61710" y="72274"/>
                      <a:pt x="59861" y="69411"/>
                      <a:pt x="56164" y="67566"/>
                    </a:cubicBezTo>
                    <a:cubicBezTo>
                      <a:pt x="52466" y="65721"/>
                      <a:pt x="46602" y="63621"/>
                      <a:pt x="38633" y="61395"/>
                    </a:cubicBezTo>
                    <a:cubicBezTo>
                      <a:pt x="30856" y="59295"/>
                      <a:pt x="24607" y="57195"/>
                      <a:pt x="19699" y="55223"/>
                    </a:cubicBezTo>
                    <a:cubicBezTo>
                      <a:pt x="14790" y="53251"/>
                      <a:pt x="10583" y="50197"/>
                      <a:pt x="7076" y="46062"/>
                    </a:cubicBezTo>
                    <a:cubicBezTo>
                      <a:pt x="3570" y="41926"/>
                      <a:pt x="1721" y="36519"/>
                      <a:pt x="1721" y="29775"/>
                    </a:cubicBezTo>
                    <a:cubicBezTo>
                      <a:pt x="1721" y="24303"/>
                      <a:pt x="3315" y="19277"/>
                      <a:pt x="6566" y="14697"/>
                    </a:cubicBezTo>
                    <a:cubicBezTo>
                      <a:pt x="9818" y="10116"/>
                      <a:pt x="14471" y="6553"/>
                      <a:pt x="20527" y="3945"/>
                    </a:cubicBezTo>
                    <a:cubicBezTo>
                      <a:pt x="26584" y="1336"/>
                      <a:pt x="33533" y="0"/>
                      <a:pt x="41438" y="0"/>
                    </a:cubicBezTo>
                    <a:cubicBezTo>
                      <a:pt x="53168" y="0"/>
                      <a:pt x="62667" y="2990"/>
                      <a:pt x="69807" y="8907"/>
                    </a:cubicBezTo>
                    <a:cubicBezTo>
                      <a:pt x="77011" y="14824"/>
                      <a:pt x="80835" y="22904"/>
                      <a:pt x="81345" y="33147"/>
                    </a:cubicBezTo>
                    <a:lnTo>
                      <a:pt x="59989" y="33147"/>
                    </a:lnTo>
                    <a:cubicBezTo>
                      <a:pt x="59606" y="28566"/>
                      <a:pt x="57758" y="24876"/>
                      <a:pt x="54379" y="22140"/>
                    </a:cubicBezTo>
                    <a:cubicBezTo>
                      <a:pt x="51000" y="19404"/>
                      <a:pt x="46410" y="18005"/>
                      <a:pt x="40673" y="18005"/>
                    </a:cubicBezTo>
                    <a:cubicBezTo>
                      <a:pt x="34935" y="18005"/>
                      <a:pt x="30728" y="19086"/>
                      <a:pt x="27731" y="21186"/>
                    </a:cubicBezTo>
                    <a:cubicBezTo>
                      <a:pt x="24735" y="23285"/>
                      <a:pt x="23205" y="26148"/>
                      <a:pt x="23205" y="29584"/>
                    </a:cubicBezTo>
                    <a:cubicBezTo>
                      <a:pt x="23205" y="32320"/>
                      <a:pt x="24225" y="34610"/>
                      <a:pt x="26201" y="36519"/>
                    </a:cubicBezTo>
                    <a:cubicBezTo>
                      <a:pt x="28178" y="38427"/>
                      <a:pt x="30664" y="39827"/>
                      <a:pt x="33533" y="40908"/>
                    </a:cubicBezTo>
                    <a:cubicBezTo>
                      <a:pt x="36402" y="41990"/>
                      <a:pt x="40673" y="43326"/>
                      <a:pt x="46283" y="44917"/>
                    </a:cubicBezTo>
                    <a:cubicBezTo>
                      <a:pt x="53805" y="46889"/>
                      <a:pt x="59925" y="48925"/>
                      <a:pt x="64770" y="51024"/>
                    </a:cubicBezTo>
                    <a:cubicBezTo>
                      <a:pt x="69615" y="53124"/>
                      <a:pt x="73759" y="56114"/>
                      <a:pt x="77265" y="60122"/>
                    </a:cubicBezTo>
                    <a:cubicBezTo>
                      <a:pt x="80772" y="64130"/>
                      <a:pt x="82557" y="69411"/>
                      <a:pt x="82684" y="76027"/>
                    </a:cubicBezTo>
                    <a:cubicBezTo>
                      <a:pt x="82684" y="81881"/>
                      <a:pt x="81090" y="87161"/>
                      <a:pt x="77839" y="91742"/>
                    </a:cubicBezTo>
                    <a:cubicBezTo>
                      <a:pt x="74588" y="96386"/>
                      <a:pt x="69997" y="99949"/>
                      <a:pt x="64069" y="102621"/>
                    </a:cubicBezTo>
                    <a:cubicBezTo>
                      <a:pt x="58140" y="105229"/>
                      <a:pt x="51191" y="106565"/>
                      <a:pt x="43159" y="106565"/>
                    </a:cubicBezTo>
                    <a:cubicBezTo>
                      <a:pt x="35126" y="106565"/>
                      <a:pt x="27731" y="105102"/>
                      <a:pt x="21293" y="102176"/>
                    </a:cubicBezTo>
                    <a:close/>
                  </a:path>
                </a:pathLst>
              </a:custGeom>
              <a:solidFill>
                <a:srgbClr val="FFFFFF"/>
              </a:solidFill>
              <a:ln w="6375" cap="flat">
                <a:noFill/>
                <a:prstDash val="solid"/>
                <a:miter/>
              </a:ln>
            </p:spPr>
            <p:txBody>
              <a:bodyPr rtlCol="0" anchor="ctr"/>
              <a:lstStyle/>
              <a:p>
                <a:endParaRPr lang="en-US"/>
              </a:p>
            </p:txBody>
          </p:sp>
        </p:grpSp>
        <p:grpSp>
          <p:nvGrpSpPr>
            <p:cNvPr id="15" name="Graphic 15">
              <a:extLst>
                <a:ext uri="{FF2B5EF4-FFF2-40B4-BE49-F238E27FC236}">
                  <a16:creationId xmlns:a16="http://schemas.microsoft.com/office/drawing/2014/main" id="{CEDB2624-790A-B048-33B7-AC7C04C026D4}"/>
                </a:ext>
              </a:extLst>
            </p:cNvPr>
            <p:cNvGrpSpPr/>
            <p:nvPr/>
          </p:nvGrpSpPr>
          <p:grpSpPr>
            <a:xfrm>
              <a:off x="5298296" y="-742264"/>
              <a:ext cx="1666297" cy="450883"/>
              <a:chOff x="5298296" y="-742264"/>
              <a:chExt cx="1666297" cy="450883"/>
            </a:xfrm>
          </p:grpSpPr>
          <p:sp>
            <p:nvSpPr>
              <p:cNvPr id="16" name="Freeform 15">
                <a:extLst>
                  <a:ext uri="{FF2B5EF4-FFF2-40B4-BE49-F238E27FC236}">
                    <a16:creationId xmlns:a16="http://schemas.microsoft.com/office/drawing/2014/main" id="{8E11B07B-0145-BE57-468A-3F865EE853C4}"/>
                  </a:ext>
                </a:extLst>
              </p:cNvPr>
              <p:cNvSpPr/>
              <p:nvPr/>
            </p:nvSpPr>
            <p:spPr>
              <a:xfrm>
                <a:off x="5298296" y="-742264"/>
                <a:ext cx="1666297" cy="450883"/>
              </a:xfrm>
              <a:custGeom>
                <a:avLst/>
                <a:gdLst>
                  <a:gd name="connsiteX0" fmla="*/ 0 w 1666297"/>
                  <a:gd name="connsiteY0" fmla="*/ 0 h 450883"/>
                  <a:gd name="connsiteX1" fmla="*/ 0 w 1666297"/>
                  <a:gd name="connsiteY1" fmla="*/ 450756 h 450883"/>
                  <a:gd name="connsiteX2" fmla="*/ 1666298 w 1666297"/>
                  <a:gd name="connsiteY2" fmla="*/ 450883 h 450883"/>
                  <a:gd name="connsiteX3" fmla="*/ 1666298 w 1666297"/>
                  <a:gd name="connsiteY3" fmla="*/ 0 h 450883"/>
                  <a:gd name="connsiteX4" fmla="*/ 0 w 1666297"/>
                  <a:gd name="connsiteY4" fmla="*/ 0 h 450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297" h="450883">
                    <a:moveTo>
                      <a:pt x="0" y="0"/>
                    </a:moveTo>
                    <a:lnTo>
                      <a:pt x="0" y="450756"/>
                    </a:lnTo>
                    <a:lnTo>
                      <a:pt x="1666298" y="450883"/>
                    </a:lnTo>
                    <a:lnTo>
                      <a:pt x="1666298" y="0"/>
                    </a:lnTo>
                    <a:lnTo>
                      <a:pt x="0" y="0"/>
                    </a:lnTo>
                    <a:close/>
                  </a:path>
                </a:pathLst>
              </a:custGeom>
              <a:solidFill>
                <a:srgbClr val="FFC600"/>
              </a:solidFill>
              <a:ln w="6375" cap="flat">
                <a:noFill/>
                <a:prstDash val="solid"/>
                <a:miter/>
              </a:ln>
            </p:spPr>
            <p:txBody>
              <a:bodyPr rtlCol="0" anchor="ctr"/>
              <a:lstStyle/>
              <a:p>
                <a:endParaRPr lang="en-US"/>
              </a:p>
            </p:txBody>
          </p:sp>
          <p:grpSp>
            <p:nvGrpSpPr>
              <p:cNvPr id="17" name="Graphic 15">
                <a:extLst>
                  <a:ext uri="{FF2B5EF4-FFF2-40B4-BE49-F238E27FC236}">
                    <a16:creationId xmlns:a16="http://schemas.microsoft.com/office/drawing/2014/main" id="{00E5BF84-166C-1B4F-3686-D17324E99803}"/>
                  </a:ext>
                </a:extLst>
              </p:cNvPr>
              <p:cNvGrpSpPr/>
              <p:nvPr/>
            </p:nvGrpSpPr>
            <p:grpSpPr>
              <a:xfrm>
                <a:off x="5383147" y="-657712"/>
                <a:ext cx="1440686" cy="281587"/>
                <a:chOff x="5383147" y="-657712"/>
                <a:chExt cx="1440686" cy="281587"/>
              </a:xfrm>
              <a:solidFill>
                <a:srgbClr val="000000"/>
              </a:solidFill>
            </p:grpSpPr>
            <p:sp>
              <p:nvSpPr>
                <p:cNvPr id="18" name="Freeform 17">
                  <a:extLst>
                    <a:ext uri="{FF2B5EF4-FFF2-40B4-BE49-F238E27FC236}">
                      <a16:creationId xmlns:a16="http://schemas.microsoft.com/office/drawing/2014/main" id="{F27CA17F-EA11-90AB-A5FA-BEDD337176B4}"/>
                    </a:ext>
                  </a:extLst>
                </p:cNvPr>
                <p:cNvSpPr/>
                <p:nvPr/>
              </p:nvSpPr>
              <p:spPr>
                <a:xfrm>
                  <a:off x="6239628" y="-615595"/>
                  <a:ext cx="136552" cy="186155"/>
                </a:xfrm>
                <a:custGeom>
                  <a:avLst/>
                  <a:gdLst>
                    <a:gd name="connsiteX0" fmla="*/ 56737 w 136552"/>
                    <a:gd name="connsiteY0" fmla="*/ 186156 h 186155"/>
                    <a:gd name="connsiteX1" fmla="*/ 0 w 136552"/>
                    <a:gd name="connsiteY1" fmla="*/ 177058 h 186155"/>
                    <a:gd name="connsiteX2" fmla="*/ 0 w 136552"/>
                    <a:gd name="connsiteY2" fmla="*/ 0 h 186155"/>
                    <a:gd name="connsiteX3" fmla="*/ 46346 w 136552"/>
                    <a:gd name="connsiteY3" fmla="*/ 0 h 186155"/>
                    <a:gd name="connsiteX4" fmla="*/ 46346 w 136552"/>
                    <a:gd name="connsiteY4" fmla="*/ 59549 h 186155"/>
                    <a:gd name="connsiteX5" fmla="*/ 70252 w 136552"/>
                    <a:gd name="connsiteY5" fmla="*/ 55796 h 186155"/>
                    <a:gd name="connsiteX6" fmla="*/ 136552 w 136552"/>
                    <a:gd name="connsiteY6" fmla="*/ 116300 h 186155"/>
                    <a:gd name="connsiteX7" fmla="*/ 56801 w 136552"/>
                    <a:gd name="connsiteY7" fmla="*/ 186156 h 186155"/>
                    <a:gd name="connsiteX8" fmla="*/ 60945 w 136552"/>
                    <a:gd name="connsiteY8" fmla="*/ 84807 h 186155"/>
                    <a:gd name="connsiteX9" fmla="*/ 46346 w 136552"/>
                    <a:gd name="connsiteY9" fmla="*/ 87352 h 186155"/>
                    <a:gd name="connsiteX10" fmla="*/ 46346 w 136552"/>
                    <a:gd name="connsiteY10" fmla="*/ 154599 h 186155"/>
                    <a:gd name="connsiteX11" fmla="*/ 59861 w 136552"/>
                    <a:gd name="connsiteY11" fmla="*/ 156254 h 186155"/>
                    <a:gd name="connsiteX12" fmla="*/ 90206 w 136552"/>
                    <a:gd name="connsiteY12" fmla="*/ 119608 h 186155"/>
                    <a:gd name="connsiteX13" fmla="*/ 61008 w 136552"/>
                    <a:gd name="connsiteY13" fmla="*/ 84807 h 186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552" h="186155">
                      <a:moveTo>
                        <a:pt x="56737" y="186156"/>
                      </a:moveTo>
                      <a:cubicBezTo>
                        <a:pt x="34297" y="186156"/>
                        <a:pt x="12622" y="181957"/>
                        <a:pt x="0" y="177058"/>
                      </a:cubicBezTo>
                      <a:lnTo>
                        <a:pt x="0" y="0"/>
                      </a:lnTo>
                      <a:lnTo>
                        <a:pt x="46346" y="0"/>
                      </a:lnTo>
                      <a:lnTo>
                        <a:pt x="46346" y="59549"/>
                      </a:lnTo>
                      <a:cubicBezTo>
                        <a:pt x="52275" y="57450"/>
                        <a:pt x="62347" y="55796"/>
                        <a:pt x="70252" y="55796"/>
                      </a:cubicBezTo>
                      <a:cubicBezTo>
                        <a:pt x="109586" y="55796"/>
                        <a:pt x="136552" y="77745"/>
                        <a:pt x="136552" y="116300"/>
                      </a:cubicBezTo>
                      <a:cubicBezTo>
                        <a:pt x="136552" y="163507"/>
                        <a:pt x="108184" y="186156"/>
                        <a:pt x="56801" y="186156"/>
                      </a:cubicBezTo>
                      <a:moveTo>
                        <a:pt x="60945" y="84807"/>
                      </a:moveTo>
                      <a:cubicBezTo>
                        <a:pt x="55590" y="84807"/>
                        <a:pt x="49980" y="85952"/>
                        <a:pt x="46346" y="87352"/>
                      </a:cubicBezTo>
                      <a:lnTo>
                        <a:pt x="46346" y="154599"/>
                      </a:lnTo>
                      <a:cubicBezTo>
                        <a:pt x="49151" y="155554"/>
                        <a:pt x="54506" y="156254"/>
                        <a:pt x="59861" y="156254"/>
                      </a:cubicBezTo>
                      <a:cubicBezTo>
                        <a:pt x="78922" y="156254"/>
                        <a:pt x="90206" y="142957"/>
                        <a:pt x="90206" y="119608"/>
                      </a:cubicBezTo>
                      <a:cubicBezTo>
                        <a:pt x="90206" y="96259"/>
                        <a:pt x="79560" y="84807"/>
                        <a:pt x="61008" y="84807"/>
                      </a:cubicBezTo>
                    </a:path>
                  </a:pathLst>
                </a:custGeom>
                <a:solidFill>
                  <a:srgbClr val="000000"/>
                </a:solidFill>
                <a:ln w="637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7FB6AEE4-CAF7-8E4B-2539-2DA56C1340D0}"/>
                    </a:ext>
                  </a:extLst>
                </p:cNvPr>
                <p:cNvSpPr/>
                <p:nvPr/>
              </p:nvSpPr>
              <p:spPr>
                <a:xfrm>
                  <a:off x="6382046" y="-561835"/>
                  <a:ext cx="130305" cy="132395"/>
                </a:xfrm>
                <a:custGeom>
                  <a:avLst/>
                  <a:gdLst>
                    <a:gd name="connsiteX0" fmla="*/ 71336 w 130305"/>
                    <a:gd name="connsiteY0" fmla="*/ 132396 h 132395"/>
                    <a:gd name="connsiteX1" fmla="*/ 0 w 130305"/>
                    <a:gd name="connsiteY1" fmla="*/ 90787 h 132395"/>
                    <a:gd name="connsiteX2" fmla="*/ 86764 w 130305"/>
                    <a:gd name="connsiteY2" fmla="*/ 47589 h 132395"/>
                    <a:gd name="connsiteX3" fmla="*/ 86764 w 130305"/>
                    <a:gd name="connsiteY3" fmla="*/ 42690 h 132395"/>
                    <a:gd name="connsiteX4" fmla="*/ 62603 w 130305"/>
                    <a:gd name="connsiteY4" fmla="*/ 27993 h 132395"/>
                    <a:gd name="connsiteX5" fmla="*/ 19635 w 130305"/>
                    <a:gd name="connsiteY5" fmla="*/ 35691 h 132395"/>
                    <a:gd name="connsiteX6" fmla="*/ 8415 w 130305"/>
                    <a:gd name="connsiteY6" fmla="*/ 9988 h 132395"/>
                    <a:gd name="connsiteX7" fmla="*/ 68213 w 130305"/>
                    <a:gd name="connsiteY7" fmla="*/ 0 h 132395"/>
                    <a:gd name="connsiteX8" fmla="*/ 130305 w 130305"/>
                    <a:gd name="connsiteY8" fmla="*/ 47398 h 132395"/>
                    <a:gd name="connsiteX9" fmla="*/ 130305 w 130305"/>
                    <a:gd name="connsiteY9" fmla="*/ 123298 h 132395"/>
                    <a:gd name="connsiteX10" fmla="*/ 71336 w 130305"/>
                    <a:gd name="connsiteY10" fmla="*/ 132396 h 132395"/>
                    <a:gd name="connsiteX11" fmla="*/ 86764 w 130305"/>
                    <a:gd name="connsiteY11" fmla="*/ 71701 h 132395"/>
                    <a:gd name="connsiteX12" fmla="*/ 42967 w 130305"/>
                    <a:gd name="connsiteY12" fmla="*/ 89897 h 132395"/>
                    <a:gd name="connsiteX13" fmla="*/ 69934 w 130305"/>
                    <a:gd name="connsiteY13" fmla="*/ 105802 h 132395"/>
                    <a:gd name="connsiteX14" fmla="*/ 86764 w 130305"/>
                    <a:gd name="connsiteY14" fmla="*/ 103957 h 132395"/>
                    <a:gd name="connsiteX15" fmla="*/ 86764 w 130305"/>
                    <a:gd name="connsiteY15" fmla="*/ 71765 h 132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0305" h="132395">
                      <a:moveTo>
                        <a:pt x="71336" y="132396"/>
                      </a:moveTo>
                      <a:cubicBezTo>
                        <a:pt x="23588" y="132396"/>
                        <a:pt x="0" y="117699"/>
                        <a:pt x="0" y="90787"/>
                      </a:cubicBezTo>
                      <a:cubicBezTo>
                        <a:pt x="0" y="57386"/>
                        <a:pt x="40991" y="49688"/>
                        <a:pt x="86764" y="47589"/>
                      </a:cubicBezTo>
                      <a:lnTo>
                        <a:pt x="86764" y="42690"/>
                      </a:lnTo>
                      <a:cubicBezTo>
                        <a:pt x="86764" y="32638"/>
                        <a:pt x="78349" y="27993"/>
                        <a:pt x="62603" y="27993"/>
                      </a:cubicBezTo>
                      <a:cubicBezTo>
                        <a:pt x="48004" y="27993"/>
                        <a:pt x="30600" y="31938"/>
                        <a:pt x="19635" y="35691"/>
                      </a:cubicBezTo>
                      <a:lnTo>
                        <a:pt x="8415" y="9988"/>
                      </a:lnTo>
                      <a:cubicBezTo>
                        <a:pt x="21866" y="5535"/>
                        <a:pt x="40609" y="0"/>
                        <a:pt x="68213" y="0"/>
                      </a:cubicBezTo>
                      <a:cubicBezTo>
                        <a:pt x="109522" y="0"/>
                        <a:pt x="130305" y="13997"/>
                        <a:pt x="130305" y="47398"/>
                      </a:cubicBezTo>
                      <a:lnTo>
                        <a:pt x="130305" y="123298"/>
                      </a:lnTo>
                      <a:cubicBezTo>
                        <a:pt x="118830" y="128197"/>
                        <a:pt x="95497" y="132396"/>
                        <a:pt x="71336" y="132396"/>
                      </a:cubicBezTo>
                      <a:moveTo>
                        <a:pt x="86764" y="71701"/>
                      </a:moveTo>
                      <a:cubicBezTo>
                        <a:pt x="61774" y="72655"/>
                        <a:pt x="42967" y="74946"/>
                        <a:pt x="42967" y="89897"/>
                      </a:cubicBezTo>
                      <a:cubicBezTo>
                        <a:pt x="42967" y="100203"/>
                        <a:pt x="53359" y="105802"/>
                        <a:pt x="69934" y="105802"/>
                      </a:cubicBezTo>
                      <a:cubicBezTo>
                        <a:pt x="76372" y="105802"/>
                        <a:pt x="83704" y="104848"/>
                        <a:pt x="86764" y="103957"/>
                      </a:cubicBezTo>
                      <a:lnTo>
                        <a:pt x="86764" y="71765"/>
                      </a:lnTo>
                      <a:close/>
                    </a:path>
                  </a:pathLst>
                </a:custGeom>
                <a:solidFill>
                  <a:srgbClr val="000000"/>
                </a:solidFill>
                <a:ln w="637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4E192CF5-94C9-EE0F-57A7-9B66B41C880D}"/>
                    </a:ext>
                  </a:extLst>
                </p:cNvPr>
                <p:cNvSpPr/>
                <p:nvPr/>
              </p:nvSpPr>
              <p:spPr>
                <a:xfrm>
                  <a:off x="6530073" y="-561835"/>
                  <a:ext cx="131452" cy="129596"/>
                </a:xfrm>
                <a:custGeom>
                  <a:avLst/>
                  <a:gdLst>
                    <a:gd name="connsiteX0" fmla="*/ 85106 w 131452"/>
                    <a:gd name="connsiteY0" fmla="*/ 129596 h 129596"/>
                    <a:gd name="connsiteX1" fmla="*/ 85106 w 131452"/>
                    <a:gd name="connsiteY1" fmla="*/ 47843 h 129596"/>
                    <a:gd name="connsiteX2" fmla="*/ 62539 w 131452"/>
                    <a:gd name="connsiteY2" fmla="*/ 30411 h 129596"/>
                    <a:gd name="connsiteX3" fmla="*/ 46346 w 131452"/>
                    <a:gd name="connsiteY3" fmla="*/ 33592 h 129596"/>
                    <a:gd name="connsiteX4" fmla="*/ 46346 w 131452"/>
                    <a:gd name="connsiteY4" fmla="*/ 129596 h 129596"/>
                    <a:gd name="connsiteX5" fmla="*/ 0 w 131452"/>
                    <a:gd name="connsiteY5" fmla="*/ 129596 h 129596"/>
                    <a:gd name="connsiteX6" fmla="*/ 0 w 131452"/>
                    <a:gd name="connsiteY6" fmla="*/ 9988 h 129596"/>
                    <a:gd name="connsiteX7" fmla="*/ 63176 w 131452"/>
                    <a:gd name="connsiteY7" fmla="*/ 0 h 129596"/>
                    <a:gd name="connsiteX8" fmla="*/ 131452 w 131452"/>
                    <a:gd name="connsiteY8" fmla="*/ 43390 h 129596"/>
                    <a:gd name="connsiteX9" fmla="*/ 131452 w 131452"/>
                    <a:gd name="connsiteY9" fmla="*/ 129596 h 129596"/>
                    <a:gd name="connsiteX10" fmla="*/ 85106 w 131452"/>
                    <a:gd name="connsiteY10" fmla="*/ 129596 h 129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1452" h="129596">
                      <a:moveTo>
                        <a:pt x="85106" y="129596"/>
                      </a:moveTo>
                      <a:lnTo>
                        <a:pt x="85106" y="47843"/>
                      </a:lnTo>
                      <a:cubicBezTo>
                        <a:pt x="85106" y="37346"/>
                        <a:pt x="79114" y="30411"/>
                        <a:pt x="62539" y="30411"/>
                      </a:cubicBezTo>
                      <a:cubicBezTo>
                        <a:pt x="53933" y="30411"/>
                        <a:pt x="46346" y="33592"/>
                        <a:pt x="46346" y="33592"/>
                      </a:cubicBezTo>
                      <a:lnTo>
                        <a:pt x="46346" y="129596"/>
                      </a:lnTo>
                      <a:lnTo>
                        <a:pt x="0" y="129596"/>
                      </a:lnTo>
                      <a:lnTo>
                        <a:pt x="0" y="9988"/>
                      </a:lnTo>
                      <a:cubicBezTo>
                        <a:pt x="16830" y="4644"/>
                        <a:pt x="36784" y="0"/>
                        <a:pt x="63176" y="0"/>
                      </a:cubicBezTo>
                      <a:cubicBezTo>
                        <a:pt x="110670" y="0"/>
                        <a:pt x="131452" y="16096"/>
                        <a:pt x="131452" y="43390"/>
                      </a:cubicBezTo>
                      <a:lnTo>
                        <a:pt x="131452" y="129596"/>
                      </a:lnTo>
                      <a:lnTo>
                        <a:pt x="85106" y="129596"/>
                      </a:lnTo>
                      <a:close/>
                    </a:path>
                  </a:pathLst>
                </a:custGeom>
                <a:solidFill>
                  <a:srgbClr val="000000"/>
                </a:solidFill>
                <a:ln w="637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CE7B0D63-0F3C-BE12-7FDC-299DFE6EA66F}"/>
                    </a:ext>
                  </a:extLst>
                </p:cNvPr>
                <p:cNvSpPr/>
                <p:nvPr/>
              </p:nvSpPr>
              <p:spPr>
                <a:xfrm>
                  <a:off x="6679503" y="-615595"/>
                  <a:ext cx="144330" cy="183356"/>
                </a:xfrm>
                <a:custGeom>
                  <a:avLst/>
                  <a:gdLst>
                    <a:gd name="connsiteX0" fmla="*/ 92629 w 144330"/>
                    <a:gd name="connsiteY0" fmla="*/ 183356 h 183356"/>
                    <a:gd name="connsiteX1" fmla="*/ 46283 w 144330"/>
                    <a:gd name="connsiteY1" fmla="*/ 120562 h 183356"/>
                    <a:gd name="connsiteX2" fmla="*/ 45708 w 144330"/>
                    <a:gd name="connsiteY2" fmla="*/ 120562 h 183356"/>
                    <a:gd name="connsiteX3" fmla="*/ 45708 w 144330"/>
                    <a:gd name="connsiteY3" fmla="*/ 183356 h 183356"/>
                    <a:gd name="connsiteX4" fmla="*/ 0 w 144330"/>
                    <a:gd name="connsiteY4" fmla="*/ 183356 h 183356"/>
                    <a:gd name="connsiteX5" fmla="*/ 0 w 144330"/>
                    <a:gd name="connsiteY5" fmla="*/ 0 h 183356"/>
                    <a:gd name="connsiteX6" fmla="*/ 45708 w 144330"/>
                    <a:gd name="connsiteY6" fmla="*/ 0 h 183356"/>
                    <a:gd name="connsiteX7" fmla="*/ 45708 w 144330"/>
                    <a:gd name="connsiteY7" fmla="*/ 111401 h 183356"/>
                    <a:gd name="connsiteX8" fmla="*/ 46283 w 144330"/>
                    <a:gd name="connsiteY8" fmla="*/ 111401 h 183356"/>
                    <a:gd name="connsiteX9" fmla="*/ 88166 w 144330"/>
                    <a:gd name="connsiteY9" fmla="*/ 57514 h 183356"/>
                    <a:gd name="connsiteX10" fmla="*/ 140378 w 144330"/>
                    <a:gd name="connsiteY10" fmla="*/ 57514 h 183356"/>
                    <a:gd name="connsiteX11" fmla="*/ 93202 w 144330"/>
                    <a:gd name="connsiteY11" fmla="*/ 116109 h 183356"/>
                    <a:gd name="connsiteX12" fmla="*/ 144330 w 144330"/>
                    <a:gd name="connsiteY12" fmla="*/ 183356 h 183356"/>
                    <a:gd name="connsiteX13" fmla="*/ 92629 w 144330"/>
                    <a:gd name="connsiteY13" fmla="*/ 183356 h 18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4330" h="183356">
                      <a:moveTo>
                        <a:pt x="92629" y="183356"/>
                      </a:moveTo>
                      <a:lnTo>
                        <a:pt x="46283" y="120562"/>
                      </a:lnTo>
                      <a:lnTo>
                        <a:pt x="45708" y="120562"/>
                      </a:lnTo>
                      <a:lnTo>
                        <a:pt x="45708" y="183356"/>
                      </a:lnTo>
                      <a:lnTo>
                        <a:pt x="0" y="183356"/>
                      </a:lnTo>
                      <a:lnTo>
                        <a:pt x="0" y="0"/>
                      </a:lnTo>
                      <a:lnTo>
                        <a:pt x="45708" y="0"/>
                      </a:lnTo>
                      <a:lnTo>
                        <a:pt x="45708" y="111401"/>
                      </a:lnTo>
                      <a:lnTo>
                        <a:pt x="46283" y="111401"/>
                      </a:lnTo>
                      <a:lnTo>
                        <a:pt x="88166" y="57514"/>
                      </a:lnTo>
                      <a:lnTo>
                        <a:pt x="140378" y="57514"/>
                      </a:lnTo>
                      <a:lnTo>
                        <a:pt x="93202" y="116109"/>
                      </a:lnTo>
                      <a:lnTo>
                        <a:pt x="144330" y="183356"/>
                      </a:lnTo>
                      <a:lnTo>
                        <a:pt x="92629" y="183356"/>
                      </a:lnTo>
                      <a:close/>
                    </a:path>
                  </a:pathLst>
                </a:custGeom>
                <a:solidFill>
                  <a:srgbClr val="000000"/>
                </a:solidFill>
                <a:ln w="637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045C0EED-1431-F90C-443C-F82372E3C0F0}"/>
                    </a:ext>
                  </a:extLst>
                </p:cNvPr>
                <p:cNvSpPr/>
                <p:nvPr/>
              </p:nvSpPr>
              <p:spPr>
                <a:xfrm>
                  <a:off x="6069607" y="-558145"/>
                  <a:ext cx="162052" cy="176167"/>
                </a:xfrm>
                <a:custGeom>
                  <a:avLst/>
                  <a:gdLst>
                    <a:gd name="connsiteX0" fmla="*/ 82875 w 162052"/>
                    <a:gd name="connsiteY0" fmla="*/ 176167 h 176167"/>
                    <a:gd name="connsiteX1" fmla="*/ 34298 w 162052"/>
                    <a:gd name="connsiteY1" fmla="*/ 176167 h 176167"/>
                    <a:gd name="connsiteX2" fmla="*/ 57056 w 162052"/>
                    <a:gd name="connsiteY2" fmla="*/ 125906 h 176167"/>
                    <a:gd name="connsiteX3" fmla="*/ 0 w 162052"/>
                    <a:gd name="connsiteY3" fmla="*/ 0 h 176167"/>
                    <a:gd name="connsiteX4" fmla="*/ 50426 w 162052"/>
                    <a:gd name="connsiteY4" fmla="*/ 0 h 176167"/>
                    <a:gd name="connsiteX5" fmla="*/ 81154 w 162052"/>
                    <a:gd name="connsiteY5" fmla="*/ 89451 h 176167"/>
                    <a:gd name="connsiteX6" fmla="*/ 111626 w 162052"/>
                    <a:gd name="connsiteY6" fmla="*/ 0 h 176167"/>
                    <a:gd name="connsiteX7" fmla="*/ 162053 w 162052"/>
                    <a:gd name="connsiteY7" fmla="*/ 0 h 176167"/>
                    <a:gd name="connsiteX8" fmla="*/ 82875 w 162052"/>
                    <a:gd name="connsiteY8" fmla="*/ 176167 h 17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052" h="176167">
                      <a:moveTo>
                        <a:pt x="82875" y="176167"/>
                      </a:moveTo>
                      <a:lnTo>
                        <a:pt x="34298" y="176167"/>
                      </a:lnTo>
                      <a:lnTo>
                        <a:pt x="57056" y="125906"/>
                      </a:lnTo>
                      <a:lnTo>
                        <a:pt x="0" y="0"/>
                      </a:lnTo>
                      <a:lnTo>
                        <a:pt x="50426" y="0"/>
                      </a:lnTo>
                      <a:lnTo>
                        <a:pt x="81154" y="89451"/>
                      </a:lnTo>
                      <a:lnTo>
                        <a:pt x="111626" y="0"/>
                      </a:lnTo>
                      <a:lnTo>
                        <a:pt x="162053" y="0"/>
                      </a:lnTo>
                      <a:lnTo>
                        <a:pt x="82875" y="176167"/>
                      </a:lnTo>
                      <a:close/>
                    </a:path>
                  </a:pathLst>
                </a:custGeom>
                <a:solidFill>
                  <a:srgbClr val="000000"/>
                </a:solidFill>
                <a:ln w="637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8AAEF0C4-1FED-E567-B4D3-E1FBF578D49A}"/>
                    </a:ext>
                  </a:extLst>
                </p:cNvPr>
                <p:cNvSpPr/>
                <p:nvPr/>
              </p:nvSpPr>
              <p:spPr>
                <a:xfrm>
                  <a:off x="5707762" y="-601343"/>
                  <a:ext cx="228097" cy="169105"/>
                </a:xfrm>
                <a:custGeom>
                  <a:avLst/>
                  <a:gdLst>
                    <a:gd name="connsiteX0" fmla="*/ 203618 w 228097"/>
                    <a:gd name="connsiteY0" fmla="*/ 0 h 169105"/>
                    <a:gd name="connsiteX1" fmla="*/ 149749 w 228097"/>
                    <a:gd name="connsiteY1" fmla="*/ 0 h 169105"/>
                    <a:gd name="connsiteX2" fmla="*/ 114049 w 228097"/>
                    <a:gd name="connsiteY2" fmla="*/ 104466 h 169105"/>
                    <a:gd name="connsiteX3" fmla="*/ 78413 w 228097"/>
                    <a:gd name="connsiteY3" fmla="*/ 0 h 169105"/>
                    <a:gd name="connsiteX4" fmla="*/ 24480 w 228097"/>
                    <a:gd name="connsiteY4" fmla="*/ 0 h 169105"/>
                    <a:gd name="connsiteX5" fmla="*/ 0 w 228097"/>
                    <a:gd name="connsiteY5" fmla="*/ 169105 h 169105"/>
                    <a:gd name="connsiteX6" fmla="*/ 44115 w 228097"/>
                    <a:gd name="connsiteY6" fmla="*/ 169105 h 169105"/>
                    <a:gd name="connsiteX7" fmla="*/ 58140 w 228097"/>
                    <a:gd name="connsiteY7" fmla="*/ 52869 h 169105"/>
                    <a:gd name="connsiteX8" fmla="*/ 99450 w 228097"/>
                    <a:gd name="connsiteY8" fmla="*/ 169105 h 169105"/>
                    <a:gd name="connsiteX9" fmla="*/ 128648 w 228097"/>
                    <a:gd name="connsiteY9" fmla="*/ 169105 h 169105"/>
                    <a:gd name="connsiteX10" fmla="*/ 169958 w 228097"/>
                    <a:gd name="connsiteY10" fmla="*/ 52869 h 169105"/>
                    <a:gd name="connsiteX11" fmla="*/ 183983 w 228097"/>
                    <a:gd name="connsiteY11" fmla="*/ 169105 h 169105"/>
                    <a:gd name="connsiteX12" fmla="*/ 228098 w 228097"/>
                    <a:gd name="connsiteY12" fmla="*/ 169105 h 169105"/>
                    <a:gd name="connsiteX13" fmla="*/ 203618 w 228097"/>
                    <a:gd name="connsiteY13" fmla="*/ 0 h 1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097" h="169105">
                      <a:moveTo>
                        <a:pt x="203618" y="0"/>
                      </a:moveTo>
                      <a:lnTo>
                        <a:pt x="149749" y="0"/>
                      </a:lnTo>
                      <a:lnTo>
                        <a:pt x="114049" y="104466"/>
                      </a:lnTo>
                      <a:lnTo>
                        <a:pt x="78413" y="0"/>
                      </a:lnTo>
                      <a:lnTo>
                        <a:pt x="24480" y="0"/>
                      </a:lnTo>
                      <a:lnTo>
                        <a:pt x="0" y="169105"/>
                      </a:lnTo>
                      <a:lnTo>
                        <a:pt x="44115" y="169105"/>
                      </a:lnTo>
                      <a:lnTo>
                        <a:pt x="58140" y="52869"/>
                      </a:lnTo>
                      <a:lnTo>
                        <a:pt x="99450" y="169105"/>
                      </a:lnTo>
                      <a:lnTo>
                        <a:pt x="128648" y="169105"/>
                      </a:lnTo>
                      <a:lnTo>
                        <a:pt x="169958" y="52869"/>
                      </a:lnTo>
                      <a:lnTo>
                        <a:pt x="183983" y="169105"/>
                      </a:lnTo>
                      <a:lnTo>
                        <a:pt x="228098" y="169105"/>
                      </a:lnTo>
                      <a:lnTo>
                        <a:pt x="203618" y="0"/>
                      </a:lnTo>
                      <a:close/>
                    </a:path>
                  </a:pathLst>
                </a:custGeom>
                <a:solidFill>
                  <a:srgbClr val="000000"/>
                </a:solidFill>
                <a:ln w="637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05E51DE7-A829-2306-5EFA-39CA71CB3457}"/>
                    </a:ext>
                  </a:extLst>
                </p:cNvPr>
                <p:cNvSpPr/>
                <p:nvPr/>
              </p:nvSpPr>
              <p:spPr>
                <a:xfrm>
                  <a:off x="5941724" y="-561835"/>
                  <a:ext cx="130241" cy="132395"/>
                </a:xfrm>
                <a:custGeom>
                  <a:avLst/>
                  <a:gdLst>
                    <a:gd name="connsiteX0" fmla="*/ 71336 w 130241"/>
                    <a:gd name="connsiteY0" fmla="*/ 132396 h 132395"/>
                    <a:gd name="connsiteX1" fmla="*/ 0 w 130241"/>
                    <a:gd name="connsiteY1" fmla="*/ 90787 h 132395"/>
                    <a:gd name="connsiteX2" fmla="*/ 86764 w 130241"/>
                    <a:gd name="connsiteY2" fmla="*/ 47589 h 132395"/>
                    <a:gd name="connsiteX3" fmla="*/ 86764 w 130241"/>
                    <a:gd name="connsiteY3" fmla="*/ 42690 h 132395"/>
                    <a:gd name="connsiteX4" fmla="*/ 62603 w 130241"/>
                    <a:gd name="connsiteY4" fmla="*/ 27993 h 132395"/>
                    <a:gd name="connsiteX5" fmla="*/ 19635 w 130241"/>
                    <a:gd name="connsiteY5" fmla="*/ 35691 h 132395"/>
                    <a:gd name="connsiteX6" fmla="*/ 8415 w 130241"/>
                    <a:gd name="connsiteY6" fmla="*/ 9988 h 132395"/>
                    <a:gd name="connsiteX7" fmla="*/ 68213 w 130241"/>
                    <a:gd name="connsiteY7" fmla="*/ 0 h 132395"/>
                    <a:gd name="connsiteX8" fmla="*/ 130241 w 130241"/>
                    <a:gd name="connsiteY8" fmla="*/ 47398 h 132395"/>
                    <a:gd name="connsiteX9" fmla="*/ 130241 w 130241"/>
                    <a:gd name="connsiteY9" fmla="*/ 123298 h 132395"/>
                    <a:gd name="connsiteX10" fmla="*/ 71272 w 130241"/>
                    <a:gd name="connsiteY10" fmla="*/ 132396 h 132395"/>
                    <a:gd name="connsiteX11" fmla="*/ 86764 w 130241"/>
                    <a:gd name="connsiteY11" fmla="*/ 71701 h 132395"/>
                    <a:gd name="connsiteX12" fmla="*/ 42967 w 130241"/>
                    <a:gd name="connsiteY12" fmla="*/ 89897 h 132395"/>
                    <a:gd name="connsiteX13" fmla="*/ 69934 w 130241"/>
                    <a:gd name="connsiteY13" fmla="*/ 105802 h 132395"/>
                    <a:gd name="connsiteX14" fmla="*/ 86764 w 130241"/>
                    <a:gd name="connsiteY14" fmla="*/ 103957 h 132395"/>
                    <a:gd name="connsiteX15" fmla="*/ 86764 w 130241"/>
                    <a:gd name="connsiteY15" fmla="*/ 71765 h 132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0241" h="132395">
                      <a:moveTo>
                        <a:pt x="71336" y="132396"/>
                      </a:moveTo>
                      <a:cubicBezTo>
                        <a:pt x="23588" y="132396"/>
                        <a:pt x="0" y="117699"/>
                        <a:pt x="0" y="90787"/>
                      </a:cubicBezTo>
                      <a:cubicBezTo>
                        <a:pt x="0" y="57386"/>
                        <a:pt x="40991" y="49688"/>
                        <a:pt x="86764" y="47589"/>
                      </a:cubicBezTo>
                      <a:lnTo>
                        <a:pt x="86764" y="42690"/>
                      </a:lnTo>
                      <a:cubicBezTo>
                        <a:pt x="86764" y="32638"/>
                        <a:pt x="78349" y="27993"/>
                        <a:pt x="62603" y="27993"/>
                      </a:cubicBezTo>
                      <a:cubicBezTo>
                        <a:pt x="48004" y="27993"/>
                        <a:pt x="30600" y="31938"/>
                        <a:pt x="19635" y="35691"/>
                      </a:cubicBezTo>
                      <a:lnTo>
                        <a:pt x="8415" y="9988"/>
                      </a:lnTo>
                      <a:cubicBezTo>
                        <a:pt x="21866" y="5535"/>
                        <a:pt x="44625" y="0"/>
                        <a:pt x="68213" y="0"/>
                      </a:cubicBezTo>
                      <a:cubicBezTo>
                        <a:pt x="109522" y="0"/>
                        <a:pt x="130241" y="13997"/>
                        <a:pt x="130241" y="47398"/>
                      </a:cubicBezTo>
                      <a:lnTo>
                        <a:pt x="130241" y="123298"/>
                      </a:lnTo>
                      <a:cubicBezTo>
                        <a:pt x="118766" y="128197"/>
                        <a:pt x="95434" y="132396"/>
                        <a:pt x="71272" y="132396"/>
                      </a:cubicBezTo>
                      <a:moveTo>
                        <a:pt x="86764" y="71701"/>
                      </a:moveTo>
                      <a:cubicBezTo>
                        <a:pt x="61774" y="72655"/>
                        <a:pt x="42967" y="74946"/>
                        <a:pt x="42967" y="89897"/>
                      </a:cubicBezTo>
                      <a:cubicBezTo>
                        <a:pt x="42967" y="100203"/>
                        <a:pt x="53359" y="105802"/>
                        <a:pt x="69934" y="105802"/>
                      </a:cubicBezTo>
                      <a:cubicBezTo>
                        <a:pt x="76373" y="105802"/>
                        <a:pt x="83704" y="104848"/>
                        <a:pt x="86764" y="103957"/>
                      </a:cubicBezTo>
                      <a:lnTo>
                        <a:pt x="86764" y="71765"/>
                      </a:lnTo>
                      <a:close/>
                    </a:path>
                  </a:pathLst>
                </a:custGeom>
                <a:solidFill>
                  <a:srgbClr val="000000"/>
                </a:solidFill>
                <a:ln w="637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EDC2E2DB-1D83-1262-550B-8C9848AADEEA}"/>
                    </a:ext>
                  </a:extLst>
                </p:cNvPr>
                <p:cNvSpPr/>
                <p:nvPr/>
              </p:nvSpPr>
              <p:spPr>
                <a:xfrm>
                  <a:off x="5383147" y="-657712"/>
                  <a:ext cx="282157" cy="281587"/>
                </a:xfrm>
                <a:custGeom>
                  <a:avLst/>
                  <a:gdLst>
                    <a:gd name="connsiteX0" fmla="*/ 141079 w 282157"/>
                    <a:gd name="connsiteY0" fmla="*/ 0 h 281587"/>
                    <a:gd name="connsiteX1" fmla="*/ 0 w 282157"/>
                    <a:gd name="connsiteY1" fmla="*/ 140794 h 281587"/>
                    <a:gd name="connsiteX2" fmla="*/ 141079 w 282157"/>
                    <a:gd name="connsiteY2" fmla="*/ 281587 h 281587"/>
                    <a:gd name="connsiteX3" fmla="*/ 282158 w 282157"/>
                    <a:gd name="connsiteY3" fmla="*/ 140794 h 281587"/>
                    <a:gd name="connsiteX4" fmla="*/ 141079 w 282157"/>
                    <a:gd name="connsiteY4" fmla="*/ 0 h 281587"/>
                    <a:gd name="connsiteX5" fmla="*/ 141079 w 282157"/>
                    <a:gd name="connsiteY5" fmla="*/ 270326 h 281587"/>
                    <a:gd name="connsiteX6" fmla="*/ 11284 w 282157"/>
                    <a:gd name="connsiteY6" fmla="*/ 140794 h 281587"/>
                    <a:gd name="connsiteX7" fmla="*/ 141079 w 282157"/>
                    <a:gd name="connsiteY7" fmla="*/ 11261 h 281587"/>
                    <a:gd name="connsiteX8" fmla="*/ 270874 w 282157"/>
                    <a:gd name="connsiteY8" fmla="*/ 140794 h 281587"/>
                    <a:gd name="connsiteX9" fmla="*/ 141079 w 282157"/>
                    <a:gd name="connsiteY9" fmla="*/ 270326 h 281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2157" h="281587">
                      <a:moveTo>
                        <a:pt x="141079" y="0"/>
                      </a:moveTo>
                      <a:cubicBezTo>
                        <a:pt x="63176" y="0"/>
                        <a:pt x="0" y="63049"/>
                        <a:pt x="0" y="140794"/>
                      </a:cubicBezTo>
                      <a:cubicBezTo>
                        <a:pt x="0" y="218539"/>
                        <a:pt x="63176" y="281587"/>
                        <a:pt x="141079" y="281587"/>
                      </a:cubicBezTo>
                      <a:cubicBezTo>
                        <a:pt x="218981" y="281587"/>
                        <a:pt x="282158" y="218539"/>
                        <a:pt x="282158" y="140794"/>
                      </a:cubicBezTo>
                      <a:cubicBezTo>
                        <a:pt x="282158" y="63049"/>
                        <a:pt x="218981" y="0"/>
                        <a:pt x="141079" y="0"/>
                      </a:cubicBezTo>
                      <a:moveTo>
                        <a:pt x="141079" y="270326"/>
                      </a:moveTo>
                      <a:cubicBezTo>
                        <a:pt x="69424" y="270326"/>
                        <a:pt x="11284" y="212368"/>
                        <a:pt x="11284" y="140794"/>
                      </a:cubicBezTo>
                      <a:cubicBezTo>
                        <a:pt x="11284" y="69220"/>
                        <a:pt x="69360" y="11261"/>
                        <a:pt x="141079" y="11261"/>
                      </a:cubicBezTo>
                      <a:cubicBezTo>
                        <a:pt x="212798" y="11261"/>
                        <a:pt x="270874" y="69220"/>
                        <a:pt x="270874" y="140794"/>
                      </a:cubicBezTo>
                      <a:cubicBezTo>
                        <a:pt x="270874" y="212368"/>
                        <a:pt x="212798" y="270326"/>
                        <a:pt x="141079" y="270326"/>
                      </a:cubicBezTo>
                    </a:path>
                  </a:pathLst>
                </a:custGeom>
                <a:solidFill>
                  <a:srgbClr val="000000"/>
                </a:solidFill>
                <a:ln w="637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A6BAA48B-352D-C367-93DE-4AA44DB78757}"/>
                    </a:ext>
                  </a:extLst>
                </p:cNvPr>
                <p:cNvSpPr/>
                <p:nvPr/>
              </p:nvSpPr>
              <p:spPr>
                <a:xfrm>
                  <a:off x="5444028" y="-528101"/>
                  <a:ext cx="23906" cy="22953"/>
                </a:xfrm>
                <a:custGeom>
                  <a:avLst/>
                  <a:gdLst>
                    <a:gd name="connsiteX0" fmla="*/ 23906 w 23906"/>
                    <a:gd name="connsiteY0" fmla="*/ 4758 h 22953"/>
                    <a:gd name="connsiteX1" fmla="*/ 0 w 23906"/>
                    <a:gd name="connsiteY1" fmla="*/ 22953 h 22953"/>
                    <a:gd name="connsiteX2" fmla="*/ 23906 w 23906"/>
                    <a:gd name="connsiteY2" fmla="*/ 4758 h 22953"/>
                  </a:gdLst>
                  <a:ahLst/>
                  <a:cxnLst>
                    <a:cxn ang="0">
                      <a:pos x="connsiteX0" y="connsiteY0"/>
                    </a:cxn>
                    <a:cxn ang="0">
                      <a:pos x="connsiteX1" y="connsiteY1"/>
                    </a:cxn>
                    <a:cxn ang="0">
                      <a:pos x="connsiteX2" y="connsiteY2"/>
                    </a:cxn>
                  </a:cxnLst>
                  <a:rect l="l" t="t" r="r" b="b"/>
                  <a:pathLst>
                    <a:path w="23906" h="22953">
                      <a:moveTo>
                        <a:pt x="23906" y="4758"/>
                      </a:moveTo>
                      <a:cubicBezTo>
                        <a:pt x="13834" y="2213"/>
                        <a:pt x="4909" y="13983"/>
                        <a:pt x="0" y="22953"/>
                      </a:cubicBezTo>
                      <a:cubicBezTo>
                        <a:pt x="1721" y="10738"/>
                        <a:pt x="16702" y="-9175"/>
                        <a:pt x="23906" y="4758"/>
                      </a:cubicBezTo>
                    </a:path>
                  </a:pathLst>
                </a:custGeom>
                <a:solidFill>
                  <a:srgbClr val="000000"/>
                </a:solidFill>
                <a:ln w="637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F528A396-E779-6565-E7BA-1C39C98CF35B}"/>
                    </a:ext>
                  </a:extLst>
                </p:cNvPr>
                <p:cNvSpPr/>
                <p:nvPr/>
              </p:nvSpPr>
              <p:spPr>
                <a:xfrm>
                  <a:off x="5445750" y="-536713"/>
                  <a:ext cx="15682" cy="13560"/>
                </a:xfrm>
                <a:custGeom>
                  <a:avLst/>
                  <a:gdLst>
                    <a:gd name="connsiteX0" fmla="*/ 0 w 15682"/>
                    <a:gd name="connsiteY0" fmla="*/ 13560 h 13560"/>
                    <a:gd name="connsiteX1" fmla="*/ 15683 w 15682"/>
                    <a:gd name="connsiteY1" fmla="*/ 1154 h 13560"/>
                    <a:gd name="connsiteX2" fmla="*/ 0 w 15682"/>
                    <a:gd name="connsiteY2" fmla="*/ 13560 h 13560"/>
                  </a:gdLst>
                  <a:ahLst/>
                  <a:cxnLst>
                    <a:cxn ang="0">
                      <a:pos x="connsiteX0" y="connsiteY0"/>
                    </a:cxn>
                    <a:cxn ang="0">
                      <a:pos x="connsiteX1" y="connsiteY1"/>
                    </a:cxn>
                    <a:cxn ang="0">
                      <a:pos x="connsiteX2" y="connsiteY2"/>
                    </a:cxn>
                  </a:cxnLst>
                  <a:rect l="l" t="t" r="r" b="b"/>
                  <a:pathLst>
                    <a:path w="15682" h="13560">
                      <a:moveTo>
                        <a:pt x="0" y="13560"/>
                      </a:moveTo>
                      <a:cubicBezTo>
                        <a:pt x="3379" y="1981"/>
                        <a:pt x="11411" y="-2281"/>
                        <a:pt x="15683" y="1154"/>
                      </a:cubicBezTo>
                      <a:cubicBezTo>
                        <a:pt x="9881" y="2999"/>
                        <a:pt x="5610" y="6435"/>
                        <a:pt x="0" y="13560"/>
                      </a:cubicBezTo>
                    </a:path>
                  </a:pathLst>
                </a:custGeom>
                <a:solidFill>
                  <a:srgbClr val="000000"/>
                </a:solidFill>
                <a:ln w="637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B612060B-75CD-89F9-5A75-4F56084BF211}"/>
                    </a:ext>
                  </a:extLst>
                </p:cNvPr>
                <p:cNvSpPr/>
                <p:nvPr/>
              </p:nvSpPr>
              <p:spPr>
                <a:xfrm>
                  <a:off x="5447917" y="-517700"/>
                  <a:ext cx="26954" cy="21267"/>
                </a:xfrm>
                <a:custGeom>
                  <a:avLst/>
                  <a:gdLst>
                    <a:gd name="connsiteX0" fmla="*/ 23587 w 26954"/>
                    <a:gd name="connsiteY0" fmla="*/ 13124 h 21267"/>
                    <a:gd name="connsiteX1" fmla="*/ 20209 w 26954"/>
                    <a:gd name="connsiteY1" fmla="*/ 145 h 21267"/>
                    <a:gd name="connsiteX2" fmla="*/ 0 w 26954"/>
                    <a:gd name="connsiteY2" fmla="*/ 21267 h 21267"/>
                    <a:gd name="connsiteX3" fmla="*/ 23587 w 26954"/>
                    <a:gd name="connsiteY3" fmla="*/ 13124 h 21267"/>
                  </a:gdLst>
                  <a:ahLst/>
                  <a:cxnLst>
                    <a:cxn ang="0">
                      <a:pos x="connsiteX0" y="connsiteY0"/>
                    </a:cxn>
                    <a:cxn ang="0">
                      <a:pos x="connsiteX1" y="connsiteY1"/>
                    </a:cxn>
                    <a:cxn ang="0">
                      <a:pos x="connsiteX2" y="connsiteY2"/>
                    </a:cxn>
                    <a:cxn ang="0">
                      <a:pos x="connsiteX3" y="connsiteY3"/>
                    </a:cxn>
                  </a:cxnLst>
                  <a:rect l="l" t="t" r="r" b="b"/>
                  <a:pathLst>
                    <a:path w="26954" h="21267">
                      <a:moveTo>
                        <a:pt x="23587" y="13124"/>
                      </a:moveTo>
                      <a:cubicBezTo>
                        <a:pt x="28751" y="8734"/>
                        <a:pt x="28241" y="2245"/>
                        <a:pt x="20209" y="145"/>
                      </a:cubicBezTo>
                      <a:cubicBezTo>
                        <a:pt x="14216" y="-1382"/>
                        <a:pt x="1402" y="9370"/>
                        <a:pt x="0" y="21267"/>
                      </a:cubicBezTo>
                      <a:cubicBezTo>
                        <a:pt x="5100" y="14651"/>
                        <a:pt x="20017" y="2563"/>
                        <a:pt x="23587" y="13124"/>
                      </a:cubicBezTo>
                    </a:path>
                  </a:pathLst>
                </a:custGeom>
                <a:solidFill>
                  <a:srgbClr val="000000"/>
                </a:solidFill>
                <a:ln w="637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BB01F12D-B36F-19A9-502A-6C7CAFDE0655}"/>
                    </a:ext>
                  </a:extLst>
                </p:cNvPr>
                <p:cNvSpPr/>
                <p:nvPr/>
              </p:nvSpPr>
              <p:spPr>
                <a:xfrm>
                  <a:off x="5535550" y="-577804"/>
                  <a:ext cx="29284" cy="104147"/>
                </a:xfrm>
                <a:custGeom>
                  <a:avLst/>
                  <a:gdLst>
                    <a:gd name="connsiteX0" fmla="*/ 16981 w 29284"/>
                    <a:gd name="connsiteY0" fmla="*/ 104084 h 104147"/>
                    <a:gd name="connsiteX1" fmla="*/ 214 w 29284"/>
                    <a:gd name="connsiteY1" fmla="*/ 66102 h 104147"/>
                    <a:gd name="connsiteX2" fmla="*/ 6972 w 29284"/>
                    <a:gd name="connsiteY2" fmla="*/ 0 h 104147"/>
                    <a:gd name="connsiteX3" fmla="*/ 29284 w 29284"/>
                    <a:gd name="connsiteY3" fmla="*/ 60313 h 104147"/>
                    <a:gd name="connsiteX4" fmla="*/ 15451 w 29284"/>
                    <a:gd name="connsiteY4" fmla="*/ 50324 h 104147"/>
                    <a:gd name="connsiteX5" fmla="*/ 16981 w 29284"/>
                    <a:gd name="connsiteY5" fmla="*/ 104148 h 10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284" h="104147">
                      <a:moveTo>
                        <a:pt x="16981" y="104084"/>
                      </a:moveTo>
                      <a:cubicBezTo>
                        <a:pt x="17873" y="88815"/>
                        <a:pt x="3083" y="81690"/>
                        <a:pt x="214" y="66102"/>
                      </a:cubicBezTo>
                      <a:cubicBezTo>
                        <a:pt x="-2591" y="50452"/>
                        <a:pt x="23356" y="25512"/>
                        <a:pt x="6972" y="0"/>
                      </a:cubicBezTo>
                      <a:cubicBezTo>
                        <a:pt x="37954" y="24876"/>
                        <a:pt x="13666" y="39572"/>
                        <a:pt x="29284" y="60313"/>
                      </a:cubicBezTo>
                      <a:cubicBezTo>
                        <a:pt x="23292" y="58531"/>
                        <a:pt x="17235" y="53124"/>
                        <a:pt x="15451" y="50324"/>
                      </a:cubicBezTo>
                      <a:cubicBezTo>
                        <a:pt x="6717" y="61776"/>
                        <a:pt x="36807" y="77427"/>
                        <a:pt x="16981" y="104148"/>
                      </a:cubicBezTo>
                    </a:path>
                  </a:pathLst>
                </a:custGeom>
                <a:solidFill>
                  <a:srgbClr val="000000"/>
                </a:solidFill>
                <a:ln w="637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3C2B5C1A-3CCD-5D03-C477-8E12EDB01A76}"/>
                    </a:ext>
                  </a:extLst>
                </p:cNvPr>
                <p:cNvSpPr/>
                <p:nvPr/>
              </p:nvSpPr>
              <p:spPr>
                <a:xfrm>
                  <a:off x="5480684" y="-596635"/>
                  <a:ext cx="29979" cy="18259"/>
                </a:xfrm>
                <a:custGeom>
                  <a:avLst/>
                  <a:gdLst>
                    <a:gd name="connsiteX0" fmla="*/ 21994 w 29979"/>
                    <a:gd name="connsiteY0" fmla="*/ 0 h 18259"/>
                    <a:gd name="connsiteX1" fmla="*/ 29389 w 29979"/>
                    <a:gd name="connsiteY1" fmla="*/ 5471 h 18259"/>
                    <a:gd name="connsiteX2" fmla="*/ 0 w 29979"/>
                    <a:gd name="connsiteY2" fmla="*/ 18259 h 18259"/>
                    <a:gd name="connsiteX3" fmla="*/ 21994 w 29979"/>
                    <a:gd name="connsiteY3" fmla="*/ 0 h 18259"/>
                  </a:gdLst>
                  <a:ahLst/>
                  <a:cxnLst>
                    <a:cxn ang="0">
                      <a:pos x="connsiteX0" y="connsiteY0"/>
                    </a:cxn>
                    <a:cxn ang="0">
                      <a:pos x="connsiteX1" y="connsiteY1"/>
                    </a:cxn>
                    <a:cxn ang="0">
                      <a:pos x="connsiteX2" y="connsiteY2"/>
                    </a:cxn>
                    <a:cxn ang="0">
                      <a:pos x="connsiteX3" y="connsiteY3"/>
                    </a:cxn>
                  </a:cxnLst>
                  <a:rect l="l" t="t" r="r" b="b"/>
                  <a:pathLst>
                    <a:path w="29979" h="18259">
                      <a:moveTo>
                        <a:pt x="21994" y="0"/>
                      </a:moveTo>
                      <a:cubicBezTo>
                        <a:pt x="25628" y="0"/>
                        <a:pt x="31939" y="2545"/>
                        <a:pt x="29389" y="5471"/>
                      </a:cubicBezTo>
                      <a:cubicBezTo>
                        <a:pt x="20783" y="13488"/>
                        <a:pt x="9180" y="10243"/>
                        <a:pt x="0" y="18259"/>
                      </a:cubicBezTo>
                      <a:cubicBezTo>
                        <a:pt x="3761" y="8207"/>
                        <a:pt x="20528" y="6807"/>
                        <a:pt x="21994" y="0"/>
                      </a:cubicBezTo>
                    </a:path>
                  </a:pathLst>
                </a:custGeom>
                <a:solidFill>
                  <a:srgbClr val="000000"/>
                </a:solidFill>
                <a:ln w="637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9A5C102A-8C2F-B505-2C0A-840350E13123}"/>
                    </a:ext>
                  </a:extLst>
                </p:cNvPr>
                <p:cNvSpPr/>
                <p:nvPr/>
              </p:nvSpPr>
              <p:spPr>
                <a:xfrm>
                  <a:off x="5477061" y="-596763"/>
                  <a:ext cx="54795" cy="55360"/>
                </a:xfrm>
                <a:custGeom>
                  <a:avLst/>
                  <a:gdLst>
                    <a:gd name="connsiteX0" fmla="*/ 53476 w 54795"/>
                    <a:gd name="connsiteY0" fmla="*/ 11388 h 55360"/>
                    <a:gd name="connsiteX1" fmla="*/ 39069 w 54795"/>
                    <a:gd name="connsiteY1" fmla="*/ 0 h 55360"/>
                    <a:gd name="connsiteX2" fmla="*/ 28869 w 54795"/>
                    <a:gd name="connsiteY2" fmla="*/ 21949 h 55360"/>
                    <a:gd name="connsiteX3" fmla="*/ 10318 w 54795"/>
                    <a:gd name="connsiteY3" fmla="*/ 23476 h 55360"/>
                    <a:gd name="connsiteX4" fmla="*/ 3241 w 54795"/>
                    <a:gd name="connsiteY4" fmla="*/ 20486 h 55360"/>
                    <a:gd name="connsiteX5" fmla="*/ 4006 w 54795"/>
                    <a:gd name="connsiteY5" fmla="*/ 31174 h 55360"/>
                    <a:gd name="connsiteX6" fmla="*/ 5026 w 54795"/>
                    <a:gd name="connsiteY6" fmla="*/ 33147 h 55360"/>
                    <a:gd name="connsiteX7" fmla="*/ 2923 w 54795"/>
                    <a:gd name="connsiteY7" fmla="*/ 46507 h 55360"/>
                    <a:gd name="connsiteX8" fmla="*/ 10381 w 54795"/>
                    <a:gd name="connsiteY8" fmla="*/ 36837 h 55360"/>
                    <a:gd name="connsiteX9" fmla="*/ 25617 w 54795"/>
                    <a:gd name="connsiteY9" fmla="*/ 29838 h 55360"/>
                    <a:gd name="connsiteX10" fmla="*/ 26255 w 54795"/>
                    <a:gd name="connsiteY10" fmla="*/ 30093 h 55360"/>
                    <a:gd name="connsiteX11" fmla="*/ 1839 w 54795"/>
                    <a:gd name="connsiteY11" fmla="*/ 51470 h 55360"/>
                    <a:gd name="connsiteX12" fmla="*/ 24980 w 54795"/>
                    <a:gd name="connsiteY12" fmla="*/ 50070 h 55360"/>
                    <a:gd name="connsiteX13" fmla="*/ 32566 w 54795"/>
                    <a:gd name="connsiteY13" fmla="*/ 24240 h 55360"/>
                    <a:gd name="connsiteX14" fmla="*/ 53476 w 54795"/>
                    <a:gd name="connsiteY14" fmla="*/ 11452 h 55360"/>
                    <a:gd name="connsiteX15" fmla="*/ 15099 w 54795"/>
                    <a:gd name="connsiteY15" fmla="*/ 33783 h 55360"/>
                    <a:gd name="connsiteX16" fmla="*/ 12676 w 54795"/>
                    <a:gd name="connsiteY16" fmla="*/ 30156 h 55360"/>
                    <a:gd name="connsiteX17" fmla="*/ 15736 w 54795"/>
                    <a:gd name="connsiteY17" fmla="*/ 26785 h 55360"/>
                    <a:gd name="connsiteX18" fmla="*/ 23004 w 54795"/>
                    <a:gd name="connsiteY18" fmla="*/ 26785 h 55360"/>
                    <a:gd name="connsiteX19" fmla="*/ 15099 w 54795"/>
                    <a:gd name="connsiteY19" fmla="*/ 33847 h 5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4795" h="55360">
                      <a:moveTo>
                        <a:pt x="53476" y="11388"/>
                      </a:moveTo>
                      <a:cubicBezTo>
                        <a:pt x="57046" y="7380"/>
                        <a:pt x="53731" y="1845"/>
                        <a:pt x="39069" y="0"/>
                      </a:cubicBezTo>
                      <a:cubicBezTo>
                        <a:pt x="54433" y="7507"/>
                        <a:pt x="29698" y="9034"/>
                        <a:pt x="28869" y="21949"/>
                      </a:cubicBezTo>
                      <a:cubicBezTo>
                        <a:pt x="20772" y="25130"/>
                        <a:pt x="14334" y="19913"/>
                        <a:pt x="10318" y="23476"/>
                      </a:cubicBezTo>
                      <a:cubicBezTo>
                        <a:pt x="6429" y="26975"/>
                        <a:pt x="1966" y="24621"/>
                        <a:pt x="3241" y="20486"/>
                      </a:cubicBezTo>
                      <a:cubicBezTo>
                        <a:pt x="-1412" y="22904"/>
                        <a:pt x="-520" y="29202"/>
                        <a:pt x="4006" y="31174"/>
                      </a:cubicBezTo>
                      <a:cubicBezTo>
                        <a:pt x="4899" y="31620"/>
                        <a:pt x="5728" y="32447"/>
                        <a:pt x="5026" y="33147"/>
                      </a:cubicBezTo>
                      <a:cubicBezTo>
                        <a:pt x="54" y="37791"/>
                        <a:pt x="-2241" y="41863"/>
                        <a:pt x="2923" y="46507"/>
                      </a:cubicBezTo>
                      <a:cubicBezTo>
                        <a:pt x="5791" y="41290"/>
                        <a:pt x="7194" y="39445"/>
                        <a:pt x="10381" y="36837"/>
                      </a:cubicBezTo>
                      <a:cubicBezTo>
                        <a:pt x="13378" y="38873"/>
                        <a:pt x="18541" y="37536"/>
                        <a:pt x="25617" y="29838"/>
                      </a:cubicBezTo>
                      <a:cubicBezTo>
                        <a:pt x="25936" y="29457"/>
                        <a:pt x="26382" y="29647"/>
                        <a:pt x="26255" y="30093"/>
                      </a:cubicBezTo>
                      <a:cubicBezTo>
                        <a:pt x="20709" y="49243"/>
                        <a:pt x="6429" y="52360"/>
                        <a:pt x="1839" y="51470"/>
                      </a:cubicBezTo>
                      <a:cubicBezTo>
                        <a:pt x="4644" y="55605"/>
                        <a:pt x="22749" y="58150"/>
                        <a:pt x="24980" y="50070"/>
                      </a:cubicBezTo>
                      <a:cubicBezTo>
                        <a:pt x="30144" y="31874"/>
                        <a:pt x="47739" y="23922"/>
                        <a:pt x="32566" y="24240"/>
                      </a:cubicBezTo>
                      <a:cubicBezTo>
                        <a:pt x="36646" y="19468"/>
                        <a:pt x="50480" y="14887"/>
                        <a:pt x="53476" y="11452"/>
                      </a:cubicBezTo>
                      <a:moveTo>
                        <a:pt x="15099" y="33783"/>
                      </a:moveTo>
                      <a:cubicBezTo>
                        <a:pt x="13951" y="33783"/>
                        <a:pt x="12931" y="32192"/>
                        <a:pt x="12676" y="30156"/>
                      </a:cubicBezTo>
                      <a:cubicBezTo>
                        <a:pt x="14143" y="33910"/>
                        <a:pt x="17840" y="32065"/>
                        <a:pt x="15736" y="26785"/>
                      </a:cubicBezTo>
                      <a:cubicBezTo>
                        <a:pt x="17075" y="26785"/>
                        <a:pt x="19179" y="26912"/>
                        <a:pt x="23004" y="26785"/>
                      </a:cubicBezTo>
                      <a:cubicBezTo>
                        <a:pt x="18988" y="28884"/>
                        <a:pt x="17139" y="33910"/>
                        <a:pt x="15099" y="33847"/>
                      </a:cubicBezTo>
                    </a:path>
                  </a:pathLst>
                </a:custGeom>
                <a:solidFill>
                  <a:srgbClr val="000000"/>
                </a:solidFill>
                <a:ln w="637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68AAB68D-6CFD-CFFC-630A-AAF149C0A348}"/>
                    </a:ext>
                  </a:extLst>
                </p:cNvPr>
                <p:cNvSpPr/>
                <p:nvPr/>
              </p:nvSpPr>
              <p:spPr>
                <a:xfrm>
                  <a:off x="5537905" y="-608489"/>
                  <a:ext cx="16015" cy="26931"/>
                </a:xfrm>
                <a:custGeom>
                  <a:avLst/>
                  <a:gdLst>
                    <a:gd name="connsiteX0" fmla="*/ 282 w 16015"/>
                    <a:gd name="connsiteY0" fmla="*/ 13317 h 26931"/>
                    <a:gd name="connsiteX1" fmla="*/ 15901 w 16015"/>
                    <a:gd name="connsiteY1" fmla="*/ 26932 h 26931"/>
                    <a:gd name="connsiteX2" fmla="*/ 5828 w 16015"/>
                    <a:gd name="connsiteY2" fmla="*/ 147 h 26931"/>
                    <a:gd name="connsiteX3" fmla="*/ 282 w 16015"/>
                    <a:gd name="connsiteY3" fmla="*/ 13317 h 26931"/>
                  </a:gdLst>
                  <a:ahLst/>
                  <a:cxnLst>
                    <a:cxn ang="0">
                      <a:pos x="connsiteX0" y="connsiteY0"/>
                    </a:cxn>
                    <a:cxn ang="0">
                      <a:pos x="connsiteX1" y="connsiteY1"/>
                    </a:cxn>
                    <a:cxn ang="0">
                      <a:pos x="connsiteX2" y="connsiteY2"/>
                    </a:cxn>
                    <a:cxn ang="0">
                      <a:pos x="connsiteX3" y="connsiteY3"/>
                    </a:cxn>
                  </a:cxnLst>
                  <a:rect l="l" t="t" r="r" b="b"/>
                  <a:pathLst>
                    <a:path w="16015" h="26931">
                      <a:moveTo>
                        <a:pt x="282" y="13317"/>
                      </a:moveTo>
                      <a:cubicBezTo>
                        <a:pt x="7677" y="18025"/>
                        <a:pt x="11056" y="21206"/>
                        <a:pt x="15901" y="26932"/>
                      </a:cubicBezTo>
                      <a:cubicBezTo>
                        <a:pt x="16793" y="19107"/>
                        <a:pt x="12394" y="3710"/>
                        <a:pt x="5828" y="147"/>
                      </a:cubicBezTo>
                      <a:cubicBezTo>
                        <a:pt x="3023" y="-1379"/>
                        <a:pt x="-1121" y="9373"/>
                        <a:pt x="282" y="13317"/>
                      </a:cubicBezTo>
                    </a:path>
                  </a:pathLst>
                </a:custGeom>
                <a:solidFill>
                  <a:srgbClr val="000000"/>
                </a:solidFill>
                <a:ln w="6375"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F6492A5F-0FE4-EB61-52AC-3FDCDBBA11F8}"/>
                    </a:ext>
                  </a:extLst>
                </p:cNvPr>
                <p:cNvSpPr/>
                <p:nvPr/>
              </p:nvSpPr>
              <p:spPr>
                <a:xfrm>
                  <a:off x="5420760" y="-636719"/>
                  <a:ext cx="193672" cy="104022"/>
                </a:xfrm>
                <a:custGeom>
                  <a:avLst/>
                  <a:gdLst>
                    <a:gd name="connsiteX0" fmla="*/ 0 w 193672"/>
                    <a:gd name="connsiteY0" fmla="*/ 104023 h 104022"/>
                    <a:gd name="connsiteX1" fmla="*/ 35063 w 193672"/>
                    <a:gd name="connsiteY1" fmla="*/ 65659 h 104022"/>
                    <a:gd name="connsiteX2" fmla="*/ 83321 w 193672"/>
                    <a:gd name="connsiteY2" fmla="*/ 29395 h 104022"/>
                    <a:gd name="connsiteX3" fmla="*/ 86126 w 193672"/>
                    <a:gd name="connsiteY3" fmla="*/ 14699 h 104022"/>
                    <a:gd name="connsiteX4" fmla="*/ 99514 w 193672"/>
                    <a:gd name="connsiteY4" fmla="*/ 24560 h 104022"/>
                    <a:gd name="connsiteX5" fmla="*/ 104486 w 193672"/>
                    <a:gd name="connsiteY5" fmla="*/ 23987 h 104022"/>
                    <a:gd name="connsiteX6" fmla="*/ 111563 w 193672"/>
                    <a:gd name="connsiteY6" fmla="*/ 3883 h 104022"/>
                    <a:gd name="connsiteX7" fmla="*/ 129285 w 193672"/>
                    <a:gd name="connsiteY7" fmla="*/ 4901 h 104022"/>
                    <a:gd name="connsiteX8" fmla="*/ 155295 w 193672"/>
                    <a:gd name="connsiteY8" fmla="*/ 29459 h 104022"/>
                    <a:gd name="connsiteX9" fmla="*/ 193673 w 193672"/>
                    <a:gd name="connsiteY9" fmla="*/ 55671 h 104022"/>
                    <a:gd name="connsiteX10" fmla="*/ 176077 w 193672"/>
                    <a:gd name="connsiteY10" fmla="*/ 49817 h 104022"/>
                    <a:gd name="connsiteX11" fmla="*/ 188572 w 193672"/>
                    <a:gd name="connsiteY11" fmla="*/ 97661 h 104022"/>
                    <a:gd name="connsiteX12" fmla="*/ 161160 w 193672"/>
                    <a:gd name="connsiteY12" fmla="*/ 60633 h 104022"/>
                    <a:gd name="connsiteX13" fmla="*/ 136935 w 193672"/>
                    <a:gd name="connsiteY13" fmla="*/ 58915 h 104022"/>
                    <a:gd name="connsiteX14" fmla="*/ 142927 w 193672"/>
                    <a:gd name="connsiteY14" fmla="*/ 58597 h 104022"/>
                    <a:gd name="connsiteX15" fmla="*/ 123484 w 193672"/>
                    <a:gd name="connsiteY15" fmla="*/ 10500 h 104022"/>
                    <a:gd name="connsiteX16" fmla="*/ 109650 w 193672"/>
                    <a:gd name="connsiteY16" fmla="*/ 30222 h 104022"/>
                    <a:gd name="connsiteX17" fmla="*/ 101618 w 193672"/>
                    <a:gd name="connsiteY17" fmla="*/ 36393 h 104022"/>
                    <a:gd name="connsiteX18" fmla="*/ 103721 w 193672"/>
                    <a:gd name="connsiteY18" fmla="*/ 30413 h 104022"/>
                    <a:gd name="connsiteX19" fmla="*/ 71527 w 193672"/>
                    <a:gd name="connsiteY19" fmla="*/ 41547 h 104022"/>
                    <a:gd name="connsiteX20" fmla="*/ 42011 w 193672"/>
                    <a:gd name="connsiteY20" fmla="*/ 70367 h 104022"/>
                    <a:gd name="connsiteX21" fmla="*/ 64 w 193672"/>
                    <a:gd name="connsiteY21" fmla="*/ 104023 h 104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3672" h="104022">
                      <a:moveTo>
                        <a:pt x="0" y="104023"/>
                      </a:moveTo>
                      <a:cubicBezTo>
                        <a:pt x="4717" y="91617"/>
                        <a:pt x="16320" y="76729"/>
                        <a:pt x="35063" y="65659"/>
                      </a:cubicBezTo>
                      <a:cubicBezTo>
                        <a:pt x="39397" y="54525"/>
                        <a:pt x="37931" y="46955"/>
                        <a:pt x="83321" y="29395"/>
                      </a:cubicBezTo>
                      <a:cubicBezTo>
                        <a:pt x="84469" y="22651"/>
                        <a:pt x="84214" y="14699"/>
                        <a:pt x="86126" y="14699"/>
                      </a:cubicBezTo>
                      <a:cubicBezTo>
                        <a:pt x="88039" y="14699"/>
                        <a:pt x="94732" y="17625"/>
                        <a:pt x="99514" y="24560"/>
                      </a:cubicBezTo>
                      <a:cubicBezTo>
                        <a:pt x="101490" y="24369"/>
                        <a:pt x="103275" y="24114"/>
                        <a:pt x="104486" y="23987"/>
                      </a:cubicBezTo>
                      <a:cubicBezTo>
                        <a:pt x="105315" y="20043"/>
                        <a:pt x="107993" y="9354"/>
                        <a:pt x="111563" y="3883"/>
                      </a:cubicBezTo>
                      <a:cubicBezTo>
                        <a:pt x="114877" y="-1207"/>
                        <a:pt x="121189" y="-1716"/>
                        <a:pt x="129285" y="4901"/>
                      </a:cubicBezTo>
                      <a:cubicBezTo>
                        <a:pt x="137764" y="11836"/>
                        <a:pt x="143692" y="14699"/>
                        <a:pt x="155295" y="29459"/>
                      </a:cubicBezTo>
                      <a:cubicBezTo>
                        <a:pt x="165048" y="33849"/>
                        <a:pt x="180412" y="39447"/>
                        <a:pt x="193673" y="55671"/>
                      </a:cubicBezTo>
                      <a:cubicBezTo>
                        <a:pt x="187935" y="51917"/>
                        <a:pt x="181369" y="50454"/>
                        <a:pt x="176077" y="49817"/>
                      </a:cubicBezTo>
                      <a:cubicBezTo>
                        <a:pt x="186851" y="59297"/>
                        <a:pt x="193991" y="74884"/>
                        <a:pt x="188572" y="97661"/>
                      </a:cubicBezTo>
                      <a:cubicBezTo>
                        <a:pt x="186469" y="76348"/>
                        <a:pt x="170722" y="67441"/>
                        <a:pt x="161160" y="60633"/>
                      </a:cubicBezTo>
                      <a:cubicBezTo>
                        <a:pt x="166387" y="78638"/>
                        <a:pt x="143756" y="72403"/>
                        <a:pt x="136935" y="58915"/>
                      </a:cubicBezTo>
                      <a:cubicBezTo>
                        <a:pt x="139166" y="59615"/>
                        <a:pt x="141525" y="59552"/>
                        <a:pt x="142927" y="58597"/>
                      </a:cubicBezTo>
                      <a:cubicBezTo>
                        <a:pt x="142162" y="31113"/>
                        <a:pt x="129221" y="15335"/>
                        <a:pt x="123484" y="10500"/>
                      </a:cubicBezTo>
                      <a:cubicBezTo>
                        <a:pt x="116089" y="4392"/>
                        <a:pt x="112136" y="19088"/>
                        <a:pt x="109650" y="30222"/>
                      </a:cubicBezTo>
                      <a:cubicBezTo>
                        <a:pt x="108821" y="33912"/>
                        <a:pt x="105697" y="36521"/>
                        <a:pt x="101618" y="36393"/>
                      </a:cubicBezTo>
                      <a:cubicBezTo>
                        <a:pt x="102510" y="35057"/>
                        <a:pt x="103530" y="31495"/>
                        <a:pt x="103721" y="30413"/>
                      </a:cubicBezTo>
                      <a:cubicBezTo>
                        <a:pt x="92310" y="31304"/>
                        <a:pt x="79432" y="38048"/>
                        <a:pt x="71527" y="41547"/>
                      </a:cubicBezTo>
                      <a:cubicBezTo>
                        <a:pt x="51510" y="50581"/>
                        <a:pt x="46410" y="55162"/>
                        <a:pt x="42011" y="70367"/>
                      </a:cubicBezTo>
                      <a:cubicBezTo>
                        <a:pt x="26074" y="77047"/>
                        <a:pt x="7777" y="95370"/>
                        <a:pt x="64" y="104023"/>
                      </a:cubicBezTo>
                    </a:path>
                  </a:pathLst>
                </a:custGeom>
                <a:solidFill>
                  <a:srgbClr val="000000"/>
                </a:solidFill>
                <a:ln w="6375"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24930576-F57D-257C-1896-68576C60E111}"/>
                    </a:ext>
                  </a:extLst>
                </p:cNvPr>
                <p:cNvSpPr/>
                <p:nvPr/>
              </p:nvSpPr>
              <p:spPr>
                <a:xfrm>
                  <a:off x="5460731" y="-571970"/>
                  <a:ext cx="79687" cy="83363"/>
                </a:xfrm>
                <a:custGeom>
                  <a:avLst/>
                  <a:gdLst>
                    <a:gd name="connsiteX0" fmla="*/ 60117 w 79687"/>
                    <a:gd name="connsiteY0" fmla="*/ 35521 h 83363"/>
                    <a:gd name="connsiteX1" fmla="*/ 60244 w 79687"/>
                    <a:gd name="connsiteY1" fmla="*/ 83364 h 83363"/>
                    <a:gd name="connsiteX2" fmla="*/ 39908 w 79687"/>
                    <a:gd name="connsiteY2" fmla="*/ 47227 h 83363"/>
                    <a:gd name="connsiteX3" fmla="*/ 49151 w 79687"/>
                    <a:gd name="connsiteY3" fmla="*/ 64977 h 83363"/>
                    <a:gd name="connsiteX4" fmla="*/ 27540 w 79687"/>
                    <a:gd name="connsiteY4" fmla="*/ 54162 h 83363"/>
                    <a:gd name="connsiteX5" fmla="*/ 12687 w 79687"/>
                    <a:gd name="connsiteY5" fmla="*/ 49136 h 83363"/>
                    <a:gd name="connsiteX6" fmla="*/ 0 w 79687"/>
                    <a:gd name="connsiteY6" fmla="*/ 31004 h 83363"/>
                    <a:gd name="connsiteX7" fmla="*/ 23906 w 79687"/>
                    <a:gd name="connsiteY7" fmla="*/ 42901 h 83363"/>
                    <a:gd name="connsiteX8" fmla="*/ 40290 w 79687"/>
                    <a:gd name="connsiteY8" fmla="*/ 34185 h 83363"/>
                    <a:gd name="connsiteX9" fmla="*/ 55144 w 79687"/>
                    <a:gd name="connsiteY9" fmla="*/ 31640 h 83363"/>
                    <a:gd name="connsiteX10" fmla="*/ 62029 w 79687"/>
                    <a:gd name="connsiteY10" fmla="*/ 1738 h 83363"/>
                    <a:gd name="connsiteX11" fmla="*/ 79688 w 79687"/>
                    <a:gd name="connsiteY11" fmla="*/ 3328 h 83363"/>
                    <a:gd name="connsiteX12" fmla="*/ 60117 w 79687"/>
                    <a:gd name="connsiteY12" fmla="*/ 35457 h 8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9687" h="83363">
                      <a:moveTo>
                        <a:pt x="60117" y="35521"/>
                      </a:moveTo>
                      <a:cubicBezTo>
                        <a:pt x="62348" y="38002"/>
                        <a:pt x="75544" y="57979"/>
                        <a:pt x="60244" y="83364"/>
                      </a:cubicBezTo>
                      <a:cubicBezTo>
                        <a:pt x="64452" y="64723"/>
                        <a:pt x="52785" y="28968"/>
                        <a:pt x="39908" y="47227"/>
                      </a:cubicBezTo>
                      <a:cubicBezTo>
                        <a:pt x="48641" y="51044"/>
                        <a:pt x="51510" y="58106"/>
                        <a:pt x="49151" y="64977"/>
                      </a:cubicBezTo>
                      <a:cubicBezTo>
                        <a:pt x="45581" y="58361"/>
                        <a:pt x="36465" y="51171"/>
                        <a:pt x="27540" y="54162"/>
                      </a:cubicBezTo>
                      <a:cubicBezTo>
                        <a:pt x="23077" y="55689"/>
                        <a:pt x="17085" y="55689"/>
                        <a:pt x="12687" y="49136"/>
                      </a:cubicBezTo>
                      <a:cubicBezTo>
                        <a:pt x="6885" y="40674"/>
                        <a:pt x="16575" y="30176"/>
                        <a:pt x="0" y="31004"/>
                      </a:cubicBezTo>
                      <a:cubicBezTo>
                        <a:pt x="20081" y="20824"/>
                        <a:pt x="14280" y="40547"/>
                        <a:pt x="23906" y="42901"/>
                      </a:cubicBezTo>
                      <a:cubicBezTo>
                        <a:pt x="35126" y="45573"/>
                        <a:pt x="36465" y="38702"/>
                        <a:pt x="40290" y="34185"/>
                      </a:cubicBezTo>
                      <a:cubicBezTo>
                        <a:pt x="43414" y="30495"/>
                        <a:pt x="49151" y="27695"/>
                        <a:pt x="55144" y="31640"/>
                      </a:cubicBezTo>
                      <a:cubicBezTo>
                        <a:pt x="58013" y="22860"/>
                        <a:pt x="53869" y="9054"/>
                        <a:pt x="62029" y="1738"/>
                      </a:cubicBezTo>
                      <a:cubicBezTo>
                        <a:pt x="65025" y="-934"/>
                        <a:pt x="74715" y="-616"/>
                        <a:pt x="79688" y="3328"/>
                      </a:cubicBezTo>
                      <a:cubicBezTo>
                        <a:pt x="72611" y="3201"/>
                        <a:pt x="64260" y="11663"/>
                        <a:pt x="60117" y="35457"/>
                      </a:cubicBezTo>
                    </a:path>
                  </a:pathLst>
                </a:custGeom>
                <a:solidFill>
                  <a:srgbClr val="000000"/>
                </a:solidFill>
                <a:ln w="6375" cap="flat">
                  <a:noFill/>
                  <a:prstDash val="solid"/>
                  <a:miter/>
                </a:ln>
              </p:spPr>
              <p:txBody>
                <a:bodyPr rtlCol="0" anchor="ctr"/>
                <a:lstStyle/>
                <a:p>
                  <a:endParaRPr lang="en-US"/>
                </a:p>
              </p:txBody>
            </p:sp>
            <p:sp>
              <p:nvSpPr>
                <p:cNvPr id="35" name="Freeform 34">
                  <a:extLst>
                    <a:ext uri="{FF2B5EF4-FFF2-40B4-BE49-F238E27FC236}">
                      <a16:creationId xmlns:a16="http://schemas.microsoft.com/office/drawing/2014/main" id="{ACC53207-134F-FA12-0C48-26ABD938058D}"/>
                    </a:ext>
                  </a:extLst>
                </p:cNvPr>
                <p:cNvSpPr/>
                <p:nvPr/>
              </p:nvSpPr>
              <p:spPr>
                <a:xfrm>
                  <a:off x="5413110" y="-571378"/>
                  <a:ext cx="224465" cy="165351"/>
                </a:xfrm>
                <a:custGeom>
                  <a:avLst/>
                  <a:gdLst>
                    <a:gd name="connsiteX0" fmla="*/ 210247 w 224465"/>
                    <a:gd name="connsiteY0" fmla="*/ 0 h 165351"/>
                    <a:gd name="connsiteX1" fmla="*/ 207060 w 224465"/>
                    <a:gd name="connsiteY1" fmla="*/ 90151 h 165351"/>
                    <a:gd name="connsiteX2" fmla="*/ 201641 w 224465"/>
                    <a:gd name="connsiteY2" fmla="*/ 36773 h 165351"/>
                    <a:gd name="connsiteX3" fmla="*/ 165240 w 224465"/>
                    <a:gd name="connsiteY3" fmla="*/ 141430 h 165351"/>
                    <a:gd name="connsiteX4" fmla="*/ 173209 w 224465"/>
                    <a:gd name="connsiteY4" fmla="*/ 90469 h 165351"/>
                    <a:gd name="connsiteX5" fmla="*/ 180030 w 224465"/>
                    <a:gd name="connsiteY5" fmla="*/ 97340 h 165351"/>
                    <a:gd name="connsiteX6" fmla="*/ 176970 w 224465"/>
                    <a:gd name="connsiteY6" fmla="*/ 46316 h 165351"/>
                    <a:gd name="connsiteX7" fmla="*/ 187552 w 224465"/>
                    <a:gd name="connsiteY7" fmla="*/ 51406 h 165351"/>
                    <a:gd name="connsiteX8" fmla="*/ 163200 w 224465"/>
                    <a:gd name="connsiteY8" fmla="*/ 11834 h 165351"/>
                    <a:gd name="connsiteX9" fmla="*/ 175058 w 224465"/>
                    <a:gd name="connsiteY9" fmla="*/ 38873 h 165351"/>
                    <a:gd name="connsiteX10" fmla="*/ 159247 w 224465"/>
                    <a:gd name="connsiteY10" fmla="*/ 35564 h 165351"/>
                    <a:gd name="connsiteX11" fmla="*/ 173209 w 224465"/>
                    <a:gd name="connsiteY11" fmla="*/ 81690 h 165351"/>
                    <a:gd name="connsiteX12" fmla="*/ 157909 w 224465"/>
                    <a:gd name="connsiteY12" fmla="*/ 74882 h 165351"/>
                    <a:gd name="connsiteX13" fmla="*/ 158929 w 224465"/>
                    <a:gd name="connsiteY13" fmla="*/ 121580 h 165351"/>
                    <a:gd name="connsiteX14" fmla="*/ 154721 w 224465"/>
                    <a:gd name="connsiteY14" fmla="*/ 108220 h 165351"/>
                    <a:gd name="connsiteX15" fmla="*/ 132154 w 224465"/>
                    <a:gd name="connsiteY15" fmla="*/ 130233 h 165351"/>
                    <a:gd name="connsiteX16" fmla="*/ 125906 w 224465"/>
                    <a:gd name="connsiteY16" fmla="*/ 98104 h 165351"/>
                    <a:gd name="connsiteX17" fmla="*/ 91099 w 224465"/>
                    <a:gd name="connsiteY17" fmla="*/ 132014 h 165351"/>
                    <a:gd name="connsiteX18" fmla="*/ 71145 w 224465"/>
                    <a:gd name="connsiteY18" fmla="*/ 111464 h 165351"/>
                    <a:gd name="connsiteX19" fmla="*/ 104423 w 224465"/>
                    <a:gd name="connsiteY19" fmla="*/ 86207 h 165351"/>
                    <a:gd name="connsiteX20" fmla="*/ 75225 w 224465"/>
                    <a:gd name="connsiteY20" fmla="*/ 64257 h 165351"/>
                    <a:gd name="connsiteX21" fmla="*/ 38696 w 224465"/>
                    <a:gd name="connsiteY21" fmla="*/ 84044 h 165351"/>
                    <a:gd name="connsiteX22" fmla="*/ 20209 w 224465"/>
                    <a:gd name="connsiteY22" fmla="*/ 67820 h 165351"/>
                    <a:gd name="connsiteX23" fmla="*/ 28114 w 224465"/>
                    <a:gd name="connsiteY23" fmla="*/ 45553 h 165351"/>
                    <a:gd name="connsiteX24" fmla="*/ 5419 w 224465"/>
                    <a:gd name="connsiteY24" fmla="*/ 47398 h 165351"/>
                    <a:gd name="connsiteX25" fmla="*/ 6184 w 224465"/>
                    <a:gd name="connsiteY25" fmla="*/ 40654 h 165351"/>
                    <a:gd name="connsiteX26" fmla="*/ 0 w 224465"/>
                    <a:gd name="connsiteY26" fmla="*/ 51851 h 165351"/>
                    <a:gd name="connsiteX27" fmla="*/ 12814 w 224465"/>
                    <a:gd name="connsiteY27" fmla="*/ 65721 h 165351"/>
                    <a:gd name="connsiteX28" fmla="*/ 38059 w 224465"/>
                    <a:gd name="connsiteY28" fmla="*/ 90724 h 165351"/>
                    <a:gd name="connsiteX29" fmla="*/ 54060 w 224465"/>
                    <a:gd name="connsiteY29" fmla="*/ 101667 h 165351"/>
                    <a:gd name="connsiteX30" fmla="*/ 53295 w 224465"/>
                    <a:gd name="connsiteY30" fmla="*/ 83153 h 165351"/>
                    <a:gd name="connsiteX31" fmla="*/ 85871 w 224465"/>
                    <a:gd name="connsiteY31" fmla="*/ 80926 h 165351"/>
                    <a:gd name="connsiteX32" fmla="*/ 55144 w 224465"/>
                    <a:gd name="connsiteY32" fmla="*/ 102812 h 165351"/>
                    <a:gd name="connsiteX33" fmla="*/ 58841 w 224465"/>
                    <a:gd name="connsiteY33" fmla="*/ 119799 h 165351"/>
                    <a:gd name="connsiteX34" fmla="*/ 99514 w 224465"/>
                    <a:gd name="connsiteY34" fmla="*/ 141239 h 165351"/>
                    <a:gd name="connsiteX35" fmla="*/ 121571 w 224465"/>
                    <a:gd name="connsiteY35" fmla="*/ 103893 h 165351"/>
                    <a:gd name="connsiteX36" fmla="*/ 116790 w 224465"/>
                    <a:gd name="connsiteY36" fmla="*/ 139140 h 165351"/>
                    <a:gd name="connsiteX37" fmla="*/ 150769 w 224465"/>
                    <a:gd name="connsiteY37" fmla="*/ 130996 h 165351"/>
                    <a:gd name="connsiteX38" fmla="*/ 135214 w 224465"/>
                    <a:gd name="connsiteY38" fmla="*/ 165351 h 165351"/>
                    <a:gd name="connsiteX39" fmla="*/ 210184 w 224465"/>
                    <a:gd name="connsiteY39" fmla="*/ 64 h 165351"/>
                    <a:gd name="connsiteX40" fmla="*/ 16830 w 224465"/>
                    <a:gd name="connsiteY40" fmla="*/ 62667 h 165351"/>
                    <a:gd name="connsiteX41" fmla="*/ 6885 w 224465"/>
                    <a:gd name="connsiteY41" fmla="*/ 52042 h 165351"/>
                    <a:gd name="connsiteX42" fmla="*/ 14535 w 224465"/>
                    <a:gd name="connsiteY42" fmla="*/ 46825 h 165351"/>
                    <a:gd name="connsiteX43" fmla="*/ 18806 w 224465"/>
                    <a:gd name="connsiteY43" fmla="*/ 48543 h 165351"/>
                    <a:gd name="connsiteX44" fmla="*/ 15173 w 224465"/>
                    <a:gd name="connsiteY44" fmla="*/ 51597 h 165351"/>
                    <a:gd name="connsiteX45" fmla="*/ 18424 w 224465"/>
                    <a:gd name="connsiteY45" fmla="*/ 57386 h 165351"/>
                    <a:gd name="connsiteX46" fmla="*/ 16894 w 224465"/>
                    <a:gd name="connsiteY46" fmla="*/ 62667 h 165351"/>
                    <a:gd name="connsiteX47" fmla="*/ 42266 w 224465"/>
                    <a:gd name="connsiteY47" fmla="*/ 88115 h 165351"/>
                    <a:gd name="connsiteX48" fmla="*/ 48641 w 224465"/>
                    <a:gd name="connsiteY48" fmla="*/ 83280 h 165351"/>
                    <a:gd name="connsiteX49" fmla="*/ 50044 w 224465"/>
                    <a:gd name="connsiteY49" fmla="*/ 96768 h 165351"/>
                    <a:gd name="connsiteX50" fmla="*/ 42266 w 224465"/>
                    <a:gd name="connsiteY50" fmla="*/ 88052 h 165351"/>
                    <a:gd name="connsiteX51" fmla="*/ 82174 w 224465"/>
                    <a:gd name="connsiteY51" fmla="*/ 93523 h 165351"/>
                    <a:gd name="connsiteX52" fmla="*/ 87656 w 224465"/>
                    <a:gd name="connsiteY52" fmla="*/ 94032 h 165351"/>
                    <a:gd name="connsiteX53" fmla="*/ 86254 w 224465"/>
                    <a:gd name="connsiteY53" fmla="*/ 85634 h 165351"/>
                    <a:gd name="connsiteX54" fmla="*/ 94605 w 224465"/>
                    <a:gd name="connsiteY54" fmla="*/ 88497 h 165351"/>
                    <a:gd name="connsiteX55" fmla="*/ 79688 w 224465"/>
                    <a:gd name="connsiteY55" fmla="*/ 101985 h 165351"/>
                    <a:gd name="connsiteX56" fmla="*/ 82174 w 224465"/>
                    <a:gd name="connsiteY56" fmla="*/ 93459 h 165351"/>
                    <a:gd name="connsiteX57" fmla="*/ 61965 w 224465"/>
                    <a:gd name="connsiteY57" fmla="*/ 115472 h 165351"/>
                    <a:gd name="connsiteX58" fmla="*/ 58650 w 224465"/>
                    <a:gd name="connsiteY58" fmla="*/ 107520 h 165351"/>
                    <a:gd name="connsiteX59" fmla="*/ 66619 w 224465"/>
                    <a:gd name="connsiteY59" fmla="*/ 110701 h 165351"/>
                    <a:gd name="connsiteX60" fmla="*/ 62029 w 224465"/>
                    <a:gd name="connsiteY60" fmla="*/ 115472 h 16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24465" h="165351">
                      <a:moveTo>
                        <a:pt x="210247" y="0"/>
                      </a:moveTo>
                      <a:cubicBezTo>
                        <a:pt x="220448" y="35501"/>
                        <a:pt x="217579" y="69729"/>
                        <a:pt x="207060" y="90151"/>
                      </a:cubicBezTo>
                      <a:cubicBezTo>
                        <a:pt x="208399" y="77363"/>
                        <a:pt x="197115" y="58595"/>
                        <a:pt x="201641" y="36773"/>
                      </a:cubicBezTo>
                      <a:cubicBezTo>
                        <a:pt x="180285" y="57450"/>
                        <a:pt x="213626" y="108156"/>
                        <a:pt x="165240" y="141430"/>
                      </a:cubicBezTo>
                      <a:cubicBezTo>
                        <a:pt x="172444" y="129851"/>
                        <a:pt x="175759" y="100967"/>
                        <a:pt x="173209" y="90469"/>
                      </a:cubicBezTo>
                      <a:cubicBezTo>
                        <a:pt x="175759" y="91487"/>
                        <a:pt x="178372" y="94668"/>
                        <a:pt x="180030" y="97340"/>
                      </a:cubicBezTo>
                      <a:cubicBezTo>
                        <a:pt x="184046" y="84107"/>
                        <a:pt x="184556" y="65275"/>
                        <a:pt x="176970" y="46316"/>
                      </a:cubicBezTo>
                      <a:cubicBezTo>
                        <a:pt x="179584" y="46634"/>
                        <a:pt x="185066" y="49052"/>
                        <a:pt x="187552" y="51406"/>
                      </a:cubicBezTo>
                      <a:cubicBezTo>
                        <a:pt x="188764" y="22013"/>
                        <a:pt x="167216" y="19786"/>
                        <a:pt x="163200" y="11834"/>
                      </a:cubicBezTo>
                      <a:cubicBezTo>
                        <a:pt x="163200" y="20422"/>
                        <a:pt x="173272" y="27675"/>
                        <a:pt x="175058" y="38873"/>
                      </a:cubicBezTo>
                      <a:cubicBezTo>
                        <a:pt x="167981" y="35564"/>
                        <a:pt x="162881" y="35183"/>
                        <a:pt x="159247" y="35564"/>
                      </a:cubicBezTo>
                      <a:cubicBezTo>
                        <a:pt x="164666" y="39509"/>
                        <a:pt x="176779" y="62921"/>
                        <a:pt x="173209" y="81690"/>
                      </a:cubicBezTo>
                      <a:cubicBezTo>
                        <a:pt x="167981" y="77300"/>
                        <a:pt x="163136" y="75264"/>
                        <a:pt x="157909" y="74882"/>
                      </a:cubicBezTo>
                      <a:cubicBezTo>
                        <a:pt x="164347" y="84553"/>
                        <a:pt x="166961" y="110001"/>
                        <a:pt x="158929" y="121580"/>
                      </a:cubicBezTo>
                      <a:cubicBezTo>
                        <a:pt x="158738" y="118972"/>
                        <a:pt x="157717" y="111401"/>
                        <a:pt x="154721" y="108220"/>
                      </a:cubicBezTo>
                      <a:cubicBezTo>
                        <a:pt x="150896" y="122407"/>
                        <a:pt x="139804" y="128451"/>
                        <a:pt x="132154" y="130233"/>
                      </a:cubicBezTo>
                      <a:cubicBezTo>
                        <a:pt x="141652" y="120371"/>
                        <a:pt x="139804" y="102812"/>
                        <a:pt x="125906" y="98104"/>
                      </a:cubicBezTo>
                      <a:cubicBezTo>
                        <a:pt x="113411" y="93841"/>
                        <a:pt x="97537" y="102303"/>
                        <a:pt x="91099" y="132014"/>
                      </a:cubicBezTo>
                      <a:cubicBezTo>
                        <a:pt x="82046" y="134686"/>
                        <a:pt x="54952" y="128833"/>
                        <a:pt x="71145" y="111464"/>
                      </a:cubicBezTo>
                      <a:cubicBezTo>
                        <a:pt x="81026" y="114773"/>
                        <a:pt x="106144" y="97977"/>
                        <a:pt x="104423" y="86207"/>
                      </a:cubicBezTo>
                      <a:cubicBezTo>
                        <a:pt x="102000" y="69856"/>
                        <a:pt x="87082" y="64130"/>
                        <a:pt x="75225" y="64257"/>
                      </a:cubicBezTo>
                      <a:cubicBezTo>
                        <a:pt x="60563" y="64448"/>
                        <a:pt x="50681" y="78063"/>
                        <a:pt x="38696" y="84044"/>
                      </a:cubicBezTo>
                      <a:cubicBezTo>
                        <a:pt x="28688" y="82517"/>
                        <a:pt x="25309" y="81117"/>
                        <a:pt x="20209" y="67820"/>
                      </a:cubicBezTo>
                      <a:cubicBezTo>
                        <a:pt x="19571" y="59677"/>
                        <a:pt x="28241" y="53951"/>
                        <a:pt x="28114" y="45553"/>
                      </a:cubicBezTo>
                      <a:cubicBezTo>
                        <a:pt x="21037" y="47080"/>
                        <a:pt x="19253" y="36391"/>
                        <a:pt x="5419" y="47398"/>
                      </a:cubicBezTo>
                      <a:cubicBezTo>
                        <a:pt x="4335" y="45362"/>
                        <a:pt x="6184" y="40654"/>
                        <a:pt x="6184" y="40654"/>
                      </a:cubicBezTo>
                      <a:cubicBezTo>
                        <a:pt x="1084" y="45235"/>
                        <a:pt x="128" y="50770"/>
                        <a:pt x="0" y="51851"/>
                      </a:cubicBezTo>
                      <a:cubicBezTo>
                        <a:pt x="2486" y="56750"/>
                        <a:pt x="5993" y="61267"/>
                        <a:pt x="12814" y="65721"/>
                      </a:cubicBezTo>
                      <a:cubicBezTo>
                        <a:pt x="20974" y="87479"/>
                        <a:pt x="29389" y="89960"/>
                        <a:pt x="38059" y="90724"/>
                      </a:cubicBezTo>
                      <a:cubicBezTo>
                        <a:pt x="39525" y="92823"/>
                        <a:pt x="45964" y="100458"/>
                        <a:pt x="54060" y="101667"/>
                      </a:cubicBezTo>
                      <a:cubicBezTo>
                        <a:pt x="52658" y="97595"/>
                        <a:pt x="52466" y="86016"/>
                        <a:pt x="53295" y="83153"/>
                      </a:cubicBezTo>
                      <a:cubicBezTo>
                        <a:pt x="71018" y="65403"/>
                        <a:pt x="84214" y="76218"/>
                        <a:pt x="85871" y="80926"/>
                      </a:cubicBezTo>
                      <a:cubicBezTo>
                        <a:pt x="70125" y="84171"/>
                        <a:pt x="81281" y="117763"/>
                        <a:pt x="55144" y="102812"/>
                      </a:cubicBezTo>
                      <a:cubicBezTo>
                        <a:pt x="54060" y="106247"/>
                        <a:pt x="55526" y="114836"/>
                        <a:pt x="58841" y="119799"/>
                      </a:cubicBezTo>
                      <a:cubicBezTo>
                        <a:pt x="61519" y="142830"/>
                        <a:pt x="90525" y="137167"/>
                        <a:pt x="99514" y="141239"/>
                      </a:cubicBezTo>
                      <a:cubicBezTo>
                        <a:pt x="98558" y="118908"/>
                        <a:pt x="110925" y="102557"/>
                        <a:pt x="121571" y="103893"/>
                      </a:cubicBezTo>
                      <a:cubicBezTo>
                        <a:pt x="132281" y="105229"/>
                        <a:pt x="135022" y="122662"/>
                        <a:pt x="116790" y="139140"/>
                      </a:cubicBezTo>
                      <a:cubicBezTo>
                        <a:pt x="121316" y="141493"/>
                        <a:pt x="140824" y="138249"/>
                        <a:pt x="150769" y="130996"/>
                      </a:cubicBezTo>
                      <a:cubicBezTo>
                        <a:pt x="151661" y="136722"/>
                        <a:pt x="144330" y="153518"/>
                        <a:pt x="135214" y="165351"/>
                      </a:cubicBezTo>
                      <a:cubicBezTo>
                        <a:pt x="211841" y="147856"/>
                        <a:pt x="246075" y="64894"/>
                        <a:pt x="210184" y="64"/>
                      </a:cubicBezTo>
                      <a:moveTo>
                        <a:pt x="16830" y="62667"/>
                      </a:moveTo>
                      <a:cubicBezTo>
                        <a:pt x="13196" y="60058"/>
                        <a:pt x="7459" y="54269"/>
                        <a:pt x="6885" y="52042"/>
                      </a:cubicBezTo>
                      <a:cubicBezTo>
                        <a:pt x="7586" y="51215"/>
                        <a:pt x="10646" y="47907"/>
                        <a:pt x="14535" y="46825"/>
                      </a:cubicBezTo>
                      <a:cubicBezTo>
                        <a:pt x="17340" y="46062"/>
                        <a:pt x="19189" y="47652"/>
                        <a:pt x="18806" y="48543"/>
                      </a:cubicBezTo>
                      <a:cubicBezTo>
                        <a:pt x="18424" y="49434"/>
                        <a:pt x="15938" y="49434"/>
                        <a:pt x="15173" y="51597"/>
                      </a:cubicBezTo>
                      <a:cubicBezTo>
                        <a:pt x="14025" y="54969"/>
                        <a:pt x="17659" y="55859"/>
                        <a:pt x="18424" y="57386"/>
                      </a:cubicBezTo>
                      <a:cubicBezTo>
                        <a:pt x="18870" y="58341"/>
                        <a:pt x="19826" y="60695"/>
                        <a:pt x="16894" y="62667"/>
                      </a:cubicBezTo>
                      <a:moveTo>
                        <a:pt x="42266" y="88115"/>
                      </a:moveTo>
                      <a:cubicBezTo>
                        <a:pt x="43095" y="86079"/>
                        <a:pt x="46920" y="83471"/>
                        <a:pt x="48641" y="83280"/>
                      </a:cubicBezTo>
                      <a:cubicBezTo>
                        <a:pt x="48004" y="89006"/>
                        <a:pt x="50044" y="96768"/>
                        <a:pt x="50044" y="96768"/>
                      </a:cubicBezTo>
                      <a:cubicBezTo>
                        <a:pt x="50044" y="96768"/>
                        <a:pt x="42330" y="91933"/>
                        <a:pt x="42266" y="88052"/>
                      </a:cubicBezTo>
                      <a:moveTo>
                        <a:pt x="82174" y="93523"/>
                      </a:moveTo>
                      <a:cubicBezTo>
                        <a:pt x="84150" y="93714"/>
                        <a:pt x="85871" y="95368"/>
                        <a:pt x="87656" y="94032"/>
                      </a:cubicBezTo>
                      <a:cubicBezTo>
                        <a:pt x="89441" y="92760"/>
                        <a:pt x="87656" y="87352"/>
                        <a:pt x="86254" y="85634"/>
                      </a:cubicBezTo>
                      <a:cubicBezTo>
                        <a:pt x="87975" y="85316"/>
                        <a:pt x="94924" y="85952"/>
                        <a:pt x="94605" y="88497"/>
                      </a:cubicBezTo>
                      <a:cubicBezTo>
                        <a:pt x="93776" y="94986"/>
                        <a:pt x="89696" y="97086"/>
                        <a:pt x="79688" y="101985"/>
                      </a:cubicBezTo>
                      <a:cubicBezTo>
                        <a:pt x="81409" y="100394"/>
                        <a:pt x="81090" y="96959"/>
                        <a:pt x="82174" y="93459"/>
                      </a:cubicBezTo>
                      <a:moveTo>
                        <a:pt x="61965" y="115472"/>
                      </a:moveTo>
                      <a:cubicBezTo>
                        <a:pt x="61073" y="114709"/>
                        <a:pt x="58395" y="111210"/>
                        <a:pt x="58650" y="107520"/>
                      </a:cubicBezTo>
                      <a:cubicBezTo>
                        <a:pt x="61965" y="109683"/>
                        <a:pt x="66619" y="110701"/>
                        <a:pt x="66619" y="110701"/>
                      </a:cubicBezTo>
                      <a:cubicBezTo>
                        <a:pt x="66619" y="110701"/>
                        <a:pt x="64451" y="114391"/>
                        <a:pt x="62029" y="115472"/>
                      </a:cubicBezTo>
                    </a:path>
                  </a:pathLst>
                </a:custGeom>
                <a:solidFill>
                  <a:srgbClr val="000000"/>
                </a:solidFill>
                <a:ln w="6375" cap="flat">
                  <a:noFill/>
                  <a:prstDash val="solid"/>
                  <a:miter/>
                </a:ln>
              </p:spPr>
              <p:txBody>
                <a:bodyPr rtlCol="0" anchor="ctr"/>
                <a:lstStyle/>
                <a:p>
                  <a:endParaRPr lang="en-US"/>
                </a:p>
              </p:txBody>
            </p:sp>
          </p:grpSp>
        </p:grpSp>
      </p:grpSp>
    </p:spTree>
    <p:extLst>
      <p:ext uri="{BB962C8B-B14F-4D97-AF65-F5344CB8AC3E}">
        <p14:creationId xmlns:p14="http://schemas.microsoft.com/office/powerpoint/2010/main" val="5767195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91F74F9-6A70-C4F4-D6D1-A9D263063986}"/>
              </a:ext>
            </a:extLst>
          </p:cNvPr>
          <p:cNvPicPr>
            <a:picLocks noChangeAspect="1"/>
          </p:cNvPicPr>
          <p:nvPr userDrawn="1"/>
        </p:nvPicPr>
        <p:blipFill>
          <a:blip r:embed="rId4"/>
          <a:stretch>
            <a:fillRect/>
          </a:stretch>
        </p:blipFill>
        <p:spPr>
          <a:xfrm>
            <a:off x="-1" y="0"/>
            <a:ext cx="12206265" cy="6866024"/>
          </a:xfrm>
          <a:prstGeom prst="rect">
            <a:avLst/>
          </a:prstGeom>
        </p:spPr>
      </p:pic>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1265758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mn-lt"/>
              <a:ea typeface="+mn-ea"/>
              <a:cs typeface="+mn-cs"/>
              <a:sym typeface="Trebuchet MS" panose="020B0603020202020204" pitchFamily="34" charset="0"/>
            </a:endParaRPr>
          </a:p>
        </p:txBody>
      </p:sp>
      <p:sp>
        <p:nvSpPr>
          <p:cNvPr id="42" name="Text Placeholder 6">
            <a:extLst>
              <a:ext uri="{FF2B5EF4-FFF2-40B4-BE49-F238E27FC236}">
                <a16:creationId xmlns:a16="http://schemas.microsoft.com/office/drawing/2014/main" id="{F08C1521-34EE-408B-BBF8-0C2D99124D09}"/>
              </a:ext>
            </a:extLst>
          </p:cNvPr>
          <p:cNvSpPr>
            <a:spLocks noGrp="1"/>
          </p:cNvSpPr>
          <p:nvPr>
            <p:ph type="body" sz="quarter" idx="12" hasCustomPrompt="1"/>
          </p:nvPr>
        </p:nvSpPr>
        <p:spPr>
          <a:xfrm>
            <a:off x="585788" y="2559050"/>
            <a:ext cx="10082212" cy="652463"/>
          </a:xfrm>
          <a:prstGeom prst="rect">
            <a:avLst/>
          </a:prstGeom>
        </p:spPr>
        <p:txBody>
          <a:bodyPr anchor="t"/>
          <a:lstStyle>
            <a:lvl1pPr marL="0" indent="0">
              <a:buNone/>
              <a:defRPr sz="1800">
                <a:solidFill>
                  <a:schemeClr val="bg1"/>
                </a:solidFill>
                <a:latin typeface="Poppins" pitchFamily="2" charset="77"/>
                <a:ea typeface="+mn-ea"/>
                <a:cs typeface="Poppins" pitchFamily="2" charset="77"/>
              </a:defRPr>
            </a:lvl1pPr>
          </a:lstStyle>
          <a:p>
            <a:pPr lvl="0"/>
            <a:r>
              <a:rPr lang="en-US" dirty="0"/>
              <a:t>Date/Document version</a:t>
            </a:r>
          </a:p>
        </p:txBody>
      </p:sp>
      <p:sp>
        <p:nvSpPr>
          <p:cNvPr id="7" name="Text Placeholder 6">
            <a:extLst>
              <a:ext uri="{FF2B5EF4-FFF2-40B4-BE49-F238E27FC236}">
                <a16:creationId xmlns:a16="http://schemas.microsoft.com/office/drawing/2014/main" id="{A723DADC-B6BC-4D92-9F54-B2E69E78E891}"/>
              </a:ext>
            </a:extLst>
          </p:cNvPr>
          <p:cNvSpPr>
            <a:spLocks noGrp="1"/>
          </p:cNvSpPr>
          <p:nvPr>
            <p:ph type="body" sz="quarter" idx="10" hasCustomPrompt="1"/>
          </p:nvPr>
        </p:nvSpPr>
        <p:spPr>
          <a:xfrm>
            <a:off x="585833" y="1198895"/>
            <a:ext cx="10082167" cy="719707"/>
          </a:xfrm>
          <a:prstGeom prst="rect">
            <a:avLst/>
          </a:prstGeom>
        </p:spPr>
        <p:txBody>
          <a:bodyPr anchor="b"/>
          <a:lstStyle>
            <a:lvl1pPr marL="0" indent="0">
              <a:buNone/>
              <a:defRPr sz="3600">
                <a:solidFill>
                  <a:schemeClr val="bg1"/>
                </a:solidFill>
                <a:latin typeface="Poppins" pitchFamily="2" charset="77"/>
                <a:ea typeface="+mn-ea"/>
                <a:cs typeface="Poppins" pitchFamily="2" charset="77"/>
              </a:defRPr>
            </a:lvl1pPr>
          </a:lstStyle>
          <a:p>
            <a:pPr lvl="0"/>
            <a:r>
              <a:rPr lang="en-US" dirty="0"/>
              <a:t>Click to add title</a:t>
            </a:r>
          </a:p>
        </p:txBody>
      </p:sp>
      <p:sp>
        <p:nvSpPr>
          <p:cNvPr id="41" name="Text Placeholder 6">
            <a:extLst>
              <a:ext uri="{FF2B5EF4-FFF2-40B4-BE49-F238E27FC236}">
                <a16:creationId xmlns:a16="http://schemas.microsoft.com/office/drawing/2014/main" id="{87A63D6B-ABAB-48B9-B3B8-E244DE45674B}"/>
              </a:ext>
            </a:extLst>
          </p:cNvPr>
          <p:cNvSpPr>
            <a:spLocks noGrp="1"/>
          </p:cNvSpPr>
          <p:nvPr>
            <p:ph type="body" sz="quarter" idx="11" hasCustomPrompt="1"/>
          </p:nvPr>
        </p:nvSpPr>
        <p:spPr>
          <a:xfrm>
            <a:off x="585833" y="1949419"/>
            <a:ext cx="10082167" cy="578279"/>
          </a:xfrm>
          <a:prstGeom prst="rect">
            <a:avLst/>
          </a:prstGeom>
        </p:spPr>
        <p:txBody>
          <a:bodyPr anchor="t"/>
          <a:lstStyle>
            <a:lvl1pPr marL="0" indent="0">
              <a:buNone/>
              <a:defRPr sz="1800">
                <a:solidFill>
                  <a:schemeClr val="bg1"/>
                </a:solidFill>
                <a:latin typeface="Poppins" pitchFamily="2" charset="77"/>
                <a:ea typeface="+mn-ea"/>
                <a:cs typeface="Poppins" pitchFamily="2" charset="77"/>
              </a:defRPr>
            </a:lvl1pPr>
          </a:lstStyle>
          <a:p>
            <a:pPr lvl="0"/>
            <a:r>
              <a:rPr lang="en-US" dirty="0"/>
              <a:t>Click to add Sub-title</a:t>
            </a:r>
          </a:p>
        </p:txBody>
      </p:sp>
      <p:sp>
        <p:nvSpPr>
          <p:cNvPr id="40" name="Rectangle 39">
            <a:extLst>
              <a:ext uri="{FF2B5EF4-FFF2-40B4-BE49-F238E27FC236}">
                <a16:creationId xmlns:a16="http://schemas.microsoft.com/office/drawing/2014/main" id="{4172D5AC-EDF8-440E-B9E1-4B59274A7ACB}"/>
              </a:ext>
            </a:extLst>
          </p:cNvPr>
          <p:cNvSpPr/>
          <p:nvPr userDrawn="1"/>
        </p:nvSpPr>
        <p:spPr>
          <a:xfrm>
            <a:off x="6986556" y="507887"/>
            <a:ext cx="5021766" cy="630942"/>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MY" sz="700" b="0" i="1" u="none" strike="noStrike" kern="0" cap="none" spc="0" normalizeH="0" baseline="0" noProof="0" dirty="0">
                <a:ln>
                  <a:noFill/>
                </a:ln>
                <a:solidFill>
                  <a:schemeClr val="bg1"/>
                </a:solidFill>
                <a:effectLst/>
                <a:uLnTx/>
                <a:uFillTx/>
                <a:latin typeface="Poppins" pitchFamily="2" charset="77"/>
                <a:ea typeface="+mn-ea"/>
                <a:cs typeface="Poppins" pitchFamily="2" charset="77"/>
              </a:rPr>
              <a:t>Disclaimer: The contents of this document/information remain the intellectual property of Maybank and no part of this is to be reproduced or transmitted in any form or by any means, including electronically, photocopying, recording or in any information storage and retrieval system without the permission in writing from Maybank. The contents of this document/information are confidential and its circulation and use are restricted.</a:t>
            </a:r>
          </a:p>
        </p:txBody>
      </p:sp>
      <p:sp>
        <p:nvSpPr>
          <p:cNvPr id="8" name="Text Placeholder 8">
            <a:extLst>
              <a:ext uri="{FF2B5EF4-FFF2-40B4-BE49-F238E27FC236}">
                <a16:creationId xmlns:a16="http://schemas.microsoft.com/office/drawing/2014/main" id="{32CC3998-EB71-2684-9E6C-CFCC72949000}"/>
              </a:ext>
            </a:extLst>
          </p:cNvPr>
          <p:cNvSpPr>
            <a:spLocks noGrp="1"/>
          </p:cNvSpPr>
          <p:nvPr>
            <p:ph type="body" sz="quarter" idx="13"/>
          </p:nvPr>
        </p:nvSpPr>
        <p:spPr>
          <a:xfrm>
            <a:off x="6986556" y="117070"/>
            <a:ext cx="4966748" cy="360000"/>
          </a:xfrm>
          <a:prstGeom prst="rect">
            <a:avLst/>
          </a:prstGeom>
        </p:spPr>
        <p:txBody>
          <a:bodyPr anchor="ctr"/>
          <a:lstStyle>
            <a:lvl1pPr marL="0" indent="0" algn="r">
              <a:buNone/>
              <a:defRPr>
                <a:solidFill>
                  <a:schemeClr val="bg1"/>
                </a:solidFill>
                <a:latin typeface="Poppins" pitchFamily="2" charset="77"/>
                <a:ea typeface="+mn-ea"/>
                <a:cs typeface="Poppins" pitchFamily="2" charset="77"/>
              </a:defRPr>
            </a:lvl1pPr>
          </a:lstStyle>
          <a:p>
            <a:pPr lvl="0"/>
            <a:endParaRPr lang="en-US" dirty="0"/>
          </a:p>
        </p:txBody>
      </p:sp>
      <p:sp>
        <p:nvSpPr>
          <p:cNvPr id="2" name="TextBox 1">
            <a:extLst>
              <a:ext uri="{FF2B5EF4-FFF2-40B4-BE49-F238E27FC236}">
                <a16:creationId xmlns:a16="http://schemas.microsoft.com/office/drawing/2014/main" id="{B6C75B53-C0C2-5E47-A3EC-2548E4EABCD8}"/>
              </a:ext>
            </a:extLst>
          </p:cNvPr>
          <p:cNvSpPr txBox="1"/>
          <p:nvPr userDrawn="1"/>
        </p:nvSpPr>
        <p:spPr>
          <a:xfrm>
            <a:off x="11648049" y="6467100"/>
            <a:ext cx="209096" cy="138499"/>
          </a:xfrm>
          <a:prstGeom prst="rect">
            <a:avLst/>
          </a:prstGeom>
          <a:noFill/>
        </p:spPr>
        <p:txBody>
          <a:bodyPr wrap="square" lIns="0" tIns="0" rIns="0" bIns="0" rtlCol="0" anchor="ctr">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900" kern="1200" smtClean="0">
                <a:solidFill>
                  <a:schemeClr val="bg1">
                    <a:lumMod val="50000"/>
                  </a:schemeClr>
                </a:solidFill>
                <a:latin typeface="Poppins" pitchFamily="2" charset="77"/>
                <a:ea typeface="+mn-ea"/>
                <a:cs typeface="Poppins" pitchFamily="2" charset="77"/>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900" kern="1200" dirty="0">
              <a:solidFill>
                <a:schemeClr val="bg1">
                  <a:lumMod val="50000"/>
                </a:schemeClr>
              </a:solidFill>
              <a:latin typeface="Poppins" pitchFamily="2" charset="77"/>
              <a:ea typeface="+mn-ea"/>
              <a:cs typeface="Poppins" pitchFamily="2" charset="77"/>
              <a:sym typeface="Trebuchet MS" panose="020B0603020202020204" pitchFamily="34" charset="0"/>
            </a:endParaRPr>
          </a:p>
        </p:txBody>
      </p:sp>
      <p:grpSp>
        <p:nvGrpSpPr>
          <p:cNvPr id="119" name="Group 118">
            <a:extLst>
              <a:ext uri="{FF2B5EF4-FFF2-40B4-BE49-F238E27FC236}">
                <a16:creationId xmlns:a16="http://schemas.microsoft.com/office/drawing/2014/main" id="{5FAB50CA-7A36-E337-25AC-A859020F1167}"/>
              </a:ext>
            </a:extLst>
          </p:cNvPr>
          <p:cNvGrpSpPr/>
          <p:nvPr userDrawn="1"/>
        </p:nvGrpSpPr>
        <p:grpSpPr>
          <a:xfrm>
            <a:off x="-131864" y="5124620"/>
            <a:ext cx="12455729" cy="1399730"/>
            <a:chOff x="-156089" y="-1691111"/>
            <a:chExt cx="12455729" cy="1399730"/>
          </a:xfrm>
        </p:grpSpPr>
        <p:grpSp>
          <p:nvGrpSpPr>
            <p:cNvPr id="71" name="Graphic 15">
              <a:extLst>
                <a:ext uri="{FF2B5EF4-FFF2-40B4-BE49-F238E27FC236}">
                  <a16:creationId xmlns:a16="http://schemas.microsoft.com/office/drawing/2014/main" id="{3CAF203F-09AE-09B6-3BCD-6920E1762104}"/>
                </a:ext>
              </a:extLst>
            </p:cNvPr>
            <p:cNvGrpSpPr/>
            <p:nvPr/>
          </p:nvGrpSpPr>
          <p:grpSpPr>
            <a:xfrm>
              <a:off x="-156089" y="-1691111"/>
              <a:ext cx="12455729" cy="690735"/>
              <a:chOff x="-156089" y="-1691111"/>
              <a:chExt cx="12455729" cy="690735"/>
            </a:xfrm>
            <a:solidFill>
              <a:srgbClr val="FFC600"/>
            </a:solidFill>
          </p:grpSpPr>
          <p:sp>
            <p:nvSpPr>
              <p:cNvPr id="72" name="Freeform 71">
                <a:extLst>
                  <a:ext uri="{FF2B5EF4-FFF2-40B4-BE49-F238E27FC236}">
                    <a16:creationId xmlns:a16="http://schemas.microsoft.com/office/drawing/2014/main" id="{ABF11B97-4C32-AF4E-709F-ABCC9F067BB1}"/>
                  </a:ext>
                </a:extLst>
              </p:cNvPr>
              <p:cNvSpPr/>
              <p:nvPr/>
            </p:nvSpPr>
            <p:spPr>
              <a:xfrm>
                <a:off x="5137391" y="-1483451"/>
                <a:ext cx="1367883" cy="289667"/>
              </a:xfrm>
              <a:custGeom>
                <a:avLst/>
                <a:gdLst>
                  <a:gd name="connsiteX0" fmla="*/ 1367757 w 1367883"/>
                  <a:gd name="connsiteY0" fmla="*/ 38045 h 289667"/>
                  <a:gd name="connsiteX1" fmla="*/ 1339706 w 1367883"/>
                  <a:gd name="connsiteY1" fmla="*/ 11388 h 289667"/>
                  <a:gd name="connsiteX2" fmla="*/ 1238216 w 1367883"/>
                  <a:gd name="connsiteY2" fmla="*/ 68393 h 289667"/>
                  <a:gd name="connsiteX3" fmla="*/ 1195440 w 1367883"/>
                  <a:gd name="connsiteY3" fmla="*/ 108347 h 289667"/>
                  <a:gd name="connsiteX4" fmla="*/ 1177463 w 1367883"/>
                  <a:gd name="connsiteY4" fmla="*/ 126924 h 289667"/>
                  <a:gd name="connsiteX5" fmla="*/ 1188364 w 1367883"/>
                  <a:gd name="connsiteY5" fmla="*/ 103893 h 289667"/>
                  <a:gd name="connsiteX6" fmla="*/ 1204046 w 1367883"/>
                  <a:gd name="connsiteY6" fmla="*/ 68520 h 289667"/>
                  <a:gd name="connsiteX7" fmla="*/ 1210421 w 1367883"/>
                  <a:gd name="connsiteY7" fmla="*/ 46698 h 289667"/>
                  <a:gd name="connsiteX8" fmla="*/ 1193209 w 1367883"/>
                  <a:gd name="connsiteY8" fmla="*/ 28820 h 289667"/>
                  <a:gd name="connsiteX9" fmla="*/ 1179311 w 1367883"/>
                  <a:gd name="connsiteY9" fmla="*/ 42626 h 289667"/>
                  <a:gd name="connsiteX10" fmla="*/ 1140615 w 1367883"/>
                  <a:gd name="connsiteY10" fmla="*/ 128960 h 289667"/>
                  <a:gd name="connsiteX11" fmla="*/ 1136025 w 1367883"/>
                  <a:gd name="connsiteY11" fmla="*/ 138249 h 289667"/>
                  <a:gd name="connsiteX12" fmla="*/ 1130542 w 1367883"/>
                  <a:gd name="connsiteY12" fmla="*/ 141366 h 289667"/>
                  <a:gd name="connsiteX13" fmla="*/ 1086173 w 1367883"/>
                  <a:gd name="connsiteY13" fmla="*/ 183993 h 289667"/>
                  <a:gd name="connsiteX14" fmla="*/ 1042121 w 1367883"/>
                  <a:gd name="connsiteY14" fmla="*/ 219048 h 289667"/>
                  <a:gd name="connsiteX15" fmla="*/ 1015601 w 1367883"/>
                  <a:gd name="connsiteY15" fmla="*/ 233490 h 289667"/>
                  <a:gd name="connsiteX16" fmla="*/ 986850 w 1367883"/>
                  <a:gd name="connsiteY16" fmla="*/ 240552 h 289667"/>
                  <a:gd name="connsiteX17" fmla="*/ 974674 w 1367883"/>
                  <a:gd name="connsiteY17" fmla="*/ 227446 h 289667"/>
                  <a:gd name="connsiteX18" fmla="*/ 999217 w 1367883"/>
                  <a:gd name="connsiteY18" fmla="*/ 167833 h 289667"/>
                  <a:gd name="connsiteX19" fmla="*/ 1025164 w 1367883"/>
                  <a:gd name="connsiteY19" fmla="*/ 128324 h 289667"/>
                  <a:gd name="connsiteX20" fmla="*/ 1025164 w 1367883"/>
                  <a:gd name="connsiteY20" fmla="*/ 126988 h 289667"/>
                  <a:gd name="connsiteX21" fmla="*/ 1010119 w 1367883"/>
                  <a:gd name="connsiteY21" fmla="*/ 111782 h 289667"/>
                  <a:gd name="connsiteX22" fmla="*/ 998835 w 1367883"/>
                  <a:gd name="connsiteY22" fmla="*/ 116681 h 289667"/>
                  <a:gd name="connsiteX23" fmla="*/ 982196 w 1367883"/>
                  <a:gd name="connsiteY23" fmla="*/ 136277 h 289667"/>
                  <a:gd name="connsiteX24" fmla="*/ 970147 w 1367883"/>
                  <a:gd name="connsiteY24" fmla="*/ 150528 h 289667"/>
                  <a:gd name="connsiteX25" fmla="*/ 911051 w 1367883"/>
                  <a:gd name="connsiteY25" fmla="*/ 210459 h 289667"/>
                  <a:gd name="connsiteX26" fmla="*/ 877455 w 1367883"/>
                  <a:gd name="connsiteY26" fmla="*/ 232281 h 289667"/>
                  <a:gd name="connsiteX27" fmla="*/ 842711 w 1367883"/>
                  <a:gd name="connsiteY27" fmla="*/ 242524 h 289667"/>
                  <a:gd name="connsiteX28" fmla="*/ 827156 w 1367883"/>
                  <a:gd name="connsiteY28" fmla="*/ 228718 h 289667"/>
                  <a:gd name="connsiteX29" fmla="*/ 835762 w 1367883"/>
                  <a:gd name="connsiteY29" fmla="*/ 190355 h 289667"/>
                  <a:gd name="connsiteX30" fmla="*/ 849533 w 1367883"/>
                  <a:gd name="connsiteY30" fmla="*/ 163125 h 289667"/>
                  <a:gd name="connsiteX31" fmla="*/ 852401 w 1367883"/>
                  <a:gd name="connsiteY31" fmla="*/ 158226 h 289667"/>
                  <a:gd name="connsiteX32" fmla="*/ 858266 w 1367883"/>
                  <a:gd name="connsiteY32" fmla="*/ 149001 h 289667"/>
                  <a:gd name="connsiteX33" fmla="*/ 886316 w 1367883"/>
                  <a:gd name="connsiteY33" fmla="*/ 113246 h 289667"/>
                  <a:gd name="connsiteX34" fmla="*/ 984810 w 1367883"/>
                  <a:gd name="connsiteY34" fmla="*/ 51915 h 289667"/>
                  <a:gd name="connsiteX35" fmla="*/ 1005656 w 1367883"/>
                  <a:gd name="connsiteY35" fmla="*/ 66357 h 289667"/>
                  <a:gd name="connsiteX36" fmla="*/ 1003744 w 1367883"/>
                  <a:gd name="connsiteY36" fmla="*/ 75646 h 289667"/>
                  <a:gd name="connsiteX37" fmla="*/ 1001003 w 1367883"/>
                  <a:gd name="connsiteY37" fmla="*/ 87288 h 289667"/>
                  <a:gd name="connsiteX38" fmla="*/ 1017386 w 1367883"/>
                  <a:gd name="connsiteY38" fmla="*/ 103130 h 289667"/>
                  <a:gd name="connsiteX39" fmla="*/ 1035109 w 1367883"/>
                  <a:gd name="connsiteY39" fmla="*/ 71065 h 289667"/>
                  <a:gd name="connsiteX40" fmla="*/ 988189 w 1367883"/>
                  <a:gd name="connsiteY40" fmla="*/ 24176 h 289667"/>
                  <a:gd name="connsiteX41" fmla="*/ 936360 w 1367883"/>
                  <a:gd name="connsiteY41" fmla="*/ 37791 h 289667"/>
                  <a:gd name="connsiteX42" fmla="*/ 884914 w 1367883"/>
                  <a:gd name="connsiteY42" fmla="*/ 73482 h 289667"/>
                  <a:gd name="connsiteX43" fmla="*/ 839779 w 1367883"/>
                  <a:gd name="connsiteY43" fmla="*/ 122662 h 289667"/>
                  <a:gd name="connsiteX44" fmla="*/ 823841 w 1367883"/>
                  <a:gd name="connsiteY44" fmla="*/ 146456 h 289667"/>
                  <a:gd name="connsiteX45" fmla="*/ 784635 w 1367883"/>
                  <a:gd name="connsiteY45" fmla="*/ 183993 h 289667"/>
                  <a:gd name="connsiteX46" fmla="*/ 740584 w 1367883"/>
                  <a:gd name="connsiteY46" fmla="*/ 219048 h 289667"/>
                  <a:gd name="connsiteX47" fmla="*/ 714064 w 1367883"/>
                  <a:gd name="connsiteY47" fmla="*/ 233490 h 289667"/>
                  <a:gd name="connsiteX48" fmla="*/ 685313 w 1367883"/>
                  <a:gd name="connsiteY48" fmla="*/ 240552 h 289667"/>
                  <a:gd name="connsiteX49" fmla="*/ 672435 w 1367883"/>
                  <a:gd name="connsiteY49" fmla="*/ 234062 h 289667"/>
                  <a:gd name="connsiteX50" fmla="*/ 665805 w 1367883"/>
                  <a:gd name="connsiteY50" fmla="*/ 212622 h 289667"/>
                  <a:gd name="connsiteX51" fmla="*/ 670331 w 1367883"/>
                  <a:gd name="connsiteY51" fmla="*/ 178521 h 289667"/>
                  <a:gd name="connsiteX52" fmla="*/ 685440 w 1367883"/>
                  <a:gd name="connsiteY52" fmla="*/ 128578 h 289667"/>
                  <a:gd name="connsiteX53" fmla="*/ 702079 w 1367883"/>
                  <a:gd name="connsiteY53" fmla="*/ 82389 h 289667"/>
                  <a:gd name="connsiteX54" fmla="*/ 717698 w 1367883"/>
                  <a:gd name="connsiteY54" fmla="*/ 47780 h 289667"/>
                  <a:gd name="connsiteX55" fmla="*/ 724264 w 1367883"/>
                  <a:gd name="connsiteY55" fmla="*/ 28693 h 289667"/>
                  <a:gd name="connsiteX56" fmla="*/ 718144 w 1367883"/>
                  <a:gd name="connsiteY56" fmla="*/ 9670 h 289667"/>
                  <a:gd name="connsiteX57" fmla="*/ 701186 w 1367883"/>
                  <a:gd name="connsiteY57" fmla="*/ 0 h 289667"/>
                  <a:gd name="connsiteX58" fmla="*/ 682826 w 1367883"/>
                  <a:gd name="connsiteY58" fmla="*/ 9989 h 289667"/>
                  <a:gd name="connsiteX59" fmla="*/ 610024 w 1367883"/>
                  <a:gd name="connsiteY59" fmla="*/ 82517 h 289667"/>
                  <a:gd name="connsiteX60" fmla="*/ 561319 w 1367883"/>
                  <a:gd name="connsiteY60" fmla="*/ 132268 h 289667"/>
                  <a:gd name="connsiteX61" fmla="*/ 591982 w 1367883"/>
                  <a:gd name="connsiteY61" fmla="*/ 46189 h 289667"/>
                  <a:gd name="connsiteX62" fmla="*/ 583950 w 1367883"/>
                  <a:gd name="connsiteY62" fmla="*/ 19150 h 289667"/>
                  <a:gd name="connsiteX63" fmla="*/ 559661 w 1367883"/>
                  <a:gd name="connsiteY63" fmla="*/ 6044 h 289667"/>
                  <a:gd name="connsiteX64" fmla="*/ 367582 w 1367883"/>
                  <a:gd name="connsiteY64" fmla="*/ 159562 h 289667"/>
                  <a:gd name="connsiteX65" fmla="*/ 388238 w 1367883"/>
                  <a:gd name="connsiteY65" fmla="*/ 111910 h 289667"/>
                  <a:gd name="connsiteX66" fmla="*/ 406725 w 1367883"/>
                  <a:gd name="connsiteY66" fmla="*/ 63939 h 289667"/>
                  <a:gd name="connsiteX67" fmla="*/ 412590 w 1367883"/>
                  <a:gd name="connsiteY67" fmla="*/ 35373 h 289667"/>
                  <a:gd name="connsiteX68" fmla="*/ 397545 w 1367883"/>
                  <a:gd name="connsiteY68" fmla="*/ 20168 h 289667"/>
                  <a:gd name="connsiteX69" fmla="*/ 382500 w 1367883"/>
                  <a:gd name="connsiteY69" fmla="*/ 35373 h 289667"/>
                  <a:gd name="connsiteX70" fmla="*/ 373766 w 1367883"/>
                  <a:gd name="connsiteY70" fmla="*/ 66930 h 289667"/>
                  <a:gd name="connsiteX71" fmla="*/ 344378 w 1367883"/>
                  <a:gd name="connsiteY71" fmla="*/ 135958 h 289667"/>
                  <a:gd name="connsiteX72" fmla="*/ 342146 w 1367883"/>
                  <a:gd name="connsiteY72" fmla="*/ 140730 h 289667"/>
                  <a:gd name="connsiteX73" fmla="*/ 332775 w 1367883"/>
                  <a:gd name="connsiteY73" fmla="*/ 146710 h 289667"/>
                  <a:gd name="connsiteX74" fmla="*/ 262714 w 1367883"/>
                  <a:gd name="connsiteY74" fmla="*/ 211413 h 289667"/>
                  <a:gd name="connsiteX75" fmla="*/ 217069 w 1367883"/>
                  <a:gd name="connsiteY75" fmla="*/ 247932 h 289667"/>
                  <a:gd name="connsiteX76" fmla="*/ 190357 w 1367883"/>
                  <a:gd name="connsiteY76" fmla="*/ 259384 h 289667"/>
                  <a:gd name="connsiteX77" fmla="*/ 185003 w 1367883"/>
                  <a:gd name="connsiteY77" fmla="*/ 256203 h 289667"/>
                  <a:gd name="connsiteX78" fmla="*/ 182771 w 1367883"/>
                  <a:gd name="connsiteY78" fmla="*/ 238198 h 289667"/>
                  <a:gd name="connsiteX79" fmla="*/ 249836 w 1367883"/>
                  <a:gd name="connsiteY79" fmla="*/ 49116 h 289667"/>
                  <a:gd name="connsiteX80" fmla="*/ 255510 w 1367883"/>
                  <a:gd name="connsiteY80" fmla="*/ 36646 h 289667"/>
                  <a:gd name="connsiteX81" fmla="*/ 237086 w 1367883"/>
                  <a:gd name="connsiteY81" fmla="*/ 21440 h 289667"/>
                  <a:gd name="connsiteX82" fmla="*/ 226376 w 1367883"/>
                  <a:gd name="connsiteY82" fmla="*/ 27166 h 289667"/>
                  <a:gd name="connsiteX83" fmla="*/ 220384 w 1367883"/>
                  <a:gd name="connsiteY83" fmla="*/ 39000 h 289667"/>
                  <a:gd name="connsiteX84" fmla="*/ 202916 w 1367883"/>
                  <a:gd name="connsiteY84" fmla="*/ 75964 h 289667"/>
                  <a:gd name="connsiteX85" fmla="*/ 181433 w 1367883"/>
                  <a:gd name="connsiteY85" fmla="*/ 112355 h 289667"/>
                  <a:gd name="connsiteX86" fmla="*/ 121954 w 1367883"/>
                  <a:gd name="connsiteY86" fmla="*/ 187810 h 289667"/>
                  <a:gd name="connsiteX87" fmla="*/ 93904 w 1367883"/>
                  <a:gd name="connsiteY87" fmla="*/ 213513 h 289667"/>
                  <a:gd name="connsiteX88" fmla="*/ 62794 w 1367883"/>
                  <a:gd name="connsiteY88" fmla="*/ 236353 h 289667"/>
                  <a:gd name="connsiteX89" fmla="*/ 40417 w 1367883"/>
                  <a:gd name="connsiteY89" fmla="*/ 245132 h 289667"/>
                  <a:gd name="connsiteX90" fmla="*/ 30154 w 1367883"/>
                  <a:gd name="connsiteY90" fmla="*/ 220575 h 289667"/>
                  <a:gd name="connsiteX91" fmla="*/ 45900 w 1367883"/>
                  <a:gd name="connsiteY91" fmla="*/ 148556 h 289667"/>
                  <a:gd name="connsiteX92" fmla="*/ 88166 w 1367883"/>
                  <a:gd name="connsiteY92" fmla="*/ 62540 h 289667"/>
                  <a:gd name="connsiteX93" fmla="*/ 93521 w 1367883"/>
                  <a:gd name="connsiteY93" fmla="*/ 48734 h 289667"/>
                  <a:gd name="connsiteX94" fmla="*/ 88294 w 1367883"/>
                  <a:gd name="connsiteY94" fmla="*/ 38045 h 289667"/>
                  <a:gd name="connsiteX95" fmla="*/ 79114 w 1367883"/>
                  <a:gd name="connsiteY95" fmla="*/ 34864 h 289667"/>
                  <a:gd name="connsiteX96" fmla="*/ 65662 w 1367883"/>
                  <a:gd name="connsiteY96" fmla="*/ 41227 h 289667"/>
                  <a:gd name="connsiteX97" fmla="*/ 42457 w 1367883"/>
                  <a:gd name="connsiteY97" fmla="*/ 79081 h 289667"/>
                  <a:gd name="connsiteX98" fmla="*/ 21292 w 1367883"/>
                  <a:gd name="connsiteY98" fmla="*/ 128706 h 289667"/>
                  <a:gd name="connsiteX99" fmla="*/ 5801 w 1367883"/>
                  <a:gd name="connsiteY99" fmla="*/ 180112 h 289667"/>
                  <a:gd name="connsiteX100" fmla="*/ 0 w 1367883"/>
                  <a:gd name="connsiteY100" fmla="*/ 223247 h 289667"/>
                  <a:gd name="connsiteX101" fmla="*/ 42394 w 1367883"/>
                  <a:gd name="connsiteY101" fmla="*/ 274144 h 289667"/>
                  <a:gd name="connsiteX102" fmla="*/ 159120 w 1367883"/>
                  <a:gd name="connsiteY102" fmla="*/ 192899 h 289667"/>
                  <a:gd name="connsiteX103" fmla="*/ 152681 w 1367883"/>
                  <a:gd name="connsiteY103" fmla="*/ 236734 h 289667"/>
                  <a:gd name="connsiteX104" fmla="*/ 189784 w 1367883"/>
                  <a:gd name="connsiteY104" fmla="*/ 288967 h 289667"/>
                  <a:gd name="connsiteX105" fmla="*/ 218535 w 1367883"/>
                  <a:gd name="connsiteY105" fmla="*/ 279361 h 289667"/>
                  <a:gd name="connsiteX106" fmla="*/ 259080 w 1367883"/>
                  <a:gd name="connsiteY106" fmla="*/ 253721 h 289667"/>
                  <a:gd name="connsiteX107" fmla="*/ 285281 w 1367883"/>
                  <a:gd name="connsiteY107" fmla="*/ 233363 h 289667"/>
                  <a:gd name="connsiteX108" fmla="*/ 307785 w 1367883"/>
                  <a:gd name="connsiteY108" fmla="*/ 213831 h 289667"/>
                  <a:gd name="connsiteX109" fmla="*/ 287959 w 1367883"/>
                  <a:gd name="connsiteY109" fmla="*/ 255694 h 289667"/>
                  <a:gd name="connsiteX110" fmla="*/ 279544 w 1367883"/>
                  <a:gd name="connsiteY110" fmla="*/ 274462 h 289667"/>
                  <a:gd name="connsiteX111" fmla="*/ 295226 w 1367883"/>
                  <a:gd name="connsiteY111" fmla="*/ 289667 h 289667"/>
                  <a:gd name="connsiteX112" fmla="*/ 305299 w 1367883"/>
                  <a:gd name="connsiteY112" fmla="*/ 285341 h 289667"/>
                  <a:gd name="connsiteX113" fmla="*/ 347246 w 1367883"/>
                  <a:gd name="connsiteY113" fmla="*/ 230690 h 289667"/>
                  <a:gd name="connsiteX114" fmla="*/ 554434 w 1367883"/>
                  <a:gd name="connsiteY114" fmla="*/ 36264 h 289667"/>
                  <a:gd name="connsiteX115" fmla="*/ 564634 w 1367883"/>
                  <a:gd name="connsiteY115" fmla="*/ 38618 h 289667"/>
                  <a:gd name="connsiteX116" fmla="*/ 527850 w 1367883"/>
                  <a:gd name="connsiteY116" fmla="*/ 126988 h 289667"/>
                  <a:gd name="connsiteX117" fmla="*/ 490174 w 1367883"/>
                  <a:gd name="connsiteY117" fmla="*/ 225283 h 289667"/>
                  <a:gd name="connsiteX118" fmla="*/ 505856 w 1367883"/>
                  <a:gd name="connsiteY118" fmla="*/ 239088 h 289667"/>
                  <a:gd name="connsiteX119" fmla="*/ 520073 w 1367883"/>
                  <a:gd name="connsiteY119" fmla="*/ 229800 h 289667"/>
                  <a:gd name="connsiteX120" fmla="*/ 536265 w 1367883"/>
                  <a:gd name="connsiteY120" fmla="*/ 207660 h 289667"/>
                  <a:gd name="connsiteX121" fmla="*/ 558323 w 1367883"/>
                  <a:gd name="connsiteY121" fmla="*/ 181639 h 289667"/>
                  <a:gd name="connsiteX122" fmla="*/ 575535 w 1367883"/>
                  <a:gd name="connsiteY122" fmla="*/ 162807 h 289667"/>
                  <a:gd name="connsiteX123" fmla="*/ 602692 w 1367883"/>
                  <a:gd name="connsiteY123" fmla="*/ 134559 h 289667"/>
                  <a:gd name="connsiteX124" fmla="*/ 681743 w 1367883"/>
                  <a:gd name="connsiteY124" fmla="*/ 53824 h 289667"/>
                  <a:gd name="connsiteX125" fmla="*/ 655222 w 1367883"/>
                  <a:gd name="connsiteY125" fmla="*/ 117699 h 289667"/>
                  <a:gd name="connsiteX126" fmla="*/ 639094 w 1367883"/>
                  <a:gd name="connsiteY126" fmla="*/ 165797 h 289667"/>
                  <a:gd name="connsiteX127" fmla="*/ 633611 w 1367883"/>
                  <a:gd name="connsiteY127" fmla="*/ 203588 h 289667"/>
                  <a:gd name="connsiteX128" fmla="*/ 647955 w 1367883"/>
                  <a:gd name="connsiteY128" fmla="*/ 258684 h 289667"/>
                  <a:gd name="connsiteX129" fmla="*/ 683209 w 1367883"/>
                  <a:gd name="connsiteY129" fmla="*/ 271981 h 289667"/>
                  <a:gd name="connsiteX130" fmla="*/ 723563 w 1367883"/>
                  <a:gd name="connsiteY130" fmla="*/ 263519 h 289667"/>
                  <a:gd name="connsiteX131" fmla="*/ 754673 w 1367883"/>
                  <a:gd name="connsiteY131" fmla="*/ 247741 h 289667"/>
                  <a:gd name="connsiteX132" fmla="*/ 795855 w 1367883"/>
                  <a:gd name="connsiteY132" fmla="*/ 215930 h 289667"/>
                  <a:gd name="connsiteX133" fmla="*/ 797194 w 1367883"/>
                  <a:gd name="connsiteY133" fmla="*/ 214721 h 289667"/>
                  <a:gd name="connsiteX134" fmla="*/ 795728 w 1367883"/>
                  <a:gd name="connsiteY134" fmla="*/ 231899 h 289667"/>
                  <a:gd name="connsiteX135" fmla="*/ 838695 w 1367883"/>
                  <a:gd name="connsiteY135" fmla="*/ 273380 h 289667"/>
                  <a:gd name="connsiteX136" fmla="*/ 943691 w 1367883"/>
                  <a:gd name="connsiteY136" fmla="*/ 223183 h 289667"/>
                  <a:gd name="connsiteX137" fmla="*/ 943245 w 1367883"/>
                  <a:gd name="connsiteY137" fmla="*/ 232599 h 289667"/>
                  <a:gd name="connsiteX138" fmla="*/ 980220 w 1367883"/>
                  <a:gd name="connsiteY138" fmla="*/ 272044 h 289667"/>
                  <a:gd name="connsiteX139" fmla="*/ 1024526 w 1367883"/>
                  <a:gd name="connsiteY139" fmla="*/ 263583 h 289667"/>
                  <a:gd name="connsiteX140" fmla="*/ 1056338 w 1367883"/>
                  <a:gd name="connsiteY140" fmla="*/ 247741 h 289667"/>
                  <a:gd name="connsiteX141" fmla="*/ 1097137 w 1367883"/>
                  <a:gd name="connsiteY141" fmla="*/ 216248 h 289667"/>
                  <a:gd name="connsiteX142" fmla="*/ 1080116 w 1367883"/>
                  <a:gd name="connsiteY142" fmla="*/ 250477 h 289667"/>
                  <a:gd name="connsiteX143" fmla="*/ 1075271 w 1367883"/>
                  <a:gd name="connsiteY143" fmla="*/ 259066 h 289667"/>
                  <a:gd name="connsiteX144" fmla="*/ 1072020 w 1367883"/>
                  <a:gd name="connsiteY144" fmla="*/ 269563 h 289667"/>
                  <a:gd name="connsiteX145" fmla="*/ 1087256 w 1367883"/>
                  <a:gd name="connsiteY145" fmla="*/ 282733 h 289667"/>
                  <a:gd name="connsiteX146" fmla="*/ 1101664 w 1367883"/>
                  <a:gd name="connsiteY146" fmla="*/ 274844 h 289667"/>
                  <a:gd name="connsiteX147" fmla="*/ 1148966 w 1367883"/>
                  <a:gd name="connsiteY147" fmla="*/ 209441 h 289667"/>
                  <a:gd name="connsiteX148" fmla="*/ 1216669 w 1367883"/>
                  <a:gd name="connsiteY148" fmla="*/ 129787 h 289667"/>
                  <a:gd name="connsiteX149" fmla="*/ 1287814 w 1367883"/>
                  <a:gd name="connsiteY149" fmla="*/ 68138 h 289667"/>
                  <a:gd name="connsiteX150" fmla="*/ 1333076 w 1367883"/>
                  <a:gd name="connsiteY150" fmla="*/ 44089 h 289667"/>
                  <a:gd name="connsiteX151" fmla="*/ 1334734 w 1367883"/>
                  <a:gd name="connsiteY151" fmla="*/ 47780 h 289667"/>
                  <a:gd name="connsiteX152" fmla="*/ 1302094 w 1367883"/>
                  <a:gd name="connsiteY152" fmla="*/ 124634 h 289667"/>
                  <a:gd name="connsiteX153" fmla="*/ 1268561 w 1367883"/>
                  <a:gd name="connsiteY153" fmla="*/ 225028 h 289667"/>
                  <a:gd name="connsiteX154" fmla="*/ 1275829 w 1367883"/>
                  <a:gd name="connsiteY154" fmla="*/ 245260 h 289667"/>
                  <a:gd name="connsiteX155" fmla="*/ 1298651 w 1367883"/>
                  <a:gd name="connsiteY155" fmla="*/ 253021 h 289667"/>
                  <a:gd name="connsiteX156" fmla="*/ 1332120 w 1367883"/>
                  <a:gd name="connsiteY156" fmla="*/ 235144 h 289667"/>
                  <a:gd name="connsiteX157" fmla="*/ 1316246 w 1367883"/>
                  <a:gd name="connsiteY157" fmla="*/ 219938 h 289667"/>
                  <a:gd name="connsiteX158" fmla="*/ 1305536 w 1367883"/>
                  <a:gd name="connsiteY158" fmla="*/ 221911 h 289667"/>
                  <a:gd name="connsiteX159" fmla="*/ 1300691 w 1367883"/>
                  <a:gd name="connsiteY159" fmla="*/ 223310 h 289667"/>
                  <a:gd name="connsiteX160" fmla="*/ 1299034 w 1367883"/>
                  <a:gd name="connsiteY160" fmla="*/ 218984 h 289667"/>
                  <a:gd name="connsiteX161" fmla="*/ 1333012 w 1367883"/>
                  <a:gd name="connsiteY161" fmla="*/ 130614 h 289667"/>
                  <a:gd name="connsiteX162" fmla="*/ 1367883 w 1367883"/>
                  <a:gd name="connsiteY162" fmla="*/ 37727 h 28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1367883" h="289667">
                    <a:moveTo>
                      <a:pt x="1367757" y="38045"/>
                    </a:moveTo>
                    <a:cubicBezTo>
                      <a:pt x="1367757" y="20868"/>
                      <a:pt x="1357811" y="11388"/>
                      <a:pt x="1339706" y="11388"/>
                    </a:cubicBezTo>
                    <a:cubicBezTo>
                      <a:pt x="1315417" y="11388"/>
                      <a:pt x="1282204" y="30029"/>
                      <a:pt x="1238216" y="68393"/>
                    </a:cubicBezTo>
                    <a:cubicBezTo>
                      <a:pt x="1223809" y="80990"/>
                      <a:pt x="1209465" y="94414"/>
                      <a:pt x="1195440" y="108347"/>
                    </a:cubicBezTo>
                    <a:cubicBezTo>
                      <a:pt x="1189448" y="114391"/>
                      <a:pt x="1183391" y="120562"/>
                      <a:pt x="1177463" y="126924"/>
                    </a:cubicBezTo>
                    <a:cubicBezTo>
                      <a:pt x="1180905" y="119926"/>
                      <a:pt x="1184539" y="112228"/>
                      <a:pt x="1188364" y="103893"/>
                    </a:cubicBezTo>
                    <a:cubicBezTo>
                      <a:pt x="1194675" y="90851"/>
                      <a:pt x="1199966" y="78954"/>
                      <a:pt x="1204046" y="68520"/>
                    </a:cubicBezTo>
                    <a:cubicBezTo>
                      <a:pt x="1209784" y="53951"/>
                      <a:pt x="1210421" y="49116"/>
                      <a:pt x="1210421" y="46698"/>
                    </a:cubicBezTo>
                    <a:cubicBezTo>
                      <a:pt x="1210421" y="35310"/>
                      <a:pt x="1204110" y="28820"/>
                      <a:pt x="1193209" y="28820"/>
                    </a:cubicBezTo>
                    <a:cubicBezTo>
                      <a:pt x="1184539" y="28820"/>
                      <a:pt x="1179311" y="33974"/>
                      <a:pt x="1179311" y="42626"/>
                    </a:cubicBezTo>
                    <a:cubicBezTo>
                      <a:pt x="1179311" y="45044"/>
                      <a:pt x="1175359" y="58341"/>
                      <a:pt x="1140615" y="128960"/>
                    </a:cubicBezTo>
                    <a:lnTo>
                      <a:pt x="1136025" y="138249"/>
                    </a:lnTo>
                    <a:cubicBezTo>
                      <a:pt x="1133921" y="138885"/>
                      <a:pt x="1132009" y="139903"/>
                      <a:pt x="1130542" y="141366"/>
                    </a:cubicBezTo>
                    <a:cubicBezTo>
                      <a:pt x="1116518" y="155554"/>
                      <a:pt x="1101600" y="169932"/>
                      <a:pt x="1086173" y="183993"/>
                    </a:cubicBezTo>
                    <a:cubicBezTo>
                      <a:pt x="1070872" y="197926"/>
                      <a:pt x="1056082" y="209695"/>
                      <a:pt x="1042121" y="219048"/>
                    </a:cubicBezTo>
                    <a:cubicBezTo>
                      <a:pt x="1035300" y="223819"/>
                      <a:pt x="1026375" y="228655"/>
                      <a:pt x="1015601" y="233490"/>
                    </a:cubicBezTo>
                    <a:cubicBezTo>
                      <a:pt x="1005146" y="238134"/>
                      <a:pt x="995456" y="240552"/>
                      <a:pt x="986850" y="240552"/>
                    </a:cubicBezTo>
                    <a:cubicBezTo>
                      <a:pt x="978244" y="240552"/>
                      <a:pt x="974674" y="236734"/>
                      <a:pt x="974674" y="227446"/>
                    </a:cubicBezTo>
                    <a:cubicBezTo>
                      <a:pt x="974674" y="212240"/>
                      <a:pt x="982897" y="192200"/>
                      <a:pt x="999217" y="167833"/>
                    </a:cubicBezTo>
                    <a:lnTo>
                      <a:pt x="1025164" y="128324"/>
                    </a:lnTo>
                    <a:lnTo>
                      <a:pt x="1025164" y="126988"/>
                    </a:lnTo>
                    <a:cubicBezTo>
                      <a:pt x="1025164" y="117317"/>
                      <a:pt x="1019681" y="111782"/>
                      <a:pt x="1010119" y="111782"/>
                    </a:cubicBezTo>
                    <a:cubicBezTo>
                      <a:pt x="1005847" y="111782"/>
                      <a:pt x="1002022" y="113373"/>
                      <a:pt x="998835" y="116681"/>
                    </a:cubicBezTo>
                    <a:cubicBezTo>
                      <a:pt x="992588" y="123870"/>
                      <a:pt x="987041" y="130423"/>
                      <a:pt x="982196" y="136277"/>
                    </a:cubicBezTo>
                    <a:cubicBezTo>
                      <a:pt x="977351" y="142130"/>
                      <a:pt x="973335" y="146774"/>
                      <a:pt x="970147" y="150528"/>
                    </a:cubicBezTo>
                    <a:cubicBezTo>
                      <a:pt x="950066" y="175722"/>
                      <a:pt x="930240" y="195890"/>
                      <a:pt x="911051" y="210459"/>
                    </a:cubicBezTo>
                    <a:cubicBezTo>
                      <a:pt x="901552" y="217903"/>
                      <a:pt x="890205" y="225283"/>
                      <a:pt x="877455" y="232281"/>
                    </a:cubicBezTo>
                    <a:cubicBezTo>
                      <a:pt x="865088" y="239088"/>
                      <a:pt x="853421" y="242524"/>
                      <a:pt x="842711" y="242524"/>
                    </a:cubicBezTo>
                    <a:cubicBezTo>
                      <a:pt x="832001" y="242524"/>
                      <a:pt x="827156" y="238389"/>
                      <a:pt x="827156" y="228718"/>
                    </a:cubicBezTo>
                    <a:cubicBezTo>
                      <a:pt x="827156" y="216757"/>
                      <a:pt x="830089" y="203842"/>
                      <a:pt x="835762" y="190355"/>
                    </a:cubicBezTo>
                    <a:cubicBezTo>
                      <a:pt x="839588" y="181320"/>
                      <a:pt x="844241" y="172159"/>
                      <a:pt x="849533" y="163125"/>
                    </a:cubicBezTo>
                    <a:cubicBezTo>
                      <a:pt x="850680" y="161471"/>
                      <a:pt x="851700" y="159816"/>
                      <a:pt x="852401" y="158226"/>
                    </a:cubicBezTo>
                    <a:cubicBezTo>
                      <a:pt x="854314" y="155108"/>
                      <a:pt x="856226" y="152055"/>
                      <a:pt x="858266" y="149001"/>
                    </a:cubicBezTo>
                    <a:cubicBezTo>
                      <a:pt x="867383" y="135322"/>
                      <a:pt x="876881" y="123298"/>
                      <a:pt x="886316" y="113246"/>
                    </a:cubicBezTo>
                    <a:cubicBezTo>
                      <a:pt x="926033" y="72528"/>
                      <a:pt x="959183" y="51915"/>
                      <a:pt x="984810" y="51915"/>
                    </a:cubicBezTo>
                    <a:cubicBezTo>
                      <a:pt x="1003298" y="51915"/>
                      <a:pt x="1005656" y="59677"/>
                      <a:pt x="1005656" y="66357"/>
                    </a:cubicBezTo>
                    <a:cubicBezTo>
                      <a:pt x="1005656" y="69729"/>
                      <a:pt x="1005019" y="72846"/>
                      <a:pt x="1003744" y="75646"/>
                    </a:cubicBezTo>
                    <a:cubicBezTo>
                      <a:pt x="1001959" y="79590"/>
                      <a:pt x="1001003" y="83471"/>
                      <a:pt x="1001003" y="87288"/>
                    </a:cubicBezTo>
                    <a:cubicBezTo>
                      <a:pt x="1001003" y="97340"/>
                      <a:pt x="1006995" y="103130"/>
                      <a:pt x="1017386" y="103130"/>
                    </a:cubicBezTo>
                    <a:cubicBezTo>
                      <a:pt x="1029116" y="103130"/>
                      <a:pt x="1035109" y="92378"/>
                      <a:pt x="1035109" y="71065"/>
                    </a:cubicBezTo>
                    <a:cubicBezTo>
                      <a:pt x="1035109" y="40399"/>
                      <a:pt x="1018853" y="24176"/>
                      <a:pt x="988189" y="24176"/>
                    </a:cubicBezTo>
                    <a:cubicBezTo>
                      <a:pt x="971614" y="24176"/>
                      <a:pt x="954146" y="28757"/>
                      <a:pt x="936360" y="37791"/>
                    </a:cubicBezTo>
                    <a:cubicBezTo>
                      <a:pt x="918829" y="46698"/>
                      <a:pt x="901552" y="58659"/>
                      <a:pt x="884914" y="73482"/>
                    </a:cubicBezTo>
                    <a:cubicBezTo>
                      <a:pt x="868402" y="88243"/>
                      <a:pt x="853230" y="104784"/>
                      <a:pt x="839779" y="122662"/>
                    </a:cubicBezTo>
                    <a:cubicBezTo>
                      <a:pt x="833914" y="130487"/>
                      <a:pt x="828686" y="138440"/>
                      <a:pt x="823841" y="146456"/>
                    </a:cubicBezTo>
                    <a:cubicBezTo>
                      <a:pt x="811346" y="158989"/>
                      <a:pt x="798214" y="171586"/>
                      <a:pt x="784635" y="183993"/>
                    </a:cubicBezTo>
                    <a:cubicBezTo>
                      <a:pt x="769335" y="197926"/>
                      <a:pt x="754545" y="209695"/>
                      <a:pt x="740584" y="219048"/>
                    </a:cubicBezTo>
                    <a:cubicBezTo>
                      <a:pt x="733762" y="223819"/>
                      <a:pt x="724838" y="228655"/>
                      <a:pt x="714064" y="233490"/>
                    </a:cubicBezTo>
                    <a:cubicBezTo>
                      <a:pt x="703609" y="238134"/>
                      <a:pt x="693919" y="240552"/>
                      <a:pt x="685313" y="240552"/>
                    </a:cubicBezTo>
                    <a:cubicBezTo>
                      <a:pt x="681232" y="240552"/>
                      <a:pt x="676897" y="238389"/>
                      <a:pt x="672435" y="234062"/>
                    </a:cubicBezTo>
                    <a:cubicBezTo>
                      <a:pt x="668036" y="229800"/>
                      <a:pt x="665805" y="222547"/>
                      <a:pt x="665805" y="212622"/>
                    </a:cubicBezTo>
                    <a:cubicBezTo>
                      <a:pt x="665805" y="203970"/>
                      <a:pt x="667335" y="192518"/>
                      <a:pt x="670331" y="178521"/>
                    </a:cubicBezTo>
                    <a:cubicBezTo>
                      <a:pt x="673328" y="164461"/>
                      <a:pt x="678427" y="147665"/>
                      <a:pt x="685440" y="128578"/>
                    </a:cubicBezTo>
                    <a:cubicBezTo>
                      <a:pt x="691624" y="111464"/>
                      <a:pt x="697170" y="96132"/>
                      <a:pt x="702079" y="82389"/>
                    </a:cubicBezTo>
                    <a:cubicBezTo>
                      <a:pt x="706860" y="69029"/>
                      <a:pt x="712088" y="57386"/>
                      <a:pt x="717698" y="47780"/>
                    </a:cubicBezTo>
                    <a:cubicBezTo>
                      <a:pt x="722160" y="40272"/>
                      <a:pt x="724264" y="34037"/>
                      <a:pt x="724264" y="28693"/>
                    </a:cubicBezTo>
                    <a:cubicBezTo>
                      <a:pt x="724264" y="22013"/>
                      <a:pt x="722224" y="15587"/>
                      <a:pt x="718144" y="9670"/>
                    </a:cubicBezTo>
                    <a:cubicBezTo>
                      <a:pt x="713745" y="3245"/>
                      <a:pt x="708008" y="0"/>
                      <a:pt x="701186" y="0"/>
                    </a:cubicBezTo>
                    <a:cubicBezTo>
                      <a:pt x="695959" y="0"/>
                      <a:pt x="689966" y="3245"/>
                      <a:pt x="682826" y="9989"/>
                    </a:cubicBezTo>
                    <a:cubicBezTo>
                      <a:pt x="658410" y="33846"/>
                      <a:pt x="633930" y="58213"/>
                      <a:pt x="610024" y="82517"/>
                    </a:cubicBezTo>
                    <a:cubicBezTo>
                      <a:pt x="593640" y="99185"/>
                      <a:pt x="577320" y="115791"/>
                      <a:pt x="561319" y="132268"/>
                    </a:cubicBezTo>
                    <a:cubicBezTo>
                      <a:pt x="581910" y="92887"/>
                      <a:pt x="591982" y="64576"/>
                      <a:pt x="591982" y="46189"/>
                    </a:cubicBezTo>
                    <a:cubicBezTo>
                      <a:pt x="591982" y="36391"/>
                      <a:pt x="589305" y="27293"/>
                      <a:pt x="583950" y="19150"/>
                    </a:cubicBezTo>
                    <a:cubicBezTo>
                      <a:pt x="578213" y="10434"/>
                      <a:pt x="570052" y="6044"/>
                      <a:pt x="559661" y="6044"/>
                    </a:cubicBezTo>
                    <a:cubicBezTo>
                      <a:pt x="514463" y="6044"/>
                      <a:pt x="451478" y="56305"/>
                      <a:pt x="367582" y="159562"/>
                    </a:cubicBezTo>
                    <a:lnTo>
                      <a:pt x="388238" y="111910"/>
                    </a:lnTo>
                    <a:cubicBezTo>
                      <a:pt x="396716" y="92505"/>
                      <a:pt x="402900" y="76345"/>
                      <a:pt x="406725" y="63939"/>
                    </a:cubicBezTo>
                    <a:cubicBezTo>
                      <a:pt x="410677" y="51024"/>
                      <a:pt x="412590" y="41672"/>
                      <a:pt x="412590" y="35373"/>
                    </a:cubicBezTo>
                    <a:cubicBezTo>
                      <a:pt x="412590" y="25703"/>
                      <a:pt x="407107" y="20168"/>
                      <a:pt x="397545" y="20168"/>
                    </a:cubicBezTo>
                    <a:cubicBezTo>
                      <a:pt x="387982" y="20168"/>
                      <a:pt x="382500" y="25703"/>
                      <a:pt x="382500" y="35373"/>
                    </a:cubicBezTo>
                    <a:cubicBezTo>
                      <a:pt x="382500" y="38427"/>
                      <a:pt x="380970" y="46380"/>
                      <a:pt x="373766" y="66930"/>
                    </a:cubicBezTo>
                    <a:cubicBezTo>
                      <a:pt x="367901" y="83726"/>
                      <a:pt x="358020" y="106947"/>
                      <a:pt x="344378" y="135958"/>
                    </a:cubicBezTo>
                    <a:lnTo>
                      <a:pt x="342146" y="140730"/>
                    </a:lnTo>
                    <a:cubicBezTo>
                      <a:pt x="339022" y="141621"/>
                      <a:pt x="335835" y="143593"/>
                      <a:pt x="332775" y="146710"/>
                    </a:cubicBezTo>
                    <a:lnTo>
                      <a:pt x="262714" y="211413"/>
                    </a:lnTo>
                    <a:cubicBezTo>
                      <a:pt x="245246" y="227764"/>
                      <a:pt x="229882" y="240043"/>
                      <a:pt x="217069" y="247932"/>
                    </a:cubicBezTo>
                    <a:cubicBezTo>
                      <a:pt x="201705" y="257411"/>
                      <a:pt x="194055" y="259384"/>
                      <a:pt x="190357" y="259384"/>
                    </a:cubicBezTo>
                    <a:cubicBezTo>
                      <a:pt x="187616" y="259384"/>
                      <a:pt x="186086" y="258493"/>
                      <a:pt x="185003" y="256203"/>
                    </a:cubicBezTo>
                    <a:cubicBezTo>
                      <a:pt x="183982" y="253976"/>
                      <a:pt x="182771" y="249077"/>
                      <a:pt x="182771" y="238198"/>
                    </a:cubicBezTo>
                    <a:cubicBezTo>
                      <a:pt x="182771" y="204097"/>
                      <a:pt x="205339" y="140539"/>
                      <a:pt x="249836" y="49116"/>
                    </a:cubicBezTo>
                    <a:cubicBezTo>
                      <a:pt x="252641" y="47080"/>
                      <a:pt x="255510" y="43326"/>
                      <a:pt x="255510" y="36646"/>
                    </a:cubicBezTo>
                    <a:cubicBezTo>
                      <a:pt x="255510" y="32065"/>
                      <a:pt x="253725" y="21440"/>
                      <a:pt x="237086" y="21440"/>
                    </a:cubicBezTo>
                    <a:cubicBezTo>
                      <a:pt x="232433" y="21440"/>
                      <a:pt x="228735" y="23413"/>
                      <a:pt x="226376" y="27166"/>
                    </a:cubicBezTo>
                    <a:cubicBezTo>
                      <a:pt x="224719" y="29838"/>
                      <a:pt x="222743" y="33656"/>
                      <a:pt x="220384" y="39000"/>
                    </a:cubicBezTo>
                    <a:cubicBezTo>
                      <a:pt x="215156" y="51788"/>
                      <a:pt x="209291" y="64257"/>
                      <a:pt x="202916" y="75964"/>
                    </a:cubicBezTo>
                    <a:cubicBezTo>
                      <a:pt x="196541" y="87797"/>
                      <a:pt x="189274" y="100076"/>
                      <a:pt x="181433" y="112355"/>
                    </a:cubicBezTo>
                    <a:cubicBezTo>
                      <a:pt x="163838" y="139012"/>
                      <a:pt x="143820" y="164397"/>
                      <a:pt x="121954" y="187810"/>
                    </a:cubicBezTo>
                    <a:cubicBezTo>
                      <a:pt x="114049" y="195826"/>
                      <a:pt x="104550" y="204478"/>
                      <a:pt x="93904" y="213513"/>
                    </a:cubicBezTo>
                    <a:cubicBezTo>
                      <a:pt x="83194" y="222547"/>
                      <a:pt x="72739" y="230245"/>
                      <a:pt x="62794" y="236353"/>
                    </a:cubicBezTo>
                    <a:cubicBezTo>
                      <a:pt x="53295" y="242206"/>
                      <a:pt x="45772" y="245132"/>
                      <a:pt x="40417" y="245132"/>
                    </a:cubicBezTo>
                    <a:cubicBezTo>
                      <a:pt x="33596" y="245132"/>
                      <a:pt x="30154" y="236862"/>
                      <a:pt x="30154" y="220575"/>
                    </a:cubicBezTo>
                    <a:cubicBezTo>
                      <a:pt x="30154" y="200534"/>
                      <a:pt x="35445" y="176358"/>
                      <a:pt x="45900" y="148556"/>
                    </a:cubicBezTo>
                    <a:cubicBezTo>
                      <a:pt x="54188" y="124252"/>
                      <a:pt x="68404" y="95305"/>
                      <a:pt x="88166" y="62540"/>
                    </a:cubicBezTo>
                    <a:cubicBezTo>
                      <a:pt x="91800" y="56750"/>
                      <a:pt x="93521" y="52360"/>
                      <a:pt x="93521" y="48734"/>
                    </a:cubicBezTo>
                    <a:cubicBezTo>
                      <a:pt x="93521" y="42944"/>
                      <a:pt x="90716" y="39763"/>
                      <a:pt x="88294" y="38045"/>
                    </a:cubicBezTo>
                    <a:cubicBezTo>
                      <a:pt x="85298" y="35946"/>
                      <a:pt x="82238" y="34864"/>
                      <a:pt x="79114" y="34864"/>
                    </a:cubicBezTo>
                    <a:cubicBezTo>
                      <a:pt x="73886" y="34864"/>
                      <a:pt x="69232" y="37028"/>
                      <a:pt x="65662" y="41227"/>
                    </a:cubicBezTo>
                    <a:cubicBezTo>
                      <a:pt x="57949" y="50833"/>
                      <a:pt x="50171" y="63621"/>
                      <a:pt x="42457" y="79081"/>
                    </a:cubicBezTo>
                    <a:cubicBezTo>
                      <a:pt x="34871" y="94414"/>
                      <a:pt x="27731" y="111146"/>
                      <a:pt x="21292" y="128706"/>
                    </a:cubicBezTo>
                    <a:cubicBezTo>
                      <a:pt x="14790" y="146329"/>
                      <a:pt x="9563" y="163634"/>
                      <a:pt x="5801" y="180112"/>
                    </a:cubicBezTo>
                    <a:cubicBezTo>
                      <a:pt x="1976" y="196717"/>
                      <a:pt x="0" y="211222"/>
                      <a:pt x="0" y="223247"/>
                    </a:cubicBezTo>
                    <a:cubicBezTo>
                      <a:pt x="0" y="265300"/>
                      <a:pt x="23077" y="274144"/>
                      <a:pt x="42394" y="274144"/>
                    </a:cubicBezTo>
                    <a:cubicBezTo>
                      <a:pt x="72101" y="274144"/>
                      <a:pt x="110351" y="247550"/>
                      <a:pt x="159120" y="192899"/>
                    </a:cubicBezTo>
                    <a:cubicBezTo>
                      <a:pt x="154849" y="209377"/>
                      <a:pt x="152681" y="224074"/>
                      <a:pt x="152681" y="236734"/>
                    </a:cubicBezTo>
                    <a:cubicBezTo>
                      <a:pt x="152681" y="279933"/>
                      <a:pt x="172826" y="288967"/>
                      <a:pt x="189784" y="288967"/>
                    </a:cubicBezTo>
                    <a:cubicBezTo>
                      <a:pt x="196796" y="288967"/>
                      <a:pt x="206167" y="285850"/>
                      <a:pt x="218535" y="279361"/>
                    </a:cubicBezTo>
                    <a:cubicBezTo>
                      <a:pt x="230201" y="273253"/>
                      <a:pt x="243844" y="264601"/>
                      <a:pt x="259080" y="253721"/>
                    </a:cubicBezTo>
                    <a:cubicBezTo>
                      <a:pt x="267113" y="247868"/>
                      <a:pt x="275910" y="240997"/>
                      <a:pt x="285281" y="233363"/>
                    </a:cubicBezTo>
                    <a:cubicBezTo>
                      <a:pt x="292039" y="227827"/>
                      <a:pt x="299625" y="221275"/>
                      <a:pt x="307785" y="213831"/>
                    </a:cubicBezTo>
                    <a:cubicBezTo>
                      <a:pt x="299434" y="231899"/>
                      <a:pt x="292740" y="246087"/>
                      <a:pt x="287959" y="255694"/>
                    </a:cubicBezTo>
                    <a:cubicBezTo>
                      <a:pt x="279544" y="272808"/>
                      <a:pt x="279544" y="273126"/>
                      <a:pt x="279544" y="274462"/>
                    </a:cubicBezTo>
                    <a:cubicBezTo>
                      <a:pt x="279544" y="284132"/>
                      <a:pt x="285281" y="289667"/>
                      <a:pt x="295226" y="289667"/>
                    </a:cubicBezTo>
                    <a:cubicBezTo>
                      <a:pt x="300900" y="289667"/>
                      <a:pt x="303896" y="287250"/>
                      <a:pt x="305299" y="285341"/>
                    </a:cubicBezTo>
                    <a:cubicBezTo>
                      <a:pt x="324743" y="261101"/>
                      <a:pt x="338895" y="242651"/>
                      <a:pt x="347246" y="230690"/>
                    </a:cubicBezTo>
                    <a:cubicBezTo>
                      <a:pt x="446887" y="101667"/>
                      <a:pt x="516630" y="36264"/>
                      <a:pt x="554434" y="36264"/>
                    </a:cubicBezTo>
                    <a:cubicBezTo>
                      <a:pt x="561893" y="36264"/>
                      <a:pt x="564634" y="37727"/>
                      <a:pt x="564634" y="38618"/>
                    </a:cubicBezTo>
                    <a:cubicBezTo>
                      <a:pt x="564634" y="44917"/>
                      <a:pt x="558259" y="65339"/>
                      <a:pt x="527850" y="126988"/>
                    </a:cubicBezTo>
                    <a:cubicBezTo>
                      <a:pt x="502478" y="178394"/>
                      <a:pt x="490174" y="210523"/>
                      <a:pt x="490174" y="225283"/>
                    </a:cubicBezTo>
                    <a:cubicBezTo>
                      <a:pt x="490174" y="229418"/>
                      <a:pt x="491704" y="239088"/>
                      <a:pt x="505856" y="239088"/>
                    </a:cubicBezTo>
                    <a:cubicBezTo>
                      <a:pt x="511466" y="239088"/>
                      <a:pt x="516311" y="235907"/>
                      <a:pt x="520073" y="229800"/>
                    </a:cubicBezTo>
                    <a:cubicBezTo>
                      <a:pt x="524408" y="223692"/>
                      <a:pt x="529826" y="216248"/>
                      <a:pt x="536265" y="207660"/>
                    </a:cubicBezTo>
                    <a:cubicBezTo>
                      <a:pt x="542512" y="199325"/>
                      <a:pt x="549908" y="190609"/>
                      <a:pt x="558323" y="181639"/>
                    </a:cubicBezTo>
                    <a:cubicBezTo>
                      <a:pt x="562721" y="176740"/>
                      <a:pt x="568459" y="170441"/>
                      <a:pt x="575535" y="162807"/>
                    </a:cubicBezTo>
                    <a:cubicBezTo>
                      <a:pt x="582484" y="155299"/>
                      <a:pt x="591600" y="145820"/>
                      <a:pt x="602692" y="134559"/>
                    </a:cubicBezTo>
                    <a:lnTo>
                      <a:pt x="681743" y="53824"/>
                    </a:lnTo>
                    <a:lnTo>
                      <a:pt x="655222" y="117699"/>
                    </a:lnTo>
                    <a:cubicBezTo>
                      <a:pt x="648082" y="135322"/>
                      <a:pt x="642664" y="151482"/>
                      <a:pt x="639094" y="165797"/>
                    </a:cubicBezTo>
                    <a:cubicBezTo>
                      <a:pt x="635460" y="180239"/>
                      <a:pt x="633611" y="192899"/>
                      <a:pt x="633611" y="203588"/>
                    </a:cubicBezTo>
                    <a:cubicBezTo>
                      <a:pt x="633611" y="231645"/>
                      <a:pt x="638329" y="249650"/>
                      <a:pt x="647955" y="258684"/>
                    </a:cubicBezTo>
                    <a:cubicBezTo>
                      <a:pt x="657390" y="267527"/>
                      <a:pt x="669247" y="271981"/>
                      <a:pt x="683209" y="271981"/>
                    </a:cubicBezTo>
                    <a:cubicBezTo>
                      <a:pt x="697170" y="271981"/>
                      <a:pt x="711067" y="269118"/>
                      <a:pt x="723563" y="263519"/>
                    </a:cubicBezTo>
                    <a:cubicBezTo>
                      <a:pt x="735611" y="258048"/>
                      <a:pt x="746066" y="252767"/>
                      <a:pt x="754673" y="247741"/>
                    </a:cubicBezTo>
                    <a:cubicBezTo>
                      <a:pt x="767677" y="239597"/>
                      <a:pt x="781511" y="228845"/>
                      <a:pt x="795855" y="215930"/>
                    </a:cubicBezTo>
                    <a:cubicBezTo>
                      <a:pt x="796301" y="215549"/>
                      <a:pt x="796747" y="215103"/>
                      <a:pt x="797194" y="214721"/>
                    </a:cubicBezTo>
                    <a:cubicBezTo>
                      <a:pt x="796301" y="220575"/>
                      <a:pt x="795728" y="226301"/>
                      <a:pt x="795728" y="231899"/>
                    </a:cubicBezTo>
                    <a:cubicBezTo>
                      <a:pt x="795728" y="259002"/>
                      <a:pt x="810581" y="273380"/>
                      <a:pt x="838695" y="273380"/>
                    </a:cubicBezTo>
                    <a:cubicBezTo>
                      <a:pt x="871271" y="273380"/>
                      <a:pt x="906525" y="256521"/>
                      <a:pt x="943691" y="223183"/>
                    </a:cubicBezTo>
                    <a:cubicBezTo>
                      <a:pt x="943372" y="226110"/>
                      <a:pt x="943245" y="229291"/>
                      <a:pt x="943245" y="232599"/>
                    </a:cubicBezTo>
                    <a:cubicBezTo>
                      <a:pt x="943245" y="258429"/>
                      <a:pt x="956059" y="272044"/>
                      <a:pt x="980220" y="272044"/>
                    </a:cubicBezTo>
                    <a:cubicBezTo>
                      <a:pt x="996731" y="272044"/>
                      <a:pt x="1011585" y="269181"/>
                      <a:pt x="1024526" y="263583"/>
                    </a:cubicBezTo>
                    <a:cubicBezTo>
                      <a:pt x="1037085" y="258111"/>
                      <a:pt x="1047731" y="252831"/>
                      <a:pt x="1056338" y="247741"/>
                    </a:cubicBezTo>
                    <a:cubicBezTo>
                      <a:pt x="1069215" y="239661"/>
                      <a:pt x="1082921" y="229036"/>
                      <a:pt x="1097137" y="216248"/>
                    </a:cubicBezTo>
                    <a:lnTo>
                      <a:pt x="1080116" y="250477"/>
                    </a:lnTo>
                    <a:cubicBezTo>
                      <a:pt x="1078714" y="252767"/>
                      <a:pt x="1077120" y="255630"/>
                      <a:pt x="1075271" y="259066"/>
                    </a:cubicBezTo>
                    <a:cubicBezTo>
                      <a:pt x="1073104" y="263137"/>
                      <a:pt x="1072020" y="266573"/>
                      <a:pt x="1072020" y="269563"/>
                    </a:cubicBezTo>
                    <a:cubicBezTo>
                      <a:pt x="1072020" y="273507"/>
                      <a:pt x="1073486" y="282733"/>
                      <a:pt x="1087256" y="282733"/>
                    </a:cubicBezTo>
                    <a:cubicBezTo>
                      <a:pt x="1093185" y="282733"/>
                      <a:pt x="1098221" y="279933"/>
                      <a:pt x="1101664" y="274844"/>
                    </a:cubicBezTo>
                    <a:lnTo>
                      <a:pt x="1148966" y="209441"/>
                    </a:lnTo>
                    <a:cubicBezTo>
                      <a:pt x="1170323" y="179666"/>
                      <a:pt x="1193145" y="152882"/>
                      <a:pt x="1216669" y="129787"/>
                    </a:cubicBezTo>
                    <a:cubicBezTo>
                      <a:pt x="1240320" y="106629"/>
                      <a:pt x="1264226" y="85889"/>
                      <a:pt x="1287814" y="68138"/>
                    </a:cubicBezTo>
                    <a:cubicBezTo>
                      <a:pt x="1314206" y="48289"/>
                      <a:pt x="1327020" y="44089"/>
                      <a:pt x="1333076" y="44089"/>
                    </a:cubicBezTo>
                    <a:cubicBezTo>
                      <a:pt x="1333841" y="44089"/>
                      <a:pt x="1334734" y="44089"/>
                      <a:pt x="1334734" y="47780"/>
                    </a:cubicBezTo>
                    <a:cubicBezTo>
                      <a:pt x="1334734" y="53442"/>
                      <a:pt x="1329060" y="71383"/>
                      <a:pt x="1302094" y="124634"/>
                    </a:cubicBezTo>
                    <a:cubicBezTo>
                      <a:pt x="1279526" y="169678"/>
                      <a:pt x="1268561" y="202506"/>
                      <a:pt x="1268561" y="225028"/>
                    </a:cubicBezTo>
                    <a:cubicBezTo>
                      <a:pt x="1268561" y="233363"/>
                      <a:pt x="1270984" y="240170"/>
                      <a:pt x="1275829" y="245260"/>
                    </a:cubicBezTo>
                    <a:cubicBezTo>
                      <a:pt x="1280738" y="250413"/>
                      <a:pt x="1288387" y="253021"/>
                      <a:pt x="1298651" y="253021"/>
                    </a:cubicBezTo>
                    <a:cubicBezTo>
                      <a:pt x="1320836" y="253021"/>
                      <a:pt x="1332120" y="246977"/>
                      <a:pt x="1332120" y="235144"/>
                    </a:cubicBezTo>
                    <a:cubicBezTo>
                      <a:pt x="1332120" y="225473"/>
                      <a:pt x="1326319" y="219938"/>
                      <a:pt x="1316246" y="219938"/>
                    </a:cubicBezTo>
                    <a:cubicBezTo>
                      <a:pt x="1312613" y="219938"/>
                      <a:pt x="1308979" y="220575"/>
                      <a:pt x="1305536" y="221911"/>
                    </a:cubicBezTo>
                    <a:cubicBezTo>
                      <a:pt x="1302094" y="223247"/>
                      <a:pt x="1300946" y="223310"/>
                      <a:pt x="1300691" y="223310"/>
                    </a:cubicBezTo>
                    <a:cubicBezTo>
                      <a:pt x="1300118" y="223310"/>
                      <a:pt x="1299034" y="223310"/>
                      <a:pt x="1299034" y="218984"/>
                    </a:cubicBezTo>
                    <a:cubicBezTo>
                      <a:pt x="1299034" y="210841"/>
                      <a:pt x="1304963" y="188891"/>
                      <a:pt x="1333012" y="130614"/>
                    </a:cubicBezTo>
                    <a:cubicBezTo>
                      <a:pt x="1356472" y="82389"/>
                      <a:pt x="1367883" y="51979"/>
                      <a:pt x="1367883" y="37727"/>
                    </a:cubicBezTo>
                    <a:close/>
                  </a:path>
                </a:pathLst>
              </a:custGeom>
              <a:solidFill>
                <a:srgbClr val="FFC600"/>
              </a:solidFill>
              <a:ln w="6375"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C4F509BE-6B14-4AAD-F513-5F550592FEF4}"/>
                  </a:ext>
                </a:extLst>
              </p:cNvPr>
              <p:cNvSpPr/>
              <p:nvPr/>
            </p:nvSpPr>
            <p:spPr>
              <a:xfrm>
                <a:off x="6629906" y="-1566349"/>
                <a:ext cx="77774" cy="83661"/>
              </a:xfrm>
              <a:custGeom>
                <a:avLst/>
                <a:gdLst>
                  <a:gd name="connsiteX0" fmla="*/ 16001 w 77774"/>
                  <a:gd name="connsiteY0" fmla="*/ 83598 h 83661"/>
                  <a:gd name="connsiteX1" fmla="*/ 26201 w 77774"/>
                  <a:gd name="connsiteY1" fmla="*/ 79972 h 83661"/>
                  <a:gd name="connsiteX2" fmla="*/ 30154 w 77774"/>
                  <a:gd name="connsiteY2" fmla="*/ 73737 h 83661"/>
                  <a:gd name="connsiteX3" fmla="*/ 44625 w 77774"/>
                  <a:gd name="connsiteY3" fmla="*/ 53315 h 83661"/>
                  <a:gd name="connsiteX4" fmla="*/ 57056 w 77774"/>
                  <a:gd name="connsiteY4" fmla="*/ 43644 h 83661"/>
                  <a:gd name="connsiteX5" fmla="*/ 70890 w 77774"/>
                  <a:gd name="connsiteY5" fmla="*/ 31238 h 83661"/>
                  <a:gd name="connsiteX6" fmla="*/ 77775 w 77774"/>
                  <a:gd name="connsiteY6" fmla="*/ 17178 h 83661"/>
                  <a:gd name="connsiteX7" fmla="*/ 59160 w 77774"/>
                  <a:gd name="connsiteY7" fmla="*/ 0 h 83661"/>
                  <a:gd name="connsiteX8" fmla="*/ 45262 w 77774"/>
                  <a:gd name="connsiteY8" fmla="*/ 3881 h 83661"/>
                  <a:gd name="connsiteX9" fmla="*/ 26329 w 77774"/>
                  <a:gd name="connsiteY9" fmla="*/ 20868 h 83661"/>
                  <a:gd name="connsiteX10" fmla="*/ 16257 w 77774"/>
                  <a:gd name="connsiteY10" fmla="*/ 34419 h 83661"/>
                  <a:gd name="connsiteX11" fmla="*/ 5227 w 77774"/>
                  <a:gd name="connsiteY11" fmla="*/ 53315 h 83661"/>
                  <a:gd name="connsiteX12" fmla="*/ 0 w 77774"/>
                  <a:gd name="connsiteY12" fmla="*/ 67820 h 83661"/>
                  <a:gd name="connsiteX13" fmla="*/ 15874 w 77774"/>
                  <a:gd name="connsiteY13" fmla="*/ 83662 h 8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7774" h="83661">
                    <a:moveTo>
                      <a:pt x="16001" y="83598"/>
                    </a:moveTo>
                    <a:cubicBezTo>
                      <a:pt x="20336" y="83598"/>
                      <a:pt x="23779" y="82389"/>
                      <a:pt x="26201" y="79972"/>
                    </a:cubicBezTo>
                    <a:cubicBezTo>
                      <a:pt x="28114" y="78063"/>
                      <a:pt x="29389" y="76027"/>
                      <a:pt x="30154" y="73737"/>
                    </a:cubicBezTo>
                    <a:lnTo>
                      <a:pt x="44625" y="53315"/>
                    </a:lnTo>
                    <a:cubicBezTo>
                      <a:pt x="45454" y="52106"/>
                      <a:pt x="48068" y="49243"/>
                      <a:pt x="57056" y="43644"/>
                    </a:cubicBezTo>
                    <a:cubicBezTo>
                      <a:pt x="62220" y="39891"/>
                      <a:pt x="66938" y="35691"/>
                      <a:pt x="70890" y="31238"/>
                    </a:cubicBezTo>
                    <a:cubicBezTo>
                      <a:pt x="75480" y="26085"/>
                      <a:pt x="77775" y="21504"/>
                      <a:pt x="77775" y="17178"/>
                    </a:cubicBezTo>
                    <a:cubicBezTo>
                      <a:pt x="77775" y="6235"/>
                      <a:pt x="71018" y="0"/>
                      <a:pt x="59160" y="0"/>
                    </a:cubicBezTo>
                    <a:cubicBezTo>
                      <a:pt x="54889" y="0"/>
                      <a:pt x="50171" y="1272"/>
                      <a:pt x="45262" y="3881"/>
                    </a:cubicBezTo>
                    <a:cubicBezTo>
                      <a:pt x="40481" y="6426"/>
                      <a:pt x="34234" y="12024"/>
                      <a:pt x="26329" y="20868"/>
                    </a:cubicBezTo>
                    <a:cubicBezTo>
                      <a:pt x="23842" y="23349"/>
                      <a:pt x="20527" y="27802"/>
                      <a:pt x="16257" y="34419"/>
                    </a:cubicBezTo>
                    <a:cubicBezTo>
                      <a:pt x="12113" y="40845"/>
                      <a:pt x="8415" y="47207"/>
                      <a:pt x="5227" y="53315"/>
                    </a:cubicBezTo>
                    <a:cubicBezTo>
                      <a:pt x="574" y="62222"/>
                      <a:pt x="0" y="65721"/>
                      <a:pt x="0" y="67820"/>
                    </a:cubicBezTo>
                    <a:cubicBezTo>
                      <a:pt x="0" y="77872"/>
                      <a:pt x="5801" y="83662"/>
                      <a:pt x="15874" y="83662"/>
                    </a:cubicBezTo>
                    <a:close/>
                  </a:path>
                </a:pathLst>
              </a:custGeom>
              <a:solidFill>
                <a:srgbClr val="FFC600"/>
              </a:solidFill>
              <a:ln w="6375"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A4B7CE88-61D4-100C-89F0-BE58B200076E}"/>
                  </a:ext>
                </a:extLst>
              </p:cNvPr>
              <p:cNvSpPr/>
              <p:nvPr/>
            </p:nvSpPr>
            <p:spPr>
              <a:xfrm>
                <a:off x="6490803" y="-1452468"/>
                <a:ext cx="217642" cy="242651"/>
              </a:xfrm>
              <a:custGeom>
                <a:avLst/>
                <a:gdLst>
                  <a:gd name="connsiteX0" fmla="*/ 206869 w 217642"/>
                  <a:gd name="connsiteY0" fmla="*/ 140921 h 242651"/>
                  <a:gd name="connsiteX1" fmla="*/ 217642 w 217642"/>
                  <a:gd name="connsiteY1" fmla="*/ 120944 h 242651"/>
                  <a:gd name="connsiteX2" fmla="*/ 203108 w 217642"/>
                  <a:gd name="connsiteY2" fmla="*/ 108474 h 242651"/>
                  <a:gd name="connsiteX3" fmla="*/ 191952 w 217642"/>
                  <a:gd name="connsiteY3" fmla="*/ 112355 h 242651"/>
                  <a:gd name="connsiteX4" fmla="*/ 159248 w 217642"/>
                  <a:gd name="connsiteY4" fmla="*/ 142639 h 242651"/>
                  <a:gd name="connsiteX5" fmla="*/ 118703 w 217642"/>
                  <a:gd name="connsiteY5" fmla="*/ 176422 h 242651"/>
                  <a:gd name="connsiteX6" fmla="*/ 76819 w 217642"/>
                  <a:gd name="connsiteY6" fmla="*/ 203333 h 242651"/>
                  <a:gd name="connsiteX7" fmla="*/ 40991 w 217642"/>
                  <a:gd name="connsiteY7" fmla="*/ 213640 h 242651"/>
                  <a:gd name="connsiteX8" fmla="*/ 33150 w 217642"/>
                  <a:gd name="connsiteY8" fmla="*/ 212431 h 242651"/>
                  <a:gd name="connsiteX9" fmla="*/ 31875 w 217642"/>
                  <a:gd name="connsiteY9" fmla="*/ 207278 h 242651"/>
                  <a:gd name="connsiteX10" fmla="*/ 39780 w 217642"/>
                  <a:gd name="connsiteY10" fmla="*/ 173559 h 242651"/>
                  <a:gd name="connsiteX11" fmla="*/ 53423 w 217642"/>
                  <a:gd name="connsiteY11" fmla="*/ 141621 h 242651"/>
                  <a:gd name="connsiteX12" fmla="*/ 64706 w 217642"/>
                  <a:gd name="connsiteY12" fmla="*/ 126733 h 242651"/>
                  <a:gd name="connsiteX13" fmla="*/ 83002 w 217642"/>
                  <a:gd name="connsiteY13" fmla="*/ 102685 h 242651"/>
                  <a:gd name="connsiteX14" fmla="*/ 97984 w 217642"/>
                  <a:gd name="connsiteY14" fmla="*/ 82326 h 242651"/>
                  <a:gd name="connsiteX15" fmla="*/ 123101 w 217642"/>
                  <a:gd name="connsiteY15" fmla="*/ 43072 h 242651"/>
                  <a:gd name="connsiteX16" fmla="*/ 135214 w 217642"/>
                  <a:gd name="connsiteY16" fmla="*/ 15205 h 242651"/>
                  <a:gd name="connsiteX17" fmla="*/ 118639 w 217642"/>
                  <a:gd name="connsiteY17" fmla="*/ 0 h 242651"/>
                  <a:gd name="connsiteX18" fmla="*/ 91991 w 217642"/>
                  <a:gd name="connsiteY18" fmla="*/ 18005 h 242651"/>
                  <a:gd name="connsiteX19" fmla="*/ 61455 w 217642"/>
                  <a:gd name="connsiteY19" fmla="*/ 60758 h 242651"/>
                  <a:gd name="connsiteX20" fmla="*/ 31875 w 217642"/>
                  <a:gd name="connsiteY20" fmla="*/ 115027 h 242651"/>
                  <a:gd name="connsiteX21" fmla="*/ 9052 w 217642"/>
                  <a:gd name="connsiteY21" fmla="*/ 168405 h 242651"/>
                  <a:gd name="connsiteX22" fmla="*/ 0 w 217642"/>
                  <a:gd name="connsiteY22" fmla="*/ 208614 h 242651"/>
                  <a:gd name="connsiteX23" fmla="*/ 9945 w 217642"/>
                  <a:gd name="connsiteY23" fmla="*/ 234126 h 242651"/>
                  <a:gd name="connsiteX24" fmla="*/ 40226 w 217642"/>
                  <a:gd name="connsiteY24" fmla="*/ 242651 h 242651"/>
                  <a:gd name="connsiteX25" fmla="*/ 92820 w 217642"/>
                  <a:gd name="connsiteY25" fmla="*/ 228718 h 242651"/>
                  <a:gd name="connsiteX26" fmla="*/ 142800 w 217642"/>
                  <a:gd name="connsiteY26" fmla="*/ 198625 h 242651"/>
                  <a:gd name="connsiteX27" fmla="*/ 172827 w 217642"/>
                  <a:gd name="connsiteY27" fmla="*/ 173431 h 242651"/>
                  <a:gd name="connsiteX28" fmla="*/ 206741 w 217642"/>
                  <a:gd name="connsiteY28" fmla="*/ 140921 h 242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7642" h="242651">
                    <a:moveTo>
                      <a:pt x="206869" y="140921"/>
                    </a:moveTo>
                    <a:cubicBezTo>
                      <a:pt x="214073" y="133732"/>
                      <a:pt x="217642" y="127179"/>
                      <a:pt x="217642" y="120944"/>
                    </a:cubicBezTo>
                    <a:cubicBezTo>
                      <a:pt x="217642" y="117190"/>
                      <a:pt x="216240" y="108474"/>
                      <a:pt x="203108" y="108474"/>
                    </a:cubicBezTo>
                    <a:cubicBezTo>
                      <a:pt x="198327" y="108474"/>
                      <a:pt x="194565" y="109810"/>
                      <a:pt x="191952" y="112355"/>
                    </a:cubicBezTo>
                    <a:cubicBezTo>
                      <a:pt x="182899" y="120944"/>
                      <a:pt x="171870" y="131123"/>
                      <a:pt x="159248" y="142639"/>
                    </a:cubicBezTo>
                    <a:cubicBezTo>
                      <a:pt x="146625" y="154154"/>
                      <a:pt x="132983" y="165542"/>
                      <a:pt x="118703" y="176422"/>
                    </a:cubicBezTo>
                    <a:cubicBezTo>
                      <a:pt x="104550" y="187237"/>
                      <a:pt x="90461" y="196271"/>
                      <a:pt x="76819" y="203333"/>
                    </a:cubicBezTo>
                    <a:cubicBezTo>
                      <a:pt x="63559" y="210141"/>
                      <a:pt x="51510" y="213640"/>
                      <a:pt x="40991" y="213640"/>
                    </a:cubicBezTo>
                    <a:cubicBezTo>
                      <a:pt x="34552" y="213640"/>
                      <a:pt x="33150" y="212431"/>
                      <a:pt x="33150" y="212431"/>
                    </a:cubicBezTo>
                    <a:cubicBezTo>
                      <a:pt x="32321" y="211477"/>
                      <a:pt x="31875" y="209695"/>
                      <a:pt x="31875" y="207278"/>
                    </a:cubicBezTo>
                    <a:cubicBezTo>
                      <a:pt x="31875" y="199707"/>
                      <a:pt x="34489" y="188446"/>
                      <a:pt x="39780" y="173559"/>
                    </a:cubicBezTo>
                    <a:cubicBezTo>
                      <a:pt x="44625" y="158735"/>
                      <a:pt x="49215" y="147983"/>
                      <a:pt x="53423" y="141621"/>
                    </a:cubicBezTo>
                    <a:cubicBezTo>
                      <a:pt x="55144" y="139076"/>
                      <a:pt x="58905" y="134050"/>
                      <a:pt x="64706" y="126733"/>
                    </a:cubicBezTo>
                    <a:cubicBezTo>
                      <a:pt x="70635" y="119226"/>
                      <a:pt x="76755" y="111146"/>
                      <a:pt x="83002" y="102685"/>
                    </a:cubicBezTo>
                    <a:cubicBezTo>
                      <a:pt x="89313" y="94159"/>
                      <a:pt x="94286" y="87415"/>
                      <a:pt x="97984" y="82326"/>
                    </a:cubicBezTo>
                    <a:cubicBezTo>
                      <a:pt x="106908" y="68965"/>
                      <a:pt x="115324" y="55796"/>
                      <a:pt x="123101" y="43072"/>
                    </a:cubicBezTo>
                    <a:cubicBezTo>
                      <a:pt x="133938" y="25194"/>
                      <a:pt x="135214" y="18577"/>
                      <a:pt x="135214" y="15205"/>
                    </a:cubicBezTo>
                    <a:cubicBezTo>
                      <a:pt x="135214" y="5535"/>
                      <a:pt x="129157" y="0"/>
                      <a:pt x="118639" y="0"/>
                    </a:cubicBezTo>
                    <a:cubicBezTo>
                      <a:pt x="111308" y="0"/>
                      <a:pt x="102829" y="5726"/>
                      <a:pt x="91991" y="18005"/>
                    </a:cubicBezTo>
                    <a:cubicBezTo>
                      <a:pt x="82173" y="29139"/>
                      <a:pt x="71910" y="43517"/>
                      <a:pt x="61455" y="60758"/>
                    </a:cubicBezTo>
                    <a:cubicBezTo>
                      <a:pt x="51063" y="77872"/>
                      <a:pt x="41119" y="96132"/>
                      <a:pt x="31875" y="115027"/>
                    </a:cubicBezTo>
                    <a:cubicBezTo>
                      <a:pt x="22631" y="133986"/>
                      <a:pt x="14918" y="151927"/>
                      <a:pt x="9052" y="168405"/>
                    </a:cubicBezTo>
                    <a:cubicBezTo>
                      <a:pt x="2996" y="185456"/>
                      <a:pt x="0" y="198625"/>
                      <a:pt x="0" y="208614"/>
                    </a:cubicBezTo>
                    <a:cubicBezTo>
                      <a:pt x="0" y="219811"/>
                      <a:pt x="3315" y="228400"/>
                      <a:pt x="9945" y="234126"/>
                    </a:cubicBezTo>
                    <a:cubicBezTo>
                      <a:pt x="16448" y="239852"/>
                      <a:pt x="26392" y="242651"/>
                      <a:pt x="40226" y="242651"/>
                    </a:cubicBezTo>
                    <a:cubicBezTo>
                      <a:pt x="56610" y="242651"/>
                      <a:pt x="74269" y="237943"/>
                      <a:pt x="92820" y="228718"/>
                    </a:cubicBezTo>
                    <a:cubicBezTo>
                      <a:pt x="110925" y="219684"/>
                      <a:pt x="127755" y="209568"/>
                      <a:pt x="142800" y="198625"/>
                    </a:cubicBezTo>
                    <a:cubicBezTo>
                      <a:pt x="152235" y="191500"/>
                      <a:pt x="162308" y="182975"/>
                      <a:pt x="172827" y="173431"/>
                    </a:cubicBezTo>
                    <a:cubicBezTo>
                      <a:pt x="183218" y="163952"/>
                      <a:pt x="194629" y="153009"/>
                      <a:pt x="206741" y="140921"/>
                    </a:cubicBezTo>
                    <a:close/>
                  </a:path>
                </a:pathLst>
              </a:custGeom>
              <a:solidFill>
                <a:srgbClr val="FFC600"/>
              </a:solidFill>
              <a:ln w="6375" cap="flat">
                <a:noFill/>
                <a:prstDash val="solid"/>
                <a:miter/>
              </a:ln>
            </p:spPr>
            <p:txBody>
              <a:bodyPr rtlCol="0" anchor="ctr"/>
              <a:lstStyle/>
              <a:p>
                <a:endParaRPr lang="en-US"/>
              </a:p>
            </p:txBody>
          </p:sp>
          <p:sp>
            <p:nvSpPr>
              <p:cNvPr id="75" name="Freeform 74">
                <a:extLst>
                  <a:ext uri="{FF2B5EF4-FFF2-40B4-BE49-F238E27FC236}">
                    <a16:creationId xmlns:a16="http://schemas.microsoft.com/office/drawing/2014/main" id="{CD0F6F2E-A879-4390-DCEF-9649D7C97E35}"/>
                  </a:ext>
                </a:extLst>
              </p:cNvPr>
              <p:cNvSpPr/>
              <p:nvPr/>
            </p:nvSpPr>
            <p:spPr>
              <a:xfrm>
                <a:off x="6647182" y="-1463283"/>
                <a:ext cx="220893" cy="268226"/>
              </a:xfrm>
              <a:custGeom>
                <a:avLst/>
                <a:gdLst>
                  <a:gd name="connsiteX0" fmla="*/ 181751 w 220893"/>
                  <a:gd name="connsiteY0" fmla="*/ 61013 h 268226"/>
                  <a:gd name="connsiteX1" fmla="*/ 197625 w 220893"/>
                  <a:gd name="connsiteY1" fmla="*/ 74818 h 268226"/>
                  <a:gd name="connsiteX2" fmla="*/ 214455 w 220893"/>
                  <a:gd name="connsiteY2" fmla="*/ 64067 h 268226"/>
                  <a:gd name="connsiteX3" fmla="*/ 220894 w 220893"/>
                  <a:gd name="connsiteY3" fmla="*/ 42817 h 268226"/>
                  <a:gd name="connsiteX4" fmla="*/ 202662 w 220893"/>
                  <a:gd name="connsiteY4" fmla="*/ 11134 h 268226"/>
                  <a:gd name="connsiteX5" fmla="*/ 162435 w 220893"/>
                  <a:gd name="connsiteY5" fmla="*/ 0 h 268226"/>
                  <a:gd name="connsiteX6" fmla="*/ 116153 w 220893"/>
                  <a:gd name="connsiteY6" fmla="*/ 9798 h 268226"/>
                  <a:gd name="connsiteX7" fmla="*/ 76436 w 220893"/>
                  <a:gd name="connsiteY7" fmla="*/ 36455 h 268226"/>
                  <a:gd name="connsiteX8" fmla="*/ 60053 w 220893"/>
                  <a:gd name="connsiteY8" fmla="*/ 75836 h 268226"/>
                  <a:gd name="connsiteX9" fmla="*/ 68531 w 220893"/>
                  <a:gd name="connsiteY9" fmla="*/ 98231 h 268226"/>
                  <a:gd name="connsiteX10" fmla="*/ 94924 w 220893"/>
                  <a:gd name="connsiteY10" fmla="*/ 113755 h 268226"/>
                  <a:gd name="connsiteX11" fmla="*/ 139549 w 220893"/>
                  <a:gd name="connsiteY11" fmla="*/ 127242 h 268226"/>
                  <a:gd name="connsiteX12" fmla="*/ 157909 w 220893"/>
                  <a:gd name="connsiteY12" fmla="*/ 137867 h 268226"/>
                  <a:gd name="connsiteX13" fmla="*/ 163391 w 220893"/>
                  <a:gd name="connsiteY13" fmla="*/ 153327 h 268226"/>
                  <a:gd name="connsiteX14" fmla="*/ 152107 w 220893"/>
                  <a:gd name="connsiteY14" fmla="*/ 181702 h 268226"/>
                  <a:gd name="connsiteX15" fmla="*/ 122209 w 220893"/>
                  <a:gd name="connsiteY15" fmla="*/ 211159 h 268226"/>
                  <a:gd name="connsiteX16" fmla="*/ 84023 w 220893"/>
                  <a:gd name="connsiteY16" fmla="*/ 233553 h 268226"/>
                  <a:gd name="connsiteX17" fmla="*/ 47622 w 220893"/>
                  <a:gd name="connsiteY17" fmla="*/ 241951 h 268226"/>
                  <a:gd name="connsiteX18" fmla="*/ 31110 w 220893"/>
                  <a:gd name="connsiteY18" fmla="*/ 234190 h 268226"/>
                  <a:gd name="connsiteX19" fmla="*/ 47303 w 220893"/>
                  <a:gd name="connsiteY19" fmla="*/ 203651 h 268226"/>
                  <a:gd name="connsiteX20" fmla="*/ 94350 w 220893"/>
                  <a:gd name="connsiteY20" fmla="*/ 169296 h 268226"/>
                  <a:gd name="connsiteX21" fmla="*/ 104104 w 220893"/>
                  <a:gd name="connsiteY21" fmla="*/ 158035 h 268226"/>
                  <a:gd name="connsiteX22" fmla="*/ 94287 w 220893"/>
                  <a:gd name="connsiteY22" fmla="*/ 149573 h 268226"/>
                  <a:gd name="connsiteX23" fmla="*/ 81281 w 220893"/>
                  <a:gd name="connsiteY23" fmla="*/ 151737 h 268226"/>
                  <a:gd name="connsiteX24" fmla="*/ 69360 w 220893"/>
                  <a:gd name="connsiteY24" fmla="*/ 156063 h 268226"/>
                  <a:gd name="connsiteX25" fmla="*/ 39462 w 220893"/>
                  <a:gd name="connsiteY25" fmla="*/ 176167 h 268226"/>
                  <a:gd name="connsiteX26" fmla="*/ 11985 w 220893"/>
                  <a:gd name="connsiteY26" fmla="*/ 205306 h 268226"/>
                  <a:gd name="connsiteX27" fmla="*/ 0 w 220893"/>
                  <a:gd name="connsiteY27" fmla="*/ 238898 h 268226"/>
                  <a:gd name="connsiteX28" fmla="*/ 42202 w 220893"/>
                  <a:gd name="connsiteY28" fmla="*/ 268227 h 268226"/>
                  <a:gd name="connsiteX29" fmla="*/ 161288 w 220893"/>
                  <a:gd name="connsiteY29" fmla="*/ 213894 h 268226"/>
                  <a:gd name="connsiteX30" fmla="*/ 199920 w 220893"/>
                  <a:gd name="connsiteY30" fmla="*/ 147919 h 268226"/>
                  <a:gd name="connsiteX31" fmla="*/ 191697 w 220893"/>
                  <a:gd name="connsiteY31" fmla="*/ 122089 h 268226"/>
                  <a:gd name="connsiteX32" fmla="*/ 162372 w 220893"/>
                  <a:gd name="connsiteY32" fmla="*/ 103957 h 268226"/>
                  <a:gd name="connsiteX33" fmla="*/ 119085 w 220893"/>
                  <a:gd name="connsiteY33" fmla="*/ 90469 h 268226"/>
                  <a:gd name="connsiteX34" fmla="*/ 95243 w 220893"/>
                  <a:gd name="connsiteY34" fmla="*/ 73101 h 268226"/>
                  <a:gd name="connsiteX35" fmla="*/ 104869 w 220893"/>
                  <a:gd name="connsiteY35" fmla="*/ 51151 h 268226"/>
                  <a:gd name="connsiteX36" fmla="*/ 130751 w 220893"/>
                  <a:gd name="connsiteY36" fmla="*/ 33656 h 268226"/>
                  <a:gd name="connsiteX37" fmla="*/ 162435 w 220893"/>
                  <a:gd name="connsiteY37" fmla="*/ 26912 h 268226"/>
                  <a:gd name="connsiteX38" fmla="*/ 189083 w 220893"/>
                  <a:gd name="connsiteY38" fmla="*/ 42753 h 268226"/>
                  <a:gd name="connsiteX39" fmla="*/ 186214 w 220893"/>
                  <a:gd name="connsiteY39" fmla="*/ 49943 h 268226"/>
                  <a:gd name="connsiteX40" fmla="*/ 181624 w 220893"/>
                  <a:gd name="connsiteY40" fmla="*/ 60949 h 268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20893" h="268226">
                    <a:moveTo>
                      <a:pt x="181751" y="61013"/>
                    </a:moveTo>
                    <a:cubicBezTo>
                      <a:pt x="181751" y="65148"/>
                      <a:pt x="183281" y="74818"/>
                      <a:pt x="197625" y="74818"/>
                    </a:cubicBezTo>
                    <a:cubicBezTo>
                      <a:pt x="204128" y="74818"/>
                      <a:pt x="209801" y="71192"/>
                      <a:pt x="214455" y="64067"/>
                    </a:cubicBezTo>
                    <a:cubicBezTo>
                      <a:pt x="218727" y="57514"/>
                      <a:pt x="220894" y="50388"/>
                      <a:pt x="220894" y="42817"/>
                    </a:cubicBezTo>
                    <a:cubicBezTo>
                      <a:pt x="220894" y="29584"/>
                      <a:pt x="214774" y="18959"/>
                      <a:pt x="202662" y="11134"/>
                    </a:cubicBezTo>
                    <a:cubicBezTo>
                      <a:pt x="191186" y="3754"/>
                      <a:pt x="177671" y="0"/>
                      <a:pt x="162435" y="0"/>
                    </a:cubicBezTo>
                    <a:cubicBezTo>
                      <a:pt x="147199" y="0"/>
                      <a:pt x="131963" y="3308"/>
                      <a:pt x="116153" y="9798"/>
                    </a:cubicBezTo>
                    <a:cubicBezTo>
                      <a:pt x="100342" y="16287"/>
                      <a:pt x="86955" y="25258"/>
                      <a:pt x="76436" y="36455"/>
                    </a:cubicBezTo>
                    <a:cubicBezTo>
                      <a:pt x="65535" y="48034"/>
                      <a:pt x="60053" y="61267"/>
                      <a:pt x="60053" y="75836"/>
                    </a:cubicBezTo>
                    <a:cubicBezTo>
                      <a:pt x="60053" y="84107"/>
                      <a:pt x="62921" y="91614"/>
                      <a:pt x="68531" y="98231"/>
                    </a:cubicBezTo>
                    <a:cubicBezTo>
                      <a:pt x="74014" y="104720"/>
                      <a:pt x="82875" y="109937"/>
                      <a:pt x="94924" y="113755"/>
                    </a:cubicBezTo>
                    <a:lnTo>
                      <a:pt x="139549" y="127242"/>
                    </a:lnTo>
                    <a:cubicBezTo>
                      <a:pt x="148028" y="129660"/>
                      <a:pt x="154212" y="133223"/>
                      <a:pt x="157909" y="137867"/>
                    </a:cubicBezTo>
                    <a:cubicBezTo>
                      <a:pt x="161607" y="142511"/>
                      <a:pt x="163391" y="147537"/>
                      <a:pt x="163391" y="153327"/>
                    </a:cubicBezTo>
                    <a:cubicBezTo>
                      <a:pt x="163391" y="162170"/>
                      <a:pt x="159630" y="171714"/>
                      <a:pt x="152107" y="181702"/>
                    </a:cubicBezTo>
                    <a:cubicBezTo>
                      <a:pt x="144266" y="192136"/>
                      <a:pt x="134258" y="202061"/>
                      <a:pt x="122209" y="211159"/>
                    </a:cubicBezTo>
                    <a:cubicBezTo>
                      <a:pt x="110160" y="220320"/>
                      <a:pt x="97283" y="227891"/>
                      <a:pt x="84023" y="233553"/>
                    </a:cubicBezTo>
                    <a:cubicBezTo>
                      <a:pt x="70890" y="239152"/>
                      <a:pt x="58650" y="241951"/>
                      <a:pt x="47622" y="241951"/>
                    </a:cubicBezTo>
                    <a:cubicBezTo>
                      <a:pt x="31110" y="241951"/>
                      <a:pt x="31110" y="236162"/>
                      <a:pt x="31110" y="234190"/>
                    </a:cubicBezTo>
                    <a:cubicBezTo>
                      <a:pt x="31110" y="226746"/>
                      <a:pt x="36529" y="216503"/>
                      <a:pt x="47303" y="203651"/>
                    </a:cubicBezTo>
                    <a:cubicBezTo>
                      <a:pt x="58331" y="190482"/>
                      <a:pt x="74077" y="178966"/>
                      <a:pt x="94350" y="169296"/>
                    </a:cubicBezTo>
                    <a:cubicBezTo>
                      <a:pt x="98558" y="167006"/>
                      <a:pt x="104104" y="163379"/>
                      <a:pt x="104104" y="158035"/>
                    </a:cubicBezTo>
                    <a:cubicBezTo>
                      <a:pt x="104104" y="153963"/>
                      <a:pt x="101554" y="149573"/>
                      <a:pt x="94287" y="149573"/>
                    </a:cubicBezTo>
                    <a:cubicBezTo>
                      <a:pt x="90653" y="149573"/>
                      <a:pt x="86445" y="150273"/>
                      <a:pt x="81281" y="151737"/>
                    </a:cubicBezTo>
                    <a:cubicBezTo>
                      <a:pt x="76309" y="153136"/>
                      <a:pt x="72293" y="154599"/>
                      <a:pt x="69360" y="156063"/>
                    </a:cubicBezTo>
                    <a:cubicBezTo>
                      <a:pt x="60117" y="160707"/>
                      <a:pt x="50044" y="167451"/>
                      <a:pt x="39462" y="176167"/>
                    </a:cubicBezTo>
                    <a:cubicBezTo>
                      <a:pt x="28879" y="184883"/>
                      <a:pt x="19635" y="194681"/>
                      <a:pt x="11985" y="205306"/>
                    </a:cubicBezTo>
                    <a:cubicBezTo>
                      <a:pt x="4016" y="216376"/>
                      <a:pt x="0" y="227637"/>
                      <a:pt x="0" y="238898"/>
                    </a:cubicBezTo>
                    <a:cubicBezTo>
                      <a:pt x="0" y="252258"/>
                      <a:pt x="7331" y="268227"/>
                      <a:pt x="42202" y="268227"/>
                    </a:cubicBezTo>
                    <a:cubicBezTo>
                      <a:pt x="80516" y="268227"/>
                      <a:pt x="120551" y="249968"/>
                      <a:pt x="161288" y="213894"/>
                    </a:cubicBezTo>
                    <a:cubicBezTo>
                      <a:pt x="186915" y="191563"/>
                      <a:pt x="199920" y="169360"/>
                      <a:pt x="199920" y="147919"/>
                    </a:cubicBezTo>
                    <a:cubicBezTo>
                      <a:pt x="199920" y="138503"/>
                      <a:pt x="197179" y="129851"/>
                      <a:pt x="191697" y="122089"/>
                    </a:cubicBezTo>
                    <a:cubicBezTo>
                      <a:pt x="186214" y="114327"/>
                      <a:pt x="176333" y="108220"/>
                      <a:pt x="162372" y="103957"/>
                    </a:cubicBezTo>
                    <a:lnTo>
                      <a:pt x="119085" y="90469"/>
                    </a:lnTo>
                    <a:cubicBezTo>
                      <a:pt x="108184" y="87225"/>
                      <a:pt x="95243" y="81562"/>
                      <a:pt x="95243" y="73101"/>
                    </a:cubicBezTo>
                    <a:cubicBezTo>
                      <a:pt x="95243" y="65212"/>
                      <a:pt x="98367" y="58022"/>
                      <a:pt x="104869" y="51151"/>
                    </a:cubicBezTo>
                    <a:cubicBezTo>
                      <a:pt x="111626" y="43962"/>
                      <a:pt x="120296" y="38109"/>
                      <a:pt x="130751" y="33656"/>
                    </a:cubicBezTo>
                    <a:cubicBezTo>
                      <a:pt x="141143" y="29202"/>
                      <a:pt x="151853" y="26912"/>
                      <a:pt x="162435" y="26912"/>
                    </a:cubicBezTo>
                    <a:cubicBezTo>
                      <a:pt x="189083" y="26912"/>
                      <a:pt x="189083" y="38427"/>
                      <a:pt x="189083" y="42753"/>
                    </a:cubicBezTo>
                    <a:cubicBezTo>
                      <a:pt x="189083" y="44917"/>
                      <a:pt x="188126" y="47334"/>
                      <a:pt x="186214" y="49943"/>
                    </a:cubicBezTo>
                    <a:cubicBezTo>
                      <a:pt x="183154" y="54142"/>
                      <a:pt x="181624" y="57704"/>
                      <a:pt x="181624" y="60949"/>
                    </a:cubicBezTo>
                    <a:close/>
                  </a:path>
                </a:pathLst>
              </a:custGeom>
              <a:solidFill>
                <a:srgbClr val="FFC600"/>
              </a:solidFill>
              <a:ln w="6375" cap="flat">
                <a:noFill/>
                <a:prstDash val="solid"/>
                <a:miter/>
              </a:ln>
            </p:spPr>
            <p:txBody>
              <a:bodyPr rtlCol="0" anchor="ctr"/>
              <a:lstStyle/>
              <a:p>
                <a:endParaRPr lang="en-US"/>
              </a:p>
            </p:txBody>
          </p:sp>
          <p:sp>
            <p:nvSpPr>
              <p:cNvPr id="76" name="Freeform 75">
                <a:extLst>
                  <a:ext uri="{FF2B5EF4-FFF2-40B4-BE49-F238E27FC236}">
                    <a16:creationId xmlns:a16="http://schemas.microsoft.com/office/drawing/2014/main" id="{FF5CE1E2-68D1-7ED3-B160-3DF2343A86C3}"/>
                  </a:ext>
                </a:extLst>
              </p:cNvPr>
              <p:cNvSpPr/>
              <p:nvPr/>
            </p:nvSpPr>
            <p:spPr>
              <a:xfrm>
                <a:off x="6996914" y="-1565268"/>
                <a:ext cx="75862" cy="83598"/>
              </a:xfrm>
              <a:custGeom>
                <a:avLst/>
                <a:gdLst>
                  <a:gd name="connsiteX0" fmla="*/ 15555 w 75862"/>
                  <a:gd name="connsiteY0" fmla="*/ 83598 h 83598"/>
                  <a:gd name="connsiteX1" fmla="*/ 25628 w 75862"/>
                  <a:gd name="connsiteY1" fmla="*/ 79908 h 83598"/>
                  <a:gd name="connsiteX2" fmla="*/ 29452 w 75862"/>
                  <a:gd name="connsiteY2" fmla="*/ 73673 h 83598"/>
                  <a:gd name="connsiteX3" fmla="*/ 43542 w 75862"/>
                  <a:gd name="connsiteY3" fmla="*/ 53251 h 83598"/>
                  <a:gd name="connsiteX4" fmla="*/ 55654 w 75862"/>
                  <a:gd name="connsiteY4" fmla="*/ 43581 h 83598"/>
                  <a:gd name="connsiteX5" fmla="*/ 69169 w 75862"/>
                  <a:gd name="connsiteY5" fmla="*/ 31174 h 83598"/>
                  <a:gd name="connsiteX6" fmla="*/ 75863 w 75862"/>
                  <a:gd name="connsiteY6" fmla="*/ 17178 h 83598"/>
                  <a:gd name="connsiteX7" fmla="*/ 57630 w 75862"/>
                  <a:gd name="connsiteY7" fmla="*/ 0 h 83598"/>
                  <a:gd name="connsiteX8" fmla="*/ 44051 w 75862"/>
                  <a:gd name="connsiteY8" fmla="*/ 3881 h 83598"/>
                  <a:gd name="connsiteX9" fmla="*/ 25564 w 75862"/>
                  <a:gd name="connsiteY9" fmla="*/ 20868 h 83598"/>
                  <a:gd name="connsiteX10" fmla="*/ 15811 w 75862"/>
                  <a:gd name="connsiteY10" fmla="*/ 34419 h 83598"/>
                  <a:gd name="connsiteX11" fmla="*/ 5100 w 75862"/>
                  <a:gd name="connsiteY11" fmla="*/ 53315 h 83598"/>
                  <a:gd name="connsiteX12" fmla="*/ 0 w 75862"/>
                  <a:gd name="connsiteY12" fmla="*/ 67757 h 83598"/>
                  <a:gd name="connsiteX13" fmla="*/ 15555 w 75862"/>
                  <a:gd name="connsiteY13" fmla="*/ 83598 h 83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862" h="83598">
                    <a:moveTo>
                      <a:pt x="15555" y="83598"/>
                    </a:moveTo>
                    <a:cubicBezTo>
                      <a:pt x="19827" y="83598"/>
                      <a:pt x="23205" y="82326"/>
                      <a:pt x="25628" y="79908"/>
                    </a:cubicBezTo>
                    <a:cubicBezTo>
                      <a:pt x="27477" y="78000"/>
                      <a:pt x="28751" y="75964"/>
                      <a:pt x="29452" y="73673"/>
                    </a:cubicBezTo>
                    <a:lnTo>
                      <a:pt x="43542" y="53251"/>
                    </a:lnTo>
                    <a:cubicBezTo>
                      <a:pt x="44307" y="52042"/>
                      <a:pt x="46921" y="49179"/>
                      <a:pt x="55654" y="43581"/>
                    </a:cubicBezTo>
                    <a:cubicBezTo>
                      <a:pt x="60690" y="39827"/>
                      <a:pt x="65281" y="35628"/>
                      <a:pt x="69169" y="31174"/>
                    </a:cubicBezTo>
                    <a:cubicBezTo>
                      <a:pt x="73632" y="26021"/>
                      <a:pt x="75863" y="21440"/>
                      <a:pt x="75863" y="17178"/>
                    </a:cubicBezTo>
                    <a:cubicBezTo>
                      <a:pt x="75863" y="6235"/>
                      <a:pt x="69233" y="0"/>
                      <a:pt x="57630" y="0"/>
                    </a:cubicBezTo>
                    <a:cubicBezTo>
                      <a:pt x="53423" y="0"/>
                      <a:pt x="48833" y="1336"/>
                      <a:pt x="44051" y="3881"/>
                    </a:cubicBezTo>
                    <a:cubicBezTo>
                      <a:pt x="39398" y="6426"/>
                      <a:pt x="33278" y="12024"/>
                      <a:pt x="25564" y="20868"/>
                    </a:cubicBezTo>
                    <a:cubicBezTo>
                      <a:pt x="23141" y="23349"/>
                      <a:pt x="19954" y="27802"/>
                      <a:pt x="15811" y="34419"/>
                    </a:cubicBezTo>
                    <a:cubicBezTo>
                      <a:pt x="11794" y="40845"/>
                      <a:pt x="8160" y="47207"/>
                      <a:pt x="5100" y="53315"/>
                    </a:cubicBezTo>
                    <a:cubicBezTo>
                      <a:pt x="638" y="62222"/>
                      <a:pt x="0" y="65721"/>
                      <a:pt x="0" y="67757"/>
                    </a:cubicBezTo>
                    <a:cubicBezTo>
                      <a:pt x="0" y="77809"/>
                      <a:pt x="5674" y="83598"/>
                      <a:pt x="15555" y="83598"/>
                    </a:cubicBezTo>
                    <a:close/>
                  </a:path>
                </a:pathLst>
              </a:custGeom>
              <a:solidFill>
                <a:srgbClr val="FFC600"/>
              </a:solidFill>
              <a:ln w="6375" cap="flat">
                <a:noFill/>
                <a:prstDash val="solid"/>
                <a:miter/>
              </a:ln>
            </p:spPr>
            <p:txBody>
              <a:bodyPr rtlCol="0" anchor="ctr"/>
              <a:lstStyle/>
              <a:p>
                <a:endParaRPr lang="en-US"/>
              </a:p>
            </p:txBody>
          </p:sp>
          <p:sp>
            <p:nvSpPr>
              <p:cNvPr id="77" name="Freeform 76">
                <a:extLst>
                  <a:ext uri="{FF2B5EF4-FFF2-40B4-BE49-F238E27FC236}">
                    <a16:creationId xmlns:a16="http://schemas.microsoft.com/office/drawing/2014/main" id="{E7872F79-B07C-2971-88BB-FF7DA7853D58}"/>
                  </a:ext>
                </a:extLst>
              </p:cNvPr>
              <p:cNvSpPr/>
              <p:nvPr/>
            </p:nvSpPr>
            <p:spPr>
              <a:xfrm>
                <a:off x="6861637" y="-1472063"/>
                <a:ext cx="426423" cy="271535"/>
              </a:xfrm>
              <a:custGeom>
                <a:avLst/>
                <a:gdLst>
                  <a:gd name="connsiteX0" fmla="*/ 391042 w 426423"/>
                  <a:gd name="connsiteY0" fmla="*/ 224137 h 271535"/>
                  <a:gd name="connsiteX1" fmla="*/ 375296 w 426423"/>
                  <a:gd name="connsiteY1" fmla="*/ 208932 h 271535"/>
                  <a:gd name="connsiteX2" fmla="*/ 364650 w 426423"/>
                  <a:gd name="connsiteY2" fmla="*/ 210904 h 271535"/>
                  <a:gd name="connsiteX3" fmla="*/ 359933 w 426423"/>
                  <a:gd name="connsiteY3" fmla="*/ 212304 h 271535"/>
                  <a:gd name="connsiteX4" fmla="*/ 358339 w 426423"/>
                  <a:gd name="connsiteY4" fmla="*/ 207978 h 271535"/>
                  <a:gd name="connsiteX5" fmla="*/ 391935 w 426423"/>
                  <a:gd name="connsiteY5" fmla="*/ 119544 h 271535"/>
                  <a:gd name="connsiteX6" fmla="*/ 426424 w 426423"/>
                  <a:gd name="connsiteY6" fmla="*/ 26657 h 271535"/>
                  <a:gd name="connsiteX7" fmla="*/ 398629 w 426423"/>
                  <a:gd name="connsiteY7" fmla="*/ 0 h 271535"/>
                  <a:gd name="connsiteX8" fmla="*/ 298223 w 426423"/>
                  <a:gd name="connsiteY8" fmla="*/ 57068 h 271535"/>
                  <a:gd name="connsiteX9" fmla="*/ 255956 w 426423"/>
                  <a:gd name="connsiteY9" fmla="*/ 97022 h 271535"/>
                  <a:gd name="connsiteX10" fmla="*/ 238361 w 426423"/>
                  <a:gd name="connsiteY10" fmla="*/ 115409 h 271535"/>
                  <a:gd name="connsiteX11" fmla="*/ 249072 w 426423"/>
                  <a:gd name="connsiteY11" fmla="*/ 92569 h 271535"/>
                  <a:gd name="connsiteX12" fmla="*/ 264563 w 426423"/>
                  <a:gd name="connsiteY12" fmla="*/ 57195 h 271535"/>
                  <a:gd name="connsiteX13" fmla="*/ 270874 w 426423"/>
                  <a:gd name="connsiteY13" fmla="*/ 35373 h 271535"/>
                  <a:gd name="connsiteX14" fmla="*/ 253789 w 426423"/>
                  <a:gd name="connsiteY14" fmla="*/ 17496 h 271535"/>
                  <a:gd name="connsiteX15" fmla="*/ 240019 w 426423"/>
                  <a:gd name="connsiteY15" fmla="*/ 31302 h 271535"/>
                  <a:gd name="connsiteX16" fmla="*/ 201769 w 426423"/>
                  <a:gd name="connsiteY16" fmla="*/ 117636 h 271535"/>
                  <a:gd name="connsiteX17" fmla="*/ 196031 w 426423"/>
                  <a:gd name="connsiteY17" fmla="*/ 129342 h 271535"/>
                  <a:gd name="connsiteX18" fmla="*/ 186596 w 426423"/>
                  <a:gd name="connsiteY18" fmla="*/ 133032 h 271535"/>
                  <a:gd name="connsiteX19" fmla="*/ 154785 w 426423"/>
                  <a:gd name="connsiteY19" fmla="*/ 163316 h 271535"/>
                  <a:gd name="connsiteX20" fmla="*/ 115324 w 426423"/>
                  <a:gd name="connsiteY20" fmla="*/ 197098 h 271535"/>
                  <a:gd name="connsiteX21" fmla="*/ 74588 w 426423"/>
                  <a:gd name="connsiteY21" fmla="*/ 223947 h 271535"/>
                  <a:gd name="connsiteX22" fmla="*/ 39844 w 426423"/>
                  <a:gd name="connsiteY22" fmla="*/ 234190 h 271535"/>
                  <a:gd name="connsiteX23" fmla="*/ 32322 w 426423"/>
                  <a:gd name="connsiteY23" fmla="*/ 233044 h 271535"/>
                  <a:gd name="connsiteX24" fmla="*/ 31110 w 426423"/>
                  <a:gd name="connsiteY24" fmla="*/ 227827 h 271535"/>
                  <a:gd name="connsiteX25" fmla="*/ 38761 w 426423"/>
                  <a:gd name="connsiteY25" fmla="*/ 194108 h 271535"/>
                  <a:gd name="connsiteX26" fmla="*/ 52084 w 426423"/>
                  <a:gd name="connsiteY26" fmla="*/ 162170 h 271535"/>
                  <a:gd name="connsiteX27" fmla="*/ 63049 w 426423"/>
                  <a:gd name="connsiteY27" fmla="*/ 147283 h 271535"/>
                  <a:gd name="connsiteX28" fmla="*/ 80835 w 426423"/>
                  <a:gd name="connsiteY28" fmla="*/ 123234 h 271535"/>
                  <a:gd name="connsiteX29" fmla="*/ 95434 w 426423"/>
                  <a:gd name="connsiteY29" fmla="*/ 102875 h 271535"/>
                  <a:gd name="connsiteX30" fmla="*/ 119850 w 426423"/>
                  <a:gd name="connsiteY30" fmla="*/ 63621 h 271535"/>
                  <a:gd name="connsiteX31" fmla="*/ 131644 w 426423"/>
                  <a:gd name="connsiteY31" fmla="*/ 35755 h 271535"/>
                  <a:gd name="connsiteX32" fmla="*/ 115387 w 426423"/>
                  <a:gd name="connsiteY32" fmla="*/ 20550 h 271535"/>
                  <a:gd name="connsiteX33" fmla="*/ 89378 w 426423"/>
                  <a:gd name="connsiteY33" fmla="*/ 38618 h 271535"/>
                  <a:gd name="connsiteX34" fmla="*/ 59734 w 426423"/>
                  <a:gd name="connsiteY34" fmla="*/ 81372 h 271535"/>
                  <a:gd name="connsiteX35" fmla="*/ 30982 w 426423"/>
                  <a:gd name="connsiteY35" fmla="*/ 135640 h 271535"/>
                  <a:gd name="connsiteX36" fmla="*/ 8798 w 426423"/>
                  <a:gd name="connsiteY36" fmla="*/ 189019 h 271535"/>
                  <a:gd name="connsiteX37" fmla="*/ 0 w 426423"/>
                  <a:gd name="connsiteY37" fmla="*/ 229227 h 271535"/>
                  <a:gd name="connsiteX38" fmla="*/ 9690 w 426423"/>
                  <a:gd name="connsiteY38" fmla="*/ 254739 h 271535"/>
                  <a:gd name="connsiteX39" fmla="*/ 39270 w 426423"/>
                  <a:gd name="connsiteY39" fmla="*/ 263264 h 271535"/>
                  <a:gd name="connsiteX40" fmla="*/ 90525 w 426423"/>
                  <a:gd name="connsiteY40" fmla="*/ 249268 h 271535"/>
                  <a:gd name="connsiteX41" fmla="*/ 139167 w 426423"/>
                  <a:gd name="connsiteY41" fmla="*/ 219175 h 271535"/>
                  <a:gd name="connsiteX42" fmla="*/ 160841 w 426423"/>
                  <a:gd name="connsiteY42" fmla="*/ 200725 h 271535"/>
                  <a:gd name="connsiteX43" fmla="*/ 141844 w 426423"/>
                  <a:gd name="connsiteY43" fmla="*/ 239279 h 271535"/>
                  <a:gd name="connsiteX44" fmla="*/ 137063 w 426423"/>
                  <a:gd name="connsiteY44" fmla="*/ 247868 h 271535"/>
                  <a:gd name="connsiteX45" fmla="*/ 133875 w 426423"/>
                  <a:gd name="connsiteY45" fmla="*/ 258366 h 271535"/>
                  <a:gd name="connsiteX46" fmla="*/ 148984 w 426423"/>
                  <a:gd name="connsiteY46" fmla="*/ 271535 h 271535"/>
                  <a:gd name="connsiteX47" fmla="*/ 163264 w 426423"/>
                  <a:gd name="connsiteY47" fmla="*/ 263646 h 271535"/>
                  <a:gd name="connsiteX48" fmla="*/ 209993 w 426423"/>
                  <a:gd name="connsiteY48" fmla="*/ 198244 h 271535"/>
                  <a:gd name="connsiteX49" fmla="*/ 276930 w 426423"/>
                  <a:gd name="connsiteY49" fmla="*/ 118590 h 271535"/>
                  <a:gd name="connsiteX50" fmla="*/ 347246 w 426423"/>
                  <a:gd name="connsiteY50" fmla="*/ 56941 h 271535"/>
                  <a:gd name="connsiteX51" fmla="*/ 391999 w 426423"/>
                  <a:gd name="connsiteY51" fmla="*/ 32892 h 271535"/>
                  <a:gd name="connsiteX52" fmla="*/ 393592 w 426423"/>
                  <a:gd name="connsiteY52" fmla="*/ 36582 h 271535"/>
                  <a:gd name="connsiteX53" fmla="*/ 361335 w 426423"/>
                  <a:gd name="connsiteY53" fmla="*/ 113500 h 271535"/>
                  <a:gd name="connsiteX54" fmla="*/ 328185 w 426423"/>
                  <a:gd name="connsiteY54" fmla="*/ 213831 h 271535"/>
                  <a:gd name="connsiteX55" fmla="*/ 335389 w 426423"/>
                  <a:gd name="connsiteY55" fmla="*/ 233999 h 271535"/>
                  <a:gd name="connsiteX56" fmla="*/ 357956 w 426423"/>
                  <a:gd name="connsiteY56" fmla="*/ 241824 h 271535"/>
                  <a:gd name="connsiteX57" fmla="*/ 391106 w 426423"/>
                  <a:gd name="connsiteY57" fmla="*/ 223947 h 2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426423" h="271535">
                    <a:moveTo>
                      <a:pt x="391042" y="224137"/>
                    </a:moveTo>
                    <a:cubicBezTo>
                      <a:pt x="391042" y="214467"/>
                      <a:pt x="385305" y="208932"/>
                      <a:pt x="375296" y="208932"/>
                    </a:cubicBezTo>
                    <a:cubicBezTo>
                      <a:pt x="371663" y="208932"/>
                      <a:pt x="368092" y="209568"/>
                      <a:pt x="364650" y="210904"/>
                    </a:cubicBezTo>
                    <a:cubicBezTo>
                      <a:pt x="361208" y="212240"/>
                      <a:pt x="360060" y="212304"/>
                      <a:pt x="359933" y="212304"/>
                    </a:cubicBezTo>
                    <a:cubicBezTo>
                      <a:pt x="359423" y="212304"/>
                      <a:pt x="358339" y="212304"/>
                      <a:pt x="358339" y="207978"/>
                    </a:cubicBezTo>
                    <a:cubicBezTo>
                      <a:pt x="358339" y="199834"/>
                      <a:pt x="364140" y="177821"/>
                      <a:pt x="391935" y="119544"/>
                    </a:cubicBezTo>
                    <a:cubicBezTo>
                      <a:pt x="415140" y="71319"/>
                      <a:pt x="426424" y="40908"/>
                      <a:pt x="426424" y="26657"/>
                    </a:cubicBezTo>
                    <a:cubicBezTo>
                      <a:pt x="426424" y="9480"/>
                      <a:pt x="416542" y="0"/>
                      <a:pt x="398629" y="0"/>
                    </a:cubicBezTo>
                    <a:cubicBezTo>
                      <a:pt x="374595" y="0"/>
                      <a:pt x="341764" y="18641"/>
                      <a:pt x="298223" y="57068"/>
                    </a:cubicBezTo>
                    <a:cubicBezTo>
                      <a:pt x="284007" y="69602"/>
                      <a:pt x="269790" y="83089"/>
                      <a:pt x="255956" y="97022"/>
                    </a:cubicBezTo>
                    <a:cubicBezTo>
                      <a:pt x="250091" y="103003"/>
                      <a:pt x="244163" y="109110"/>
                      <a:pt x="238361" y="115409"/>
                    </a:cubicBezTo>
                    <a:cubicBezTo>
                      <a:pt x="241740" y="108411"/>
                      <a:pt x="245310" y="100840"/>
                      <a:pt x="249072" y="92569"/>
                    </a:cubicBezTo>
                    <a:cubicBezTo>
                      <a:pt x="255319" y="79399"/>
                      <a:pt x="260546" y="67502"/>
                      <a:pt x="264563" y="57195"/>
                    </a:cubicBezTo>
                    <a:cubicBezTo>
                      <a:pt x="270236" y="42626"/>
                      <a:pt x="270874" y="37791"/>
                      <a:pt x="270874" y="35373"/>
                    </a:cubicBezTo>
                    <a:cubicBezTo>
                      <a:pt x="270874" y="23985"/>
                      <a:pt x="264626" y="17496"/>
                      <a:pt x="253789" y="17496"/>
                    </a:cubicBezTo>
                    <a:cubicBezTo>
                      <a:pt x="245183" y="17496"/>
                      <a:pt x="240019" y="22649"/>
                      <a:pt x="240019" y="31302"/>
                    </a:cubicBezTo>
                    <a:cubicBezTo>
                      <a:pt x="240019" y="33719"/>
                      <a:pt x="236130" y="46952"/>
                      <a:pt x="201769" y="117636"/>
                    </a:cubicBezTo>
                    <a:lnTo>
                      <a:pt x="196031" y="129342"/>
                    </a:lnTo>
                    <a:cubicBezTo>
                      <a:pt x="192079" y="129596"/>
                      <a:pt x="188827" y="130742"/>
                      <a:pt x="186596" y="133032"/>
                    </a:cubicBezTo>
                    <a:cubicBezTo>
                      <a:pt x="177799" y="141621"/>
                      <a:pt x="167089" y="151800"/>
                      <a:pt x="154785" y="163316"/>
                    </a:cubicBezTo>
                    <a:cubicBezTo>
                      <a:pt x="142481" y="174831"/>
                      <a:pt x="129221" y="186156"/>
                      <a:pt x="115324" y="197098"/>
                    </a:cubicBezTo>
                    <a:cubicBezTo>
                      <a:pt x="101618" y="207914"/>
                      <a:pt x="87912" y="216948"/>
                      <a:pt x="74588" y="223947"/>
                    </a:cubicBezTo>
                    <a:cubicBezTo>
                      <a:pt x="61710" y="230754"/>
                      <a:pt x="50044" y="234190"/>
                      <a:pt x="39844" y="234190"/>
                    </a:cubicBezTo>
                    <a:cubicBezTo>
                      <a:pt x="33660" y="234190"/>
                      <a:pt x="32385" y="233044"/>
                      <a:pt x="32322" y="233044"/>
                    </a:cubicBezTo>
                    <a:cubicBezTo>
                      <a:pt x="31557" y="232090"/>
                      <a:pt x="31110" y="230245"/>
                      <a:pt x="31110" y="227827"/>
                    </a:cubicBezTo>
                    <a:cubicBezTo>
                      <a:pt x="31110" y="220257"/>
                      <a:pt x="33660" y="208932"/>
                      <a:pt x="38761" y="194108"/>
                    </a:cubicBezTo>
                    <a:cubicBezTo>
                      <a:pt x="43414" y="179285"/>
                      <a:pt x="47940" y="168533"/>
                      <a:pt x="52084" y="162170"/>
                    </a:cubicBezTo>
                    <a:cubicBezTo>
                      <a:pt x="53742" y="159562"/>
                      <a:pt x="57439" y="154599"/>
                      <a:pt x="63049" y="147283"/>
                    </a:cubicBezTo>
                    <a:cubicBezTo>
                      <a:pt x="68787" y="139776"/>
                      <a:pt x="74779" y="131696"/>
                      <a:pt x="80835" y="123234"/>
                    </a:cubicBezTo>
                    <a:cubicBezTo>
                      <a:pt x="86955" y="114709"/>
                      <a:pt x="91800" y="107965"/>
                      <a:pt x="95434" y="102875"/>
                    </a:cubicBezTo>
                    <a:cubicBezTo>
                      <a:pt x="104104" y="89515"/>
                      <a:pt x="112327" y="76282"/>
                      <a:pt x="119850" y="63621"/>
                    </a:cubicBezTo>
                    <a:cubicBezTo>
                      <a:pt x="130433" y="45744"/>
                      <a:pt x="131644" y="39191"/>
                      <a:pt x="131644" y="35755"/>
                    </a:cubicBezTo>
                    <a:cubicBezTo>
                      <a:pt x="131644" y="26085"/>
                      <a:pt x="125715" y="20550"/>
                      <a:pt x="115387" y="20550"/>
                    </a:cubicBezTo>
                    <a:cubicBezTo>
                      <a:pt x="108184" y="20550"/>
                      <a:pt x="99897" y="26276"/>
                      <a:pt x="89378" y="38618"/>
                    </a:cubicBezTo>
                    <a:cubicBezTo>
                      <a:pt x="79815" y="49815"/>
                      <a:pt x="69871" y="64194"/>
                      <a:pt x="59734" y="81372"/>
                    </a:cubicBezTo>
                    <a:cubicBezTo>
                      <a:pt x="49662" y="98486"/>
                      <a:pt x="39971" y="116745"/>
                      <a:pt x="30982" y="135640"/>
                    </a:cubicBezTo>
                    <a:cubicBezTo>
                      <a:pt x="21994" y="154599"/>
                      <a:pt x="14535" y="172541"/>
                      <a:pt x="8798" y="189019"/>
                    </a:cubicBezTo>
                    <a:cubicBezTo>
                      <a:pt x="2869" y="206069"/>
                      <a:pt x="0" y="219175"/>
                      <a:pt x="0" y="229227"/>
                    </a:cubicBezTo>
                    <a:cubicBezTo>
                      <a:pt x="0" y="240361"/>
                      <a:pt x="3251" y="248950"/>
                      <a:pt x="9690" y="254739"/>
                    </a:cubicBezTo>
                    <a:cubicBezTo>
                      <a:pt x="16065" y="260465"/>
                      <a:pt x="25755" y="263264"/>
                      <a:pt x="39270" y="263264"/>
                    </a:cubicBezTo>
                    <a:cubicBezTo>
                      <a:pt x="55208" y="263264"/>
                      <a:pt x="72484" y="258556"/>
                      <a:pt x="90525" y="249268"/>
                    </a:cubicBezTo>
                    <a:cubicBezTo>
                      <a:pt x="108184" y="240234"/>
                      <a:pt x="124504" y="230118"/>
                      <a:pt x="139167" y="219175"/>
                    </a:cubicBezTo>
                    <a:cubicBezTo>
                      <a:pt x="146051" y="213831"/>
                      <a:pt x="153383" y="207469"/>
                      <a:pt x="160841" y="200725"/>
                    </a:cubicBezTo>
                    <a:lnTo>
                      <a:pt x="141844" y="239279"/>
                    </a:lnTo>
                    <a:cubicBezTo>
                      <a:pt x="140505" y="241570"/>
                      <a:pt x="138912" y="244433"/>
                      <a:pt x="137063" y="247868"/>
                    </a:cubicBezTo>
                    <a:cubicBezTo>
                      <a:pt x="134895" y="251940"/>
                      <a:pt x="133875" y="255312"/>
                      <a:pt x="133875" y="258366"/>
                    </a:cubicBezTo>
                    <a:cubicBezTo>
                      <a:pt x="133875" y="262310"/>
                      <a:pt x="135341" y="271535"/>
                      <a:pt x="148984" y="271535"/>
                    </a:cubicBezTo>
                    <a:cubicBezTo>
                      <a:pt x="154913" y="271535"/>
                      <a:pt x="159886" y="268736"/>
                      <a:pt x="163264" y="263646"/>
                    </a:cubicBezTo>
                    <a:lnTo>
                      <a:pt x="209993" y="198244"/>
                    </a:lnTo>
                    <a:cubicBezTo>
                      <a:pt x="231158" y="168469"/>
                      <a:pt x="253662" y="141684"/>
                      <a:pt x="276930" y="118590"/>
                    </a:cubicBezTo>
                    <a:cubicBezTo>
                      <a:pt x="300262" y="95432"/>
                      <a:pt x="323978" y="74691"/>
                      <a:pt x="347246" y="56941"/>
                    </a:cubicBezTo>
                    <a:cubicBezTo>
                      <a:pt x="373320" y="37091"/>
                      <a:pt x="385943" y="32892"/>
                      <a:pt x="391999" y="32892"/>
                    </a:cubicBezTo>
                    <a:cubicBezTo>
                      <a:pt x="392700" y="32892"/>
                      <a:pt x="393592" y="32892"/>
                      <a:pt x="393592" y="36582"/>
                    </a:cubicBezTo>
                    <a:cubicBezTo>
                      <a:pt x="393592" y="42244"/>
                      <a:pt x="387982" y="60186"/>
                      <a:pt x="361335" y="113500"/>
                    </a:cubicBezTo>
                    <a:cubicBezTo>
                      <a:pt x="339023" y="158544"/>
                      <a:pt x="328185" y="191373"/>
                      <a:pt x="328185" y="213831"/>
                    </a:cubicBezTo>
                    <a:cubicBezTo>
                      <a:pt x="328185" y="222165"/>
                      <a:pt x="330607" y="228973"/>
                      <a:pt x="335389" y="233999"/>
                    </a:cubicBezTo>
                    <a:cubicBezTo>
                      <a:pt x="340234" y="239152"/>
                      <a:pt x="347820" y="241824"/>
                      <a:pt x="357956" y="241824"/>
                    </a:cubicBezTo>
                    <a:cubicBezTo>
                      <a:pt x="379950" y="241824"/>
                      <a:pt x="391106" y="235780"/>
                      <a:pt x="391106" y="223947"/>
                    </a:cubicBezTo>
                    <a:close/>
                  </a:path>
                </a:pathLst>
              </a:custGeom>
              <a:solidFill>
                <a:srgbClr val="FFC600"/>
              </a:solidFill>
              <a:ln w="6375" cap="flat">
                <a:noFill/>
                <a:prstDash val="solid"/>
                <a:miter/>
              </a:ln>
            </p:spPr>
            <p:txBody>
              <a:bodyPr rtlCol="0" anchor="ctr"/>
              <a:lstStyle/>
              <a:p>
                <a:endParaRPr lang="en-US"/>
              </a:p>
            </p:txBody>
          </p:sp>
          <p:sp>
            <p:nvSpPr>
              <p:cNvPr id="78" name="Freeform 77">
                <a:extLst>
                  <a:ext uri="{FF2B5EF4-FFF2-40B4-BE49-F238E27FC236}">
                    <a16:creationId xmlns:a16="http://schemas.microsoft.com/office/drawing/2014/main" id="{C41CAA66-71BC-3D5C-612F-34D6E6C14309}"/>
                  </a:ext>
                </a:extLst>
              </p:cNvPr>
              <p:cNvSpPr/>
              <p:nvPr/>
            </p:nvSpPr>
            <p:spPr>
              <a:xfrm>
                <a:off x="7236997" y="-1492231"/>
                <a:ext cx="5062642" cy="491855"/>
              </a:xfrm>
              <a:custGeom>
                <a:avLst/>
                <a:gdLst>
                  <a:gd name="connsiteX0" fmla="*/ 191887 w 5062642"/>
                  <a:gd name="connsiteY0" fmla="*/ 326949 h 491855"/>
                  <a:gd name="connsiteX1" fmla="*/ 204000 w 5062642"/>
                  <a:gd name="connsiteY1" fmla="*/ 294821 h 491855"/>
                  <a:gd name="connsiteX2" fmla="*/ 226695 w 5062642"/>
                  <a:gd name="connsiteY2" fmla="*/ 237880 h 491855"/>
                  <a:gd name="connsiteX3" fmla="*/ 243398 w 5062642"/>
                  <a:gd name="connsiteY3" fmla="*/ 197480 h 491855"/>
                  <a:gd name="connsiteX4" fmla="*/ 265901 w 5062642"/>
                  <a:gd name="connsiteY4" fmla="*/ 142511 h 491855"/>
                  <a:gd name="connsiteX5" fmla="*/ 282795 w 5062642"/>
                  <a:gd name="connsiteY5" fmla="*/ 112673 h 491855"/>
                  <a:gd name="connsiteX6" fmla="*/ 295928 w 5062642"/>
                  <a:gd name="connsiteY6" fmla="*/ 91169 h 491855"/>
                  <a:gd name="connsiteX7" fmla="*/ 321173 w 5062642"/>
                  <a:gd name="connsiteY7" fmla="*/ 17687 h 491855"/>
                  <a:gd name="connsiteX8" fmla="*/ 308805 w 5062642"/>
                  <a:gd name="connsiteY8" fmla="*/ 0 h 491855"/>
                  <a:gd name="connsiteX9" fmla="*/ 262650 w 5062642"/>
                  <a:gd name="connsiteY9" fmla="*/ 53378 h 491855"/>
                  <a:gd name="connsiteX10" fmla="*/ 206614 w 5062642"/>
                  <a:gd name="connsiteY10" fmla="*/ 12024 h 491855"/>
                  <a:gd name="connsiteX11" fmla="*/ 94223 w 5062642"/>
                  <a:gd name="connsiteY11" fmla="*/ 87861 h 491855"/>
                  <a:gd name="connsiteX12" fmla="*/ 42649 w 5062642"/>
                  <a:gd name="connsiteY12" fmla="*/ 217203 h 491855"/>
                  <a:gd name="connsiteX13" fmla="*/ 58204 w 5062642"/>
                  <a:gd name="connsiteY13" fmla="*/ 268481 h 491855"/>
                  <a:gd name="connsiteX14" fmla="*/ 103148 w 5062642"/>
                  <a:gd name="connsiteY14" fmla="*/ 290303 h 491855"/>
                  <a:gd name="connsiteX15" fmla="*/ 189274 w 5062642"/>
                  <a:gd name="connsiteY15" fmla="*/ 240615 h 491855"/>
                  <a:gd name="connsiteX16" fmla="*/ 174484 w 5062642"/>
                  <a:gd name="connsiteY16" fmla="*/ 283178 h 491855"/>
                  <a:gd name="connsiteX17" fmla="*/ 158419 w 5062642"/>
                  <a:gd name="connsiteY17" fmla="*/ 326949 h 491855"/>
                  <a:gd name="connsiteX18" fmla="*/ 21548 w 5062642"/>
                  <a:gd name="connsiteY18" fmla="*/ 326949 h 491855"/>
                  <a:gd name="connsiteX19" fmla="*/ 20337 w 5062642"/>
                  <a:gd name="connsiteY19" fmla="*/ 326949 h 491855"/>
                  <a:gd name="connsiteX20" fmla="*/ 6694 w 5062642"/>
                  <a:gd name="connsiteY20" fmla="*/ 341200 h 491855"/>
                  <a:gd name="connsiteX21" fmla="*/ 1658 w 5062642"/>
                  <a:gd name="connsiteY21" fmla="*/ 379309 h 491855"/>
                  <a:gd name="connsiteX22" fmla="*/ 0 w 5062642"/>
                  <a:gd name="connsiteY22" fmla="*/ 418755 h 491855"/>
                  <a:gd name="connsiteX23" fmla="*/ 14727 w 5062642"/>
                  <a:gd name="connsiteY23" fmla="*/ 468888 h 491855"/>
                  <a:gd name="connsiteX24" fmla="*/ 60435 w 5062642"/>
                  <a:gd name="connsiteY24" fmla="*/ 491855 h 491855"/>
                  <a:gd name="connsiteX25" fmla="*/ 63113 w 5062642"/>
                  <a:gd name="connsiteY25" fmla="*/ 491855 h 491855"/>
                  <a:gd name="connsiteX26" fmla="*/ 154466 w 5062642"/>
                  <a:gd name="connsiteY26" fmla="*/ 412138 h 491855"/>
                  <a:gd name="connsiteX27" fmla="*/ 177034 w 5062642"/>
                  <a:gd name="connsiteY27" fmla="*/ 364104 h 491855"/>
                  <a:gd name="connsiteX28" fmla="*/ 180158 w 5062642"/>
                  <a:gd name="connsiteY28" fmla="*/ 356597 h 491855"/>
                  <a:gd name="connsiteX29" fmla="*/ 5062643 w 5062642"/>
                  <a:gd name="connsiteY29" fmla="*/ 356597 h 491855"/>
                  <a:gd name="connsiteX30" fmla="*/ 5062643 w 5062642"/>
                  <a:gd name="connsiteY30" fmla="*/ 327013 h 491855"/>
                  <a:gd name="connsiteX31" fmla="*/ 192015 w 5062642"/>
                  <a:gd name="connsiteY31" fmla="*/ 327013 h 491855"/>
                  <a:gd name="connsiteX32" fmla="*/ 115515 w 5062642"/>
                  <a:gd name="connsiteY32" fmla="*/ 415001 h 491855"/>
                  <a:gd name="connsiteX33" fmla="*/ 88995 w 5062642"/>
                  <a:gd name="connsiteY33" fmla="*/ 447702 h 491855"/>
                  <a:gd name="connsiteX34" fmla="*/ 65727 w 5062642"/>
                  <a:gd name="connsiteY34" fmla="*/ 461763 h 491855"/>
                  <a:gd name="connsiteX35" fmla="*/ 31365 w 5062642"/>
                  <a:gd name="connsiteY35" fmla="*/ 413410 h 491855"/>
                  <a:gd name="connsiteX36" fmla="*/ 32003 w 5062642"/>
                  <a:gd name="connsiteY36" fmla="*/ 389998 h 491855"/>
                  <a:gd name="connsiteX37" fmla="*/ 33979 w 5062642"/>
                  <a:gd name="connsiteY37" fmla="*/ 367921 h 491855"/>
                  <a:gd name="connsiteX38" fmla="*/ 33979 w 5062642"/>
                  <a:gd name="connsiteY38" fmla="*/ 367349 h 491855"/>
                  <a:gd name="connsiteX39" fmla="*/ 35891 w 5062642"/>
                  <a:gd name="connsiteY39" fmla="*/ 358378 h 491855"/>
                  <a:gd name="connsiteX40" fmla="*/ 36338 w 5062642"/>
                  <a:gd name="connsiteY40" fmla="*/ 356533 h 491855"/>
                  <a:gd name="connsiteX41" fmla="*/ 146179 w 5062642"/>
                  <a:gd name="connsiteY41" fmla="*/ 356533 h 491855"/>
                  <a:gd name="connsiteX42" fmla="*/ 115515 w 5062642"/>
                  <a:gd name="connsiteY42" fmla="*/ 414937 h 491855"/>
                  <a:gd name="connsiteX43" fmla="*/ 103084 w 5062642"/>
                  <a:gd name="connsiteY43" fmla="*/ 258238 h 491855"/>
                  <a:gd name="connsiteX44" fmla="*/ 74715 w 5062642"/>
                  <a:gd name="connsiteY44" fmla="*/ 221211 h 491855"/>
                  <a:gd name="connsiteX45" fmla="*/ 106208 w 5062642"/>
                  <a:gd name="connsiteY45" fmla="*/ 129215 h 491855"/>
                  <a:gd name="connsiteX46" fmla="*/ 134386 w 5062642"/>
                  <a:gd name="connsiteY46" fmla="*/ 90278 h 491855"/>
                  <a:gd name="connsiteX47" fmla="*/ 171679 w 5062642"/>
                  <a:gd name="connsiteY47" fmla="*/ 56623 h 491855"/>
                  <a:gd name="connsiteX48" fmla="*/ 204574 w 5062642"/>
                  <a:gd name="connsiteY48" fmla="*/ 43390 h 491855"/>
                  <a:gd name="connsiteX49" fmla="*/ 222615 w 5062642"/>
                  <a:gd name="connsiteY49" fmla="*/ 51215 h 491855"/>
                  <a:gd name="connsiteX50" fmla="*/ 235684 w 5062642"/>
                  <a:gd name="connsiteY50" fmla="*/ 87225 h 491855"/>
                  <a:gd name="connsiteX51" fmla="*/ 241485 w 5062642"/>
                  <a:gd name="connsiteY51" fmla="*/ 101603 h 491855"/>
                  <a:gd name="connsiteX52" fmla="*/ 223380 w 5062642"/>
                  <a:gd name="connsiteY52" fmla="*/ 147728 h 491855"/>
                  <a:gd name="connsiteX53" fmla="*/ 103020 w 5062642"/>
                  <a:gd name="connsiteY53" fmla="*/ 258238 h 49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062642" h="491855">
                    <a:moveTo>
                      <a:pt x="191887" y="326949"/>
                    </a:moveTo>
                    <a:cubicBezTo>
                      <a:pt x="195776" y="316897"/>
                      <a:pt x="199856" y="306145"/>
                      <a:pt x="204000" y="294821"/>
                    </a:cubicBezTo>
                    <a:cubicBezTo>
                      <a:pt x="212288" y="273508"/>
                      <a:pt x="219874" y="254358"/>
                      <a:pt x="226695" y="237880"/>
                    </a:cubicBezTo>
                    <a:cubicBezTo>
                      <a:pt x="233389" y="221656"/>
                      <a:pt x="238935" y="208232"/>
                      <a:pt x="243398" y="197480"/>
                    </a:cubicBezTo>
                    <a:lnTo>
                      <a:pt x="265901" y="142511"/>
                    </a:lnTo>
                    <a:cubicBezTo>
                      <a:pt x="272022" y="131123"/>
                      <a:pt x="277759" y="121071"/>
                      <a:pt x="282795" y="112673"/>
                    </a:cubicBezTo>
                    <a:cubicBezTo>
                      <a:pt x="287895" y="104211"/>
                      <a:pt x="292230" y="97150"/>
                      <a:pt x="295928" y="91169"/>
                    </a:cubicBezTo>
                    <a:cubicBezTo>
                      <a:pt x="312949" y="60440"/>
                      <a:pt x="321173" y="36391"/>
                      <a:pt x="321173" y="17687"/>
                    </a:cubicBezTo>
                    <a:cubicBezTo>
                      <a:pt x="321173" y="2290"/>
                      <a:pt x="313395" y="0"/>
                      <a:pt x="308805" y="0"/>
                    </a:cubicBezTo>
                    <a:cubicBezTo>
                      <a:pt x="293633" y="0"/>
                      <a:pt x="278842" y="17050"/>
                      <a:pt x="262650" y="53378"/>
                    </a:cubicBezTo>
                    <a:cubicBezTo>
                      <a:pt x="252132" y="25957"/>
                      <a:pt x="233325" y="12024"/>
                      <a:pt x="206614" y="12024"/>
                    </a:cubicBezTo>
                    <a:cubicBezTo>
                      <a:pt x="169702" y="12024"/>
                      <a:pt x="131899" y="37537"/>
                      <a:pt x="94223" y="87861"/>
                    </a:cubicBezTo>
                    <a:cubicBezTo>
                      <a:pt x="59989" y="134686"/>
                      <a:pt x="42649" y="178203"/>
                      <a:pt x="42649" y="217203"/>
                    </a:cubicBezTo>
                    <a:cubicBezTo>
                      <a:pt x="42649" y="237180"/>
                      <a:pt x="47876" y="254421"/>
                      <a:pt x="58204" y="268481"/>
                    </a:cubicBezTo>
                    <a:cubicBezTo>
                      <a:pt x="68850" y="282923"/>
                      <a:pt x="83959" y="290303"/>
                      <a:pt x="103148" y="290303"/>
                    </a:cubicBezTo>
                    <a:cubicBezTo>
                      <a:pt x="129221" y="290303"/>
                      <a:pt x="158164" y="273635"/>
                      <a:pt x="189274" y="240615"/>
                    </a:cubicBezTo>
                    <a:lnTo>
                      <a:pt x="174484" y="283178"/>
                    </a:lnTo>
                    <a:cubicBezTo>
                      <a:pt x="169065" y="298829"/>
                      <a:pt x="163710" y="313462"/>
                      <a:pt x="158419" y="326949"/>
                    </a:cubicBezTo>
                    <a:lnTo>
                      <a:pt x="21548" y="326949"/>
                    </a:lnTo>
                    <a:cubicBezTo>
                      <a:pt x="21165" y="327013"/>
                      <a:pt x="20783" y="326949"/>
                      <a:pt x="20337" y="326949"/>
                    </a:cubicBezTo>
                    <a:cubicBezTo>
                      <a:pt x="16257" y="326949"/>
                      <a:pt x="9053" y="328794"/>
                      <a:pt x="6694" y="341200"/>
                    </a:cubicBezTo>
                    <a:cubicBezTo>
                      <a:pt x="4463" y="353607"/>
                      <a:pt x="2742" y="366394"/>
                      <a:pt x="1658" y="379309"/>
                    </a:cubicBezTo>
                    <a:cubicBezTo>
                      <a:pt x="574" y="392161"/>
                      <a:pt x="0" y="405394"/>
                      <a:pt x="0" y="418755"/>
                    </a:cubicBezTo>
                    <a:cubicBezTo>
                      <a:pt x="0" y="437332"/>
                      <a:pt x="4973" y="454192"/>
                      <a:pt x="14727" y="468888"/>
                    </a:cubicBezTo>
                    <a:cubicBezTo>
                      <a:pt x="24863" y="484094"/>
                      <a:pt x="40290" y="491855"/>
                      <a:pt x="60435" y="491855"/>
                    </a:cubicBezTo>
                    <a:lnTo>
                      <a:pt x="63113" y="491855"/>
                    </a:lnTo>
                    <a:cubicBezTo>
                      <a:pt x="94031" y="491855"/>
                      <a:pt x="124759" y="465071"/>
                      <a:pt x="154466" y="412138"/>
                    </a:cubicBezTo>
                    <a:cubicBezTo>
                      <a:pt x="161160" y="399668"/>
                      <a:pt x="168746" y="383508"/>
                      <a:pt x="177034" y="364104"/>
                    </a:cubicBezTo>
                    <a:cubicBezTo>
                      <a:pt x="178054" y="361686"/>
                      <a:pt x="179137" y="359142"/>
                      <a:pt x="180158" y="356597"/>
                    </a:cubicBezTo>
                    <a:lnTo>
                      <a:pt x="5062643" y="356597"/>
                    </a:lnTo>
                    <a:lnTo>
                      <a:pt x="5062643" y="327013"/>
                    </a:lnTo>
                    <a:lnTo>
                      <a:pt x="192015" y="327013"/>
                    </a:lnTo>
                    <a:close/>
                    <a:moveTo>
                      <a:pt x="115515" y="415001"/>
                    </a:moveTo>
                    <a:cubicBezTo>
                      <a:pt x="107674" y="426707"/>
                      <a:pt x="98749" y="437714"/>
                      <a:pt x="88995" y="447702"/>
                    </a:cubicBezTo>
                    <a:cubicBezTo>
                      <a:pt x="79879" y="456991"/>
                      <a:pt x="72038" y="461763"/>
                      <a:pt x="65727" y="461763"/>
                    </a:cubicBezTo>
                    <a:cubicBezTo>
                      <a:pt x="42585" y="461763"/>
                      <a:pt x="31365" y="445921"/>
                      <a:pt x="31365" y="413410"/>
                    </a:cubicBezTo>
                    <a:cubicBezTo>
                      <a:pt x="31365" y="405458"/>
                      <a:pt x="31620" y="397569"/>
                      <a:pt x="32003" y="389998"/>
                    </a:cubicBezTo>
                    <a:cubicBezTo>
                      <a:pt x="32449" y="382300"/>
                      <a:pt x="33087" y="374920"/>
                      <a:pt x="33979" y="367921"/>
                    </a:cubicBezTo>
                    <a:lnTo>
                      <a:pt x="33979" y="367349"/>
                    </a:lnTo>
                    <a:cubicBezTo>
                      <a:pt x="33979" y="366140"/>
                      <a:pt x="34361" y="363595"/>
                      <a:pt x="35891" y="358378"/>
                    </a:cubicBezTo>
                    <a:cubicBezTo>
                      <a:pt x="36083" y="357742"/>
                      <a:pt x="36147" y="357169"/>
                      <a:pt x="36338" y="356533"/>
                    </a:cubicBezTo>
                    <a:lnTo>
                      <a:pt x="146179" y="356533"/>
                    </a:lnTo>
                    <a:cubicBezTo>
                      <a:pt x="135596" y="380646"/>
                      <a:pt x="125397" y="400241"/>
                      <a:pt x="115515" y="414937"/>
                    </a:cubicBezTo>
                    <a:close/>
                    <a:moveTo>
                      <a:pt x="103084" y="258238"/>
                    </a:moveTo>
                    <a:cubicBezTo>
                      <a:pt x="90908" y="258238"/>
                      <a:pt x="74715" y="254421"/>
                      <a:pt x="74715" y="221211"/>
                    </a:cubicBezTo>
                    <a:cubicBezTo>
                      <a:pt x="74715" y="195890"/>
                      <a:pt x="85298" y="164970"/>
                      <a:pt x="106208" y="129215"/>
                    </a:cubicBezTo>
                    <a:cubicBezTo>
                      <a:pt x="113092" y="116681"/>
                      <a:pt x="122591" y="103575"/>
                      <a:pt x="134386" y="90278"/>
                    </a:cubicBezTo>
                    <a:cubicBezTo>
                      <a:pt x="146115" y="77045"/>
                      <a:pt x="158674" y="65721"/>
                      <a:pt x="171679" y="56623"/>
                    </a:cubicBezTo>
                    <a:cubicBezTo>
                      <a:pt x="184238" y="47843"/>
                      <a:pt x="195330" y="43390"/>
                      <a:pt x="204574" y="43390"/>
                    </a:cubicBezTo>
                    <a:cubicBezTo>
                      <a:pt x="212224" y="43390"/>
                      <a:pt x="218089" y="45935"/>
                      <a:pt x="222615" y="51215"/>
                    </a:cubicBezTo>
                    <a:cubicBezTo>
                      <a:pt x="227460" y="56877"/>
                      <a:pt x="231859" y="69029"/>
                      <a:pt x="235684" y="87225"/>
                    </a:cubicBezTo>
                    <a:cubicBezTo>
                      <a:pt x="236895" y="93650"/>
                      <a:pt x="238807" y="98422"/>
                      <a:pt x="241485" y="101603"/>
                    </a:cubicBezTo>
                    <a:lnTo>
                      <a:pt x="223380" y="147728"/>
                    </a:lnTo>
                    <a:cubicBezTo>
                      <a:pt x="169894" y="221084"/>
                      <a:pt x="129413" y="258238"/>
                      <a:pt x="103020" y="258238"/>
                    </a:cubicBezTo>
                    <a:close/>
                  </a:path>
                </a:pathLst>
              </a:custGeom>
              <a:solidFill>
                <a:srgbClr val="FFC600"/>
              </a:solidFill>
              <a:ln w="6375" cap="flat">
                <a:noFill/>
                <a:prstDash val="solid"/>
                <a:miter/>
              </a:ln>
            </p:spPr>
            <p:txBody>
              <a:bodyPr rtlCol="0" anchor="ctr"/>
              <a:lstStyle/>
              <a:p>
                <a:endParaRPr lang="en-US"/>
              </a:p>
            </p:txBody>
          </p:sp>
          <p:sp>
            <p:nvSpPr>
              <p:cNvPr id="79" name="Freeform 78">
                <a:extLst>
                  <a:ext uri="{FF2B5EF4-FFF2-40B4-BE49-F238E27FC236}">
                    <a16:creationId xmlns:a16="http://schemas.microsoft.com/office/drawing/2014/main" id="{C13E3EC1-FCCB-F2A1-0ECF-6B515DE27F5A}"/>
                  </a:ext>
                </a:extLst>
              </p:cNvPr>
              <p:cNvSpPr/>
              <p:nvPr/>
            </p:nvSpPr>
            <p:spPr>
              <a:xfrm>
                <a:off x="-156089" y="-1691111"/>
                <a:ext cx="5435325" cy="543706"/>
              </a:xfrm>
              <a:custGeom>
                <a:avLst/>
                <a:gdLst>
                  <a:gd name="connsiteX0" fmla="*/ 5323890 w 5435325"/>
                  <a:gd name="connsiteY0" fmla="*/ 242778 h 543706"/>
                  <a:gd name="connsiteX1" fmla="*/ 5328544 w 5435325"/>
                  <a:gd name="connsiteY1" fmla="*/ 231581 h 543706"/>
                  <a:gd name="connsiteX2" fmla="*/ 5307315 w 5435325"/>
                  <a:gd name="connsiteY2" fmla="*/ 215994 h 543706"/>
                  <a:gd name="connsiteX3" fmla="*/ 5359718 w 5435325"/>
                  <a:gd name="connsiteY3" fmla="*/ 118526 h 543706"/>
                  <a:gd name="connsiteX4" fmla="*/ 5398605 w 5435325"/>
                  <a:gd name="connsiteY4" fmla="*/ 58977 h 543706"/>
                  <a:gd name="connsiteX5" fmla="*/ 5427293 w 5435325"/>
                  <a:gd name="connsiteY5" fmla="*/ 28311 h 543706"/>
                  <a:gd name="connsiteX6" fmla="*/ 5435325 w 5435325"/>
                  <a:gd name="connsiteY6" fmla="*/ 15205 h 543706"/>
                  <a:gd name="connsiteX7" fmla="*/ 5420790 w 5435325"/>
                  <a:gd name="connsiteY7" fmla="*/ 0 h 543706"/>
                  <a:gd name="connsiteX8" fmla="*/ 5403897 w 5435325"/>
                  <a:gd name="connsiteY8" fmla="*/ 7635 h 543706"/>
                  <a:gd name="connsiteX9" fmla="*/ 5376102 w 5435325"/>
                  <a:gd name="connsiteY9" fmla="*/ 38427 h 543706"/>
                  <a:gd name="connsiteX10" fmla="*/ 5333261 w 5435325"/>
                  <a:gd name="connsiteY10" fmla="*/ 103194 h 543706"/>
                  <a:gd name="connsiteX11" fmla="*/ 5301068 w 5435325"/>
                  <a:gd name="connsiteY11" fmla="*/ 158989 h 543706"/>
                  <a:gd name="connsiteX12" fmla="*/ 5273528 w 5435325"/>
                  <a:gd name="connsiteY12" fmla="*/ 213449 h 543706"/>
                  <a:gd name="connsiteX13" fmla="*/ 5270532 w 5435325"/>
                  <a:gd name="connsiteY13" fmla="*/ 213258 h 543706"/>
                  <a:gd name="connsiteX14" fmla="*/ 5130537 w 5435325"/>
                  <a:gd name="connsiteY14" fmla="*/ 206832 h 543706"/>
                  <a:gd name="connsiteX15" fmla="*/ 5072269 w 5435325"/>
                  <a:gd name="connsiteY15" fmla="*/ 208168 h 543706"/>
                  <a:gd name="connsiteX16" fmla="*/ 5050467 w 5435325"/>
                  <a:gd name="connsiteY16" fmla="*/ 208677 h 543706"/>
                  <a:gd name="connsiteX17" fmla="*/ 5026751 w 5435325"/>
                  <a:gd name="connsiteY17" fmla="*/ 209314 h 543706"/>
                  <a:gd name="connsiteX18" fmla="*/ 5075456 w 5435325"/>
                  <a:gd name="connsiteY18" fmla="*/ 131123 h 543706"/>
                  <a:gd name="connsiteX19" fmla="*/ 5089864 w 5435325"/>
                  <a:gd name="connsiteY19" fmla="*/ 107901 h 543706"/>
                  <a:gd name="connsiteX20" fmla="*/ 5124225 w 5435325"/>
                  <a:gd name="connsiteY20" fmla="*/ 51915 h 543706"/>
                  <a:gd name="connsiteX21" fmla="*/ 5140736 w 5435325"/>
                  <a:gd name="connsiteY21" fmla="*/ 18323 h 543706"/>
                  <a:gd name="connsiteX22" fmla="*/ 5124608 w 5435325"/>
                  <a:gd name="connsiteY22" fmla="*/ 509 h 543706"/>
                  <a:gd name="connsiteX23" fmla="*/ 5124608 w 5435325"/>
                  <a:gd name="connsiteY23" fmla="*/ 509 h 543706"/>
                  <a:gd name="connsiteX24" fmla="*/ 5123843 w 5435325"/>
                  <a:gd name="connsiteY24" fmla="*/ 509 h 543706"/>
                  <a:gd name="connsiteX25" fmla="*/ 5123524 w 5435325"/>
                  <a:gd name="connsiteY25" fmla="*/ 509 h 543706"/>
                  <a:gd name="connsiteX26" fmla="*/ 5123141 w 5435325"/>
                  <a:gd name="connsiteY26" fmla="*/ 509 h 543706"/>
                  <a:gd name="connsiteX27" fmla="*/ 0 w 5435325"/>
                  <a:gd name="connsiteY27" fmla="*/ 509 h 543706"/>
                  <a:gd name="connsiteX28" fmla="*/ 0 w 5435325"/>
                  <a:gd name="connsiteY28" fmla="*/ 30093 h 543706"/>
                  <a:gd name="connsiteX29" fmla="*/ 5100638 w 5435325"/>
                  <a:gd name="connsiteY29" fmla="*/ 30093 h 543706"/>
                  <a:gd name="connsiteX30" fmla="*/ 5089864 w 5435325"/>
                  <a:gd name="connsiteY30" fmla="*/ 49497 h 543706"/>
                  <a:gd name="connsiteX31" fmla="*/ 5058882 w 5435325"/>
                  <a:gd name="connsiteY31" fmla="*/ 100203 h 543706"/>
                  <a:gd name="connsiteX32" fmla="*/ 5047662 w 5435325"/>
                  <a:gd name="connsiteY32" fmla="*/ 117699 h 543706"/>
                  <a:gd name="connsiteX33" fmla="*/ 5016870 w 5435325"/>
                  <a:gd name="connsiteY33" fmla="*/ 166306 h 543706"/>
                  <a:gd name="connsiteX34" fmla="*/ 4988501 w 5435325"/>
                  <a:gd name="connsiteY34" fmla="*/ 213131 h 543706"/>
                  <a:gd name="connsiteX35" fmla="*/ 4903077 w 5435325"/>
                  <a:gd name="connsiteY35" fmla="*/ 247486 h 543706"/>
                  <a:gd name="connsiteX36" fmla="*/ 4919651 w 5435325"/>
                  <a:gd name="connsiteY36" fmla="*/ 263328 h 543706"/>
                  <a:gd name="connsiteX37" fmla="*/ 4941454 w 5435325"/>
                  <a:gd name="connsiteY37" fmla="*/ 255821 h 543706"/>
                  <a:gd name="connsiteX38" fmla="*/ 4969249 w 5435325"/>
                  <a:gd name="connsiteY38" fmla="*/ 247741 h 543706"/>
                  <a:gd name="connsiteX39" fmla="*/ 4952037 w 5435325"/>
                  <a:gd name="connsiteY39" fmla="*/ 277706 h 543706"/>
                  <a:gd name="connsiteX40" fmla="*/ 4858260 w 5435325"/>
                  <a:gd name="connsiteY40" fmla="*/ 527865 h 543706"/>
                  <a:gd name="connsiteX41" fmla="*/ 4875473 w 5435325"/>
                  <a:gd name="connsiteY41" fmla="*/ 543707 h 543706"/>
                  <a:gd name="connsiteX42" fmla="*/ 4890008 w 5435325"/>
                  <a:gd name="connsiteY42" fmla="*/ 531046 h 543706"/>
                  <a:gd name="connsiteX43" fmla="*/ 4893386 w 5435325"/>
                  <a:gd name="connsiteY43" fmla="*/ 504898 h 543706"/>
                  <a:gd name="connsiteX44" fmla="*/ 4902056 w 5435325"/>
                  <a:gd name="connsiteY44" fmla="*/ 465071 h 543706"/>
                  <a:gd name="connsiteX45" fmla="*/ 4927556 w 5435325"/>
                  <a:gd name="connsiteY45" fmla="*/ 396424 h 543706"/>
                  <a:gd name="connsiteX46" fmla="*/ 4979321 w 5435325"/>
                  <a:gd name="connsiteY46" fmla="*/ 292148 h 543706"/>
                  <a:gd name="connsiteX47" fmla="*/ 5008200 w 5435325"/>
                  <a:gd name="connsiteY47" fmla="*/ 241506 h 543706"/>
                  <a:gd name="connsiteX48" fmla="*/ 5122695 w 5435325"/>
                  <a:gd name="connsiteY48" fmla="*/ 237880 h 543706"/>
                  <a:gd name="connsiteX49" fmla="*/ 5126393 w 5435325"/>
                  <a:gd name="connsiteY49" fmla="*/ 237880 h 543706"/>
                  <a:gd name="connsiteX50" fmla="*/ 5202893 w 5435325"/>
                  <a:gd name="connsiteY50" fmla="*/ 239915 h 543706"/>
                  <a:gd name="connsiteX51" fmla="*/ 5203594 w 5435325"/>
                  <a:gd name="connsiteY51" fmla="*/ 239915 h 543706"/>
                  <a:gd name="connsiteX52" fmla="*/ 5228839 w 5435325"/>
                  <a:gd name="connsiteY52" fmla="*/ 241061 h 543706"/>
                  <a:gd name="connsiteX53" fmla="*/ 5259439 w 5435325"/>
                  <a:gd name="connsiteY53" fmla="*/ 242969 h 543706"/>
                  <a:gd name="connsiteX54" fmla="*/ 5195434 w 5435325"/>
                  <a:gd name="connsiteY54" fmla="*/ 447893 h 543706"/>
                  <a:gd name="connsiteX55" fmla="*/ 5210670 w 5435325"/>
                  <a:gd name="connsiteY55" fmla="*/ 475886 h 543706"/>
                  <a:gd name="connsiteX56" fmla="*/ 5226544 w 5435325"/>
                  <a:gd name="connsiteY56" fmla="*/ 463417 h 543706"/>
                  <a:gd name="connsiteX57" fmla="*/ 5226544 w 5435325"/>
                  <a:gd name="connsiteY57" fmla="*/ 448593 h 543706"/>
                  <a:gd name="connsiteX58" fmla="*/ 5293099 w 5435325"/>
                  <a:gd name="connsiteY58" fmla="*/ 245578 h 543706"/>
                  <a:gd name="connsiteX59" fmla="*/ 5310120 w 5435325"/>
                  <a:gd name="connsiteY59" fmla="*/ 246723 h 543706"/>
                  <a:gd name="connsiteX60" fmla="*/ 5323827 w 5435325"/>
                  <a:gd name="connsiteY60" fmla="*/ 242778 h 543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435325" h="543706">
                    <a:moveTo>
                      <a:pt x="5323890" y="242778"/>
                    </a:moveTo>
                    <a:cubicBezTo>
                      <a:pt x="5327014" y="239661"/>
                      <a:pt x="5328544" y="235907"/>
                      <a:pt x="5328544" y="231581"/>
                    </a:cubicBezTo>
                    <a:cubicBezTo>
                      <a:pt x="5328544" y="222420"/>
                      <a:pt x="5321404" y="217203"/>
                      <a:pt x="5307315" y="215994"/>
                    </a:cubicBezTo>
                    <a:cubicBezTo>
                      <a:pt x="5321914" y="185265"/>
                      <a:pt x="5339509" y="152500"/>
                      <a:pt x="5359718" y="118526"/>
                    </a:cubicBezTo>
                    <a:cubicBezTo>
                      <a:pt x="5373998" y="94096"/>
                      <a:pt x="5387066" y="74055"/>
                      <a:pt x="5398605" y="58977"/>
                    </a:cubicBezTo>
                    <a:cubicBezTo>
                      <a:pt x="5410016" y="44089"/>
                      <a:pt x="5419706" y="33783"/>
                      <a:pt x="5427293" y="28311"/>
                    </a:cubicBezTo>
                    <a:cubicBezTo>
                      <a:pt x="5433923" y="23922"/>
                      <a:pt x="5435325" y="18768"/>
                      <a:pt x="5435325" y="15205"/>
                    </a:cubicBezTo>
                    <a:cubicBezTo>
                      <a:pt x="5435325" y="5535"/>
                      <a:pt x="5430034" y="0"/>
                      <a:pt x="5420790" y="0"/>
                    </a:cubicBezTo>
                    <a:cubicBezTo>
                      <a:pt x="5416136" y="0"/>
                      <a:pt x="5410654" y="2481"/>
                      <a:pt x="5403897" y="7635"/>
                    </a:cubicBezTo>
                    <a:cubicBezTo>
                      <a:pt x="5397713" y="12406"/>
                      <a:pt x="5388596" y="22458"/>
                      <a:pt x="5376102" y="38427"/>
                    </a:cubicBezTo>
                    <a:cubicBezTo>
                      <a:pt x="5363925" y="53951"/>
                      <a:pt x="5349454" y="75773"/>
                      <a:pt x="5333261" y="103194"/>
                    </a:cubicBezTo>
                    <a:cubicBezTo>
                      <a:pt x="5322041" y="121580"/>
                      <a:pt x="5311204" y="140348"/>
                      <a:pt x="5301068" y="158989"/>
                    </a:cubicBezTo>
                    <a:cubicBezTo>
                      <a:pt x="5291378" y="176803"/>
                      <a:pt x="5282134" y="195063"/>
                      <a:pt x="5273528" y="213449"/>
                    </a:cubicBezTo>
                    <a:lnTo>
                      <a:pt x="5270532" y="213258"/>
                    </a:lnTo>
                    <a:cubicBezTo>
                      <a:pt x="5171400" y="206960"/>
                      <a:pt x="5169488" y="206832"/>
                      <a:pt x="5130537" y="206832"/>
                    </a:cubicBezTo>
                    <a:cubicBezTo>
                      <a:pt x="5110774" y="206832"/>
                      <a:pt x="5091203" y="207278"/>
                      <a:pt x="5072269" y="208168"/>
                    </a:cubicBezTo>
                    <a:cubicBezTo>
                      <a:pt x="5064874" y="208550"/>
                      <a:pt x="5057543" y="208614"/>
                      <a:pt x="5050467" y="208677"/>
                    </a:cubicBezTo>
                    <a:cubicBezTo>
                      <a:pt x="5042306" y="208805"/>
                      <a:pt x="5034465" y="208868"/>
                      <a:pt x="5026751" y="209314"/>
                    </a:cubicBezTo>
                    <a:lnTo>
                      <a:pt x="5075456" y="131123"/>
                    </a:lnTo>
                    <a:lnTo>
                      <a:pt x="5089864" y="107901"/>
                    </a:lnTo>
                    <a:cubicBezTo>
                      <a:pt x="5105037" y="83344"/>
                      <a:pt x="5116065" y="65657"/>
                      <a:pt x="5124225" y="51915"/>
                    </a:cubicBezTo>
                    <a:cubicBezTo>
                      <a:pt x="5138696" y="27612"/>
                      <a:pt x="5140736" y="21377"/>
                      <a:pt x="5140736" y="18323"/>
                    </a:cubicBezTo>
                    <a:cubicBezTo>
                      <a:pt x="5140736" y="7380"/>
                      <a:pt x="5134808" y="954"/>
                      <a:pt x="5124608" y="509"/>
                    </a:cubicBezTo>
                    <a:lnTo>
                      <a:pt x="5124608" y="509"/>
                    </a:lnTo>
                    <a:cubicBezTo>
                      <a:pt x="5124608" y="509"/>
                      <a:pt x="5123843" y="509"/>
                      <a:pt x="5123843" y="509"/>
                    </a:cubicBezTo>
                    <a:cubicBezTo>
                      <a:pt x="5123715" y="509"/>
                      <a:pt x="5123651" y="509"/>
                      <a:pt x="5123524" y="509"/>
                    </a:cubicBezTo>
                    <a:cubicBezTo>
                      <a:pt x="5123397" y="509"/>
                      <a:pt x="5123269" y="509"/>
                      <a:pt x="5123141" y="509"/>
                    </a:cubicBezTo>
                    <a:lnTo>
                      <a:pt x="0" y="509"/>
                    </a:lnTo>
                    <a:lnTo>
                      <a:pt x="0" y="30093"/>
                    </a:lnTo>
                    <a:lnTo>
                      <a:pt x="5100638" y="30093"/>
                    </a:lnTo>
                    <a:cubicBezTo>
                      <a:pt x="5097386" y="36328"/>
                      <a:pt x="5093753" y="42753"/>
                      <a:pt x="5089864" y="49497"/>
                    </a:cubicBezTo>
                    <a:cubicBezTo>
                      <a:pt x="5081258" y="64194"/>
                      <a:pt x="5070803" y="81244"/>
                      <a:pt x="5058882" y="100203"/>
                    </a:cubicBezTo>
                    <a:lnTo>
                      <a:pt x="5047662" y="117699"/>
                    </a:lnTo>
                    <a:cubicBezTo>
                      <a:pt x="5036059" y="135831"/>
                      <a:pt x="5026050" y="151482"/>
                      <a:pt x="5016870" y="166306"/>
                    </a:cubicBezTo>
                    <a:cubicBezTo>
                      <a:pt x="5005459" y="184820"/>
                      <a:pt x="4995897" y="200534"/>
                      <a:pt x="4988501" y="213131"/>
                    </a:cubicBezTo>
                    <a:cubicBezTo>
                      <a:pt x="4912830" y="224901"/>
                      <a:pt x="4903077" y="237689"/>
                      <a:pt x="4903077" y="247486"/>
                    </a:cubicBezTo>
                    <a:cubicBezTo>
                      <a:pt x="4903077" y="257284"/>
                      <a:pt x="4909133" y="263328"/>
                      <a:pt x="4919651" y="263328"/>
                    </a:cubicBezTo>
                    <a:cubicBezTo>
                      <a:pt x="4922329" y="263328"/>
                      <a:pt x="4927174" y="262501"/>
                      <a:pt x="4941454" y="255821"/>
                    </a:cubicBezTo>
                    <a:cubicBezTo>
                      <a:pt x="4949104" y="252258"/>
                      <a:pt x="4958412" y="249586"/>
                      <a:pt x="4969249" y="247741"/>
                    </a:cubicBezTo>
                    <a:cubicBezTo>
                      <a:pt x="4960961" y="261738"/>
                      <a:pt x="4954650" y="272999"/>
                      <a:pt x="4952037" y="277706"/>
                    </a:cubicBezTo>
                    <a:cubicBezTo>
                      <a:pt x="4889816" y="390189"/>
                      <a:pt x="4858260" y="474360"/>
                      <a:pt x="4858260" y="527865"/>
                    </a:cubicBezTo>
                    <a:cubicBezTo>
                      <a:pt x="4858260" y="537917"/>
                      <a:pt x="4864571" y="543707"/>
                      <a:pt x="4875473" y="543707"/>
                    </a:cubicBezTo>
                    <a:cubicBezTo>
                      <a:pt x="4884079" y="543707"/>
                      <a:pt x="4889370" y="539062"/>
                      <a:pt x="4890008" y="531046"/>
                    </a:cubicBezTo>
                    <a:cubicBezTo>
                      <a:pt x="4890900" y="523157"/>
                      <a:pt x="4891984" y="514377"/>
                      <a:pt x="4893386" y="504898"/>
                    </a:cubicBezTo>
                    <a:cubicBezTo>
                      <a:pt x="4894725" y="495609"/>
                      <a:pt x="4897658" y="482185"/>
                      <a:pt x="4902056" y="465071"/>
                    </a:cubicBezTo>
                    <a:cubicBezTo>
                      <a:pt x="4906455" y="450056"/>
                      <a:pt x="4915062" y="426962"/>
                      <a:pt x="4927556" y="396424"/>
                    </a:cubicBezTo>
                    <a:cubicBezTo>
                      <a:pt x="4940052" y="365949"/>
                      <a:pt x="4957455" y="330894"/>
                      <a:pt x="4979321" y="292148"/>
                    </a:cubicBezTo>
                    <a:lnTo>
                      <a:pt x="5008200" y="241506"/>
                    </a:lnTo>
                    <a:cubicBezTo>
                      <a:pt x="5042816" y="237816"/>
                      <a:pt x="5081640" y="237816"/>
                      <a:pt x="5122695" y="237880"/>
                    </a:cubicBezTo>
                    <a:lnTo>
                      <a:pt x="5126393" y="237880"/>
                    </a:lnTo>
                    <a:cubicBezTo>
                      <a:pt x="5141948" y="237880"/>
                      <a:pt x="5167639" y="238579"/>
                      <a:pt x="5202893" y="239915"/>
                    </a:cubicBezTo>
                    <a:lnTo>
                      <a:pt x="5203594" y="239915"/>
                    </a:lnTo>
                    <a:cubicBezTo>
                      <a:pt x="5216429" y="240424"/>
                      <a:pt x="5224844" y="240806"/>
                      <a:pt x="5228839" y="241061"/>
                    </a:cubicBezTo>
                    <a:cubicBezTo>
                      <a:pt x="5233110" y="241379"/>
                      <a:pt x="5240378" y="241824"/>
                      <a:pt x="5259439" y="242969"/>
                    </a:cubicBezTo>
                    <a:cubicBezTo>
                      <a:pt x="5216982" y="339737"/>
                      <a:pt x="5195434" y="408639"/>
                      <a:pt x="5195434" y="447893"/>
                    </a:cubicBezTo>
                    <a:cubicBezTo>
                      <a:pt x="5195434" y="466470"/>
                      <a:pt x="5200534" y="475886"/>
                      <a:pt x="5210670" y="475886"/>
                    </a:cubicBezTo>
                    <a:cubicBezTo>
                      <a:pt x="5225014" y="475886"/>
                      <a:pt x="5226544" y="467170"/>
                      <a:pt x="5226544" y="463417"/>
                    </a:cubicBezTo>
                    <a:lnTo>
                      <a:pt x="5226544" y="448593"/>
                    </a:lnTo>
                    <a:cubicBezTo>
                      <a:pt x="5226544" y="412392"/>
                      <a:pt x="5248920" y="344127"/>
                      <a:pt x="5293099" y="245578"/>
                    </a:cubicBezTo>
                    <a:lnTo>
                      <a:pt x="5310120" y="246723"/>
                    </a:lnTo>
                    <a:cubicBezTo>
                      <a:pt x="5315985" y="247296"/>
                      <a:pt x="5320575" y="245959"/>
                      <a:pt x="5323827" y="242778"/>
                    </a:cubicBezTo>
                    <a:close/>
                  </a:path>
                </a:pathLst>
              </a:custGeom>
              <a:solidFill>
                <a:srgbClr val="FFC600"/>
              </a:solidFill>
              <a:ln w="6375" cap="flat">
                <a:noFill/>
                <a:prstDash val="solid"/>
                <a:miter/>
              </a:ln>
            </p:spPr>
            <p:txBody>
              <a:bodyPr rtlCol="0" anchor="ctr"/>
              <a:lstStyle/>
              <a:p>
                <a:endParaRPr lang="en-US"/>
              </a:p>
            </p:txBody>
          </p:sp>
        </p:grpSp>
        <p:grpSp>
          <p:nvGrpSpPr>
            <p:cNvPr id="80" name="Graphic 15">
              <a:extLst>
                <a:ext uri="{FF2B5EF4-FFF2-40B4-BE49-F238E27FC236}">
                  <a16:creationId xmlns:a16="http://schemas.microsoft.com/office/drawing/2014/main" id="{0B6AA914-7A66-B389-BF18-522F03C82144}"/>
                </a:ext>
              </a:extLst>
            </p:cNvPr>
            <p:cNvGrpSpPr/>
            <p:nvPr/>
          </p:nvGrpSpPr>
          <p:grpSpPr>
            <a:xfrm>
              <a:off x="5301802" y="-1110695"/>
              <a:ext cx="1659220" cy="145883"/>
              <a:chOff x="5301802" y="-1110695"/>
              <a:chExt cx="1659220" cy="145883"/>
            </a:xfrm>
            <a:solidFill>
              <a:srgbClr val="FFFFFF"/>
            </a:solidFill>
          </p:grpSpPr>
          <p:sp>
            <p:nvSpPr>
              <p:cNvPr id="81" name="Freeform 80">
                <a:extLst>
                  <a:ext uri="{FF2B5EF4-FFF2-40B4-BE49-F238E27FC236}">
                    <a16:creationId xmlns:a16="http://schemas.microsoft.com/office/drawing/2014/main" id="{797D59AC-F590-8369-8F0B-88EB579B2C09}"/>
                  </a:ext>
                </a:extLst>
              </p:cNvPr>
              <p:cNvSpPr/>
              <p:nvPr/>
            </p:nvSpPr>
            <p:spPr>
              <a:xfrm>
                <a:off x="5301802" y="-1096634"/>
                <a:ext cx="76691" cy="130105"/>
              </a:xfrm>
              <a:custGeom>
                <a:avLst/>
                <a:gdLst>
                  <a:gd name="connsiteX0" fmla="*/ 76691 w 76691"/>
                  <a:gd name="connsiteY0" fmla="*/ 0 h 130105"/>
                  <a:gd name="connsiteX1" fmla="*/ 76691 w 76691"/>
                  <a:gd name="connsiteY1" fmla="*/ 17432 h 130105"/>
                  <a:gd name="connsiteX2" fmla="*/ 21356 w 76691"/>
                  <a:gd name="connsiteY2" fmla="*/ 17432 h 130105"/>
                  <a:gd name="connsiteX3" fmla="*/ 21356 w 76691"/>
                  <a:gd name="connsiteY3" fmla="*/ 55796 h 130105"/>
                  <a:gd name="connsiteX4" fmla="*/ 64452 w 76691"/>
                  <a:gd name="connsiteY4" fmla="*/ 55796 h 130105"/>
                  <a:gd name="connsiteX5" fmla="*/ 64452 w 76691"/>
                  <a:gd name="connsiteY5" fmla="*/ 73228 h 130105"/>
                  <a:gd name="connsiteX6" fmla="*/ 21356 w 76691"/>
                  <a:gd name="connsiteY6" fmla="*/ 73228 h 130105"/>
                  <a:gd name="connsiteX7" fmla="*/ 21356 w 76691"/>
                  <a:gd name="connsiteY7" fmla="*/ 130105 h 130105"/>
                  <a:gd name="connsiteX8" fmla="*/ 0 w 76691"/>
                  <a:gd name="connsiteY8" fmla="*/ 130105 h 130105"/>
                  <a:gd name="connsiteX9" fmla="*/ 0 w 76691"/>
                  <a:gd name="connsiteY9" fmla="*/ 64 h 130105"/>
                  <a:gd name="connsiteX10" fmla="*/ 76691 w 76691"/>
                  <a:gd name="connsiteY10" fmla="*/ 64 h 130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91" h="130105">
                    <a:moveTo>
                      <a:pt x="76691" y="0"/>
                    </a:moveTo>
                    <a:lnTo>
                      <a:pt x="76691" y="17432"/>
                    </a:lnTo>
                    <a:lnTo>
                      <a:pt x="21356" y="17432"/>
                    </a:lnTo>
                    <a:lnTo>
                      <a:pt x="21356" y="55796"/>
                    </a:lnTo>
                    <a:lnTo>
                      <a:pt x="64452" y="55796"/>
                    </a:lnTo>
                    <a:lnTo>
                      <a:pt x="64452" y="73228"/>
                    </a:lnTo>
                    <a:lnTo>
                      <a:pt x="21356" y="73228"/>
                    </a:lnTo>
                    <a:lnTo>
                      <a:pt x="21356" y="130105"/>
                    </a:lnTo>
                    <a:lnTo>
                      <a:pt x="0" y="130105"/>
                    </a:lnTo>
                    <a:lnTo>
                      <a:pt x="0" y="64"/>
                    </a:lnTo>
                    <a:lnTo>
                      <a:pt x="76691" y="64"/>
                    </a:lnTo>
                    <a:close/>
                  </a:path>
                </a:pathLst>
              </a:custGeom>
              <a:solidFill>
                <a:srgbClr val="FFFFFF"/>
              </a:solidFill>
              <a:ln w="6375" cap="flat">
                <a:noFill/>
                <a:prstDash val="solid"/>
                <a:miter/>
              </a:ln>
            </p:spPr>
            <p:txBody>
              <a:bodyPr rtlCol="0" anchor="ctr"/>
              <a:lstStyle/>
              <a:p>
                <a:endParaRPr lang="en-US"/>
              </a:p>
            </p:txBody>
          </p:sp>
          <p:sp>
            <p:nvSpPr>
              <p:cNvPr id="82" name="Freeform 81">
                <a:extLst>
                  <a:ext uri="{FF2B5EF4-FFF2-40B4-BE49-F238E27FC236}">
                    <a16:creationId xmlns:a16="http://schemas.microsoft.com/office/drawing/2014/main" id="{A5B36601-6B82-9BC4-5D5D-6BA84C1B5CCA}"/>
                  </a:ext>
                </a:extLst>
              </p:cNvPr>
              <p:cNvSpPr/>
              <p:nvPr/>
            </p:nvSpPr>
            <p:spPr>
              <a:xfrm>
                <a:off x="5395196" y="-1110695"/>
                <a:ext cx="27221" cy="144038"/>
              </a:xfrm>
              <a:custGeom>
                <a:avLst/>
                <a:gdLst>
                  <a:gd name="connsiteX0" fmla="*/ 3952 w 27221"/>
                  <a:gd name="connsiteY0" fmla="*/ 23413 h 144038"/>
                  <a:gd name="connsiteX1" fmla="*/ 0 w 27221"/>
                  <a:gd name="connsiteY1" fmla="*/ 13679 h 144038"/>
                  <a:gd name="connsiteX2" fmla="*/ 3952 w 27221"/>
                  <a:gd name="connsiteY2" fmla="*/ 3944 h 144038"/>
                  <a:gd name="connsiteX3" fmla="*/ 13706 w 27221"/>
                  <a:gd name="connsiteY3" fmla="*/ 0 h 144038"/>
                  <a:gd name="connsiteX4" fmla="*/ 23269 w 27221"/>
                  <a:gd name="connsiteY4" fmla="*/ 3944 h 144038"/>
                  <a:gd name="connsiteX5" fmla="*/ 27221 w 27221"/>
                  <a:gd name="connsiteY5" fmla="*/ 13679 h 144038"/>
                  <a:gd name="connsiteX6" fmla="*/ 23269 w 27221"/>
                  <a:gd name="connsiteY6" fmla="*/ 23413 h 144038"/>
                  <a:gd name="connsiteX7" fmla="*/ 13706 w 27221"/>
                  <a:gd name="connsiteY7" fmla="*/ 27357 h 144038"/>
                  <a:gd name="connsiteX8" fmla="*/ 3952 w 27221"/>
                  <a:gd name="connsiteY8" fmla="*/ 23413 h 144038"/>
                  <a:gd name="connsiteX9" fmla="*/ 24161 w 27221"/>
                  <a:gd name="connsiteY9" fmla="*/ 40972 h 144038"/>
                  <a:gd name="connsiteX10" fmla="*/ 24161 w 27221"/>
                  <a:gd name="connsiteY10" fmla="*/ 144038 h 144038"/>
                  <a:gd name="connsiteX11" fmla="*/ 2805 w 27221"/>
                  <a:gd name="connsiteY11" fmla="*/ 144038 h 144038"/>
                  <a:gd name="connsiteX12" fmla="*/ 2805 w 27221"/>
                  <a:gd name="connsiteY12" fmla="*/ 40972 h 144038"/>
                  <a:gd name="connsiteX13" fmla="*/ 24161 w 27221"/>
                  <a:gd name="connsiteY13" fmla="*/ 40972 h 144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221" h="144038">
                    <a:moveTo>
                      <a:pt x="3952" y="23413"/>
                    </a:moveTo>
                    <a:cubicBezTo>
                      <a:pt x="1339" y="20804"/>
                      <a:pt x="0" y="17559"/>
                      <a:pt x="0" y="13679"/>
                    </a:cubicBezTo>
                    <a:cubicBezTo>
                      <a:pt x="0" y="9798"/>
                      <a:pt x="1339" y="6553"/>
                      <a:pt x="3952" y="3944"/>
                    </a:cubicBezTo>
                    <a:cubicBezTo>
                      <a:pt x="6566" y="1336"/>
                      <a:pt x="9817" y="0"/>
                      <a:pt x="13706" y="0"/>
                    </a:cubicBezTo>
                    <a:cubicBezTo>
                      <a:pt x="17595" y="0"/>
                      <a:pt x="20655" y="1336"/>
                      <a:pt x="23269" y="3944"/>
                    </a:cubicBezTo>
                    <a:cubicBezTo>
                      <a:pt x="25882" y="6553"/>
                      <a:pt x="27221" y="9798"/>
                      <a:pt x="27221" y="13679"/>
                    </a:cubicBezTo>
                    <a:cubicBezTo>
                      <a:pt x="27221" y="17559"/>
                      <a:pt x="25882" y="20804"/>
                      <a:pt x="23269" y="23413"/>
                    </a:cubicBezTo>
                    <a:cubicBezTo>
                      <a:pt x="20655" y="26021"/>
                      <a:pt x="17467" y="27357"/>
                      <a:pt x="13706" y="27357"/>
                    </a:cubicBezTo>
                    <a:cubicBezTo>
                      <a:pt x="9945" y="27357"/>
                      <a:pt x="6566" y="26021"/>
                      <a:pt x="3952" y="23413"/>
                    </a:cubicBezTo>
                    <a:close/>
                    <a:moveTo>
                      <a:pt x="24161" y="40972"/>
                    </a:moveTo>
                    <a:lnTo>
                      <a:pt x="24161" y="144038"/>
                    </a:lnTo>
                    <a:lnTo>
                      <a:pt x="2805" y="144038"/>
                    </a:lnTo>
                    <a:lnTo>
                      <a:pt x="2805" y="40972"/>
                    </a:lnTo>
                    <a:lnTo>
                      <a:pt x="24161" y="40972"/>
                    </a:lnTo>
                    <a:close/>
                  </a:path>
                </a:pathLst>
              </a:custGeom>
              <a:solidFill>
                <a:srgbClr val="FFFFFF"/>
              </a:solidFill>
              <a:ln w="6375" cap="flat">
                <a:noFill/>
                <a:prstDash val="solid"/>
                <a:miter/>
              </a:ln>
            </p:spPr>
            <p:txBody>
              <a:bodyPr rtlCol="0" anchor="ctr"/>
              <a:lstStyle/>
              <a:p>
                <a:endParaRPr lang="en-US"/>
              </a:p>
            </p:txBody>
          </p:sp>
          <p:sp>
            <p:nvSpPr>
              <p:cNvPr id="83" name="Freeform 82">
                <a:extLst>
                  <a:ext uri="{FF2B5EF4-FFF2-40B4-BE49-F238E27FC236}">
                    <a16:creationId xmlns:a16="http://schemas.microsoft.com/office/drawing/2014/main" id="{B1340784-2045-6215-07DB-FBC09B8250A5}"/>
                  </a:ext>
                </a:extLst>
              </p:cNvPr>
              <p:cNvSpPr/>
              <p:nvPr/>
            </p:nvSpPr>
            <p:spPr>
              <a:xfrm>
                <a:off x="5446769" y="-1071440"/>
                <a:ext cx="94477" cy="104784"/>
              </a:xfrm>
              <a:custGeom>
                <a:avLst/>
                <a:gdLst>
                  <a:gd name="connsiteX0" fmla="*/ 73950 w 94477"/>
                  <a:gd name="connsiteY0" fmla="*/ 5090 h 104784"/>
                  <a:gd name="connsiteX1" fmla="*/ 89059 w 94477"/>
                  <a:gd name="connsiteY1" fmla="*/ 20041 h 104784"/>
                  <a:gd name="connsiteX2" fmla="*/ 94478 w 94477"/>
                  <a:gd name="connsiteY2" fmla="*/ 43962 h 104784"/>
                  <a:gd name="connsiteX3" fmla="*/ 94478 w 94477"/>
                  <a:gd name="connsiteY3" fmla="*/ 104784 h 104784"/>
                  <a:gd name="connsiteX4" fmla="*/ 73313 w 94477"/>
                  <a:gd name="connsiteY4" fmla="*/ 104784 h 104784"/>
                  <a:gd name="connsiteX5" fmla="*/ 73313 w 94477"/>
                  <a:gd name="connsiteY5" fmla="*/ 47143 h 104784"/>
                  <a:gd name="connsiteX6" fmla="*/ 66364 w 94477"/>
                  <a:gd name="connsiteY6" fmla="*/ 25894 h 104784"/>
                  <a:gd name="connsiteX7" fmla="*/ 47430 w 94477"/>
                  <a:gd name="connsiteY7" fmla="*/ 18514 h 104784"/>
                  <a:gd name="connsiteX8" fmla="*/ 28369 w 94477"/>
                  <a:gd name="connsiteY8" fmla="*/ 25894 h 104784"/>
                  <a:gd name="connsiteX9" fmla="*/ 21356 w 94477"/>
                  <a:gd name="connsiteY9" fmla="*/ 47143 h 104784"/>
                  <a:gd name="connsiteX10" fmla="*/ 21356 w 94477"/>
                  <a:gd name="connsiteY10" fmla="*/ 104784 h 104784"/>
                  <a:gd name="connsiteX11" fmla="*/ 0 w 94477"/>
                  <a:gd name="connsiteY11" fmla="*/ 104784 h 104784"/>
                  <a:gd name="connsiteX12" fmla="*/ 0 w 94477"/>
                  <a:gd name="connsiteY12" fmla="*/ 1718 h 104784"/>
                  <a:gd name="connsiteX13" fmla="*/ 21356 w 94477"/>
                  <a:gd name="connsiteY13" fmla="*/ 1718 h 104784"/>
                  <a:gd name="connsiteX14" fmla="*/ 21356 w 94477"/>
                  <a:gd name="connsiteY14" fmla="*/ 13488 h 104784"/>
                  <a:gd name="connsiteX15" fmla="*/ 34744 w 94477"/>
                  <a:gd name="connsiteY15" fmla="*/ 3563 h 104784"/>
                  <a:gd name="connsiteX16" fmla="*/ 52084 w 94477"/>
                  <a:gd name="connsiteY16" fmla="*/ 0 h 104784"/>
                  <a:gd name="connsiteX17" fmla="*/ 73950 w 94477"/>
                  <a:gd name="connsiteY17" fmla="*/ 5026 h 10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4477" h="104784">
                    <a:moveTo>
                      <a:pt x="73950" y="5090"/>
                    </a:moveTo>
                    <a:cubicBezTo>
                      <a:pt x="80389" y="8462"/>
                      <a:pt x="85425" y="13424"/>
                      <a:pt x="89059" y="20041"/>
                    </a:cubicBezTo>
                    <a:cubicBezTo>
                      <a:pt x="92693" y="26657"/>
                      <a:pt x="94478" y="34610"/>
                      <a:pt x="94478" y="43962"/>
                    </a:cubicBezTo>
                    <a:lnTo>
                      <a:pt x="94478" y="104784"/>
                    </a:lnTo>
                    <a:lnTo>
                      <a:pt x="73313" y="104784"/>
                    </a:lnTo>
                    <a:lnTo>
                      <a:pt x="73313" y="47143"/>
                    </a:lnTo>
                    <a:cubicBezTo>
                      <a:pt x="73313" y="37918"/>
                      <a:pt x="71018" y="30856"/>
                      <a:pt x="66364" y="25894"/>
                    </a:cubicBezTo>
                    <a:cubicBezTo>
                      <a:pt x="61710" y="20995"/>
                      <a:pt x="55399" y="18514"/>
                      <a:pt x="47430" y="18514"/>
                    </a:cubicBezTo>
                    <a:cubicBezTo>
                      <a:pt x="39461" y="18514"/>
                      <a:pt x="33086" y="20995"/>
                      <a:pt x="28369" y="25894"/>
                    </a:cubicBezTo>
                    <a:cubicBezTo>
                      <a:pt x="23651" y="30793"/>
                      <a:pt x="21356" y="37918"/>
                      <a:pt x="21356" y="47143"/>
                    </a:cubicBezTo>
                    <a:lnTo>
                      <a:pt x="21356" y="104784"/>
                    </a:lnTo>
                    <a:lnTo>
                      <a:pt x="0" y="104784"/>
                    </a:lnTo>
                    <a:lnTo>
                      <a:pt x="0" y="1718"/>
                    </a:lnTo>
                    <a:lnTo>
                      <a:pt x="21356" y="1718"/>
                    </a:lnTo>
                    <a:lnTo>
                      <a:pt x="21356" y="13488"/>
                    </a:lnTo>
                    <a:cubicBezTo>
                      <a:pt x="24863" y="9225"/>
                      <a:pt x="29325" y="5917"/>
                      <a:pt x="34744" y="3563"/>
                    </a:cubicBezTo>
                    <a:cubicBezTo>
                      <a:pt x="40163" y="1209"/>
                      <a:pt x="45964" y="0"/>
                      <a:pt x="52084" y="0"/>
                    </a:cubicBezTo>
                    <a:cubicBezTo>
                      <a:pt x="60180" y="0"/>
                      <a:pt x="67511" y="1654"/>
                      <a:pt x="73950" y="5026"/>
                    </a:cubicBezTo>
                    <a:close/>
                  </a:path>
                </a:pathLst>
              </a:custGeom>
              <a:solidFill>
                <a:srgbClr val="FFFFFF"/>
              </a:solidFill>
              <a:ln w="6375" cap="flat">
                <a:noFill/>
                <a:prstDash val="solid"/>
                <a:miter/>
              </a:ln>
            </p:spPr>
            <p:txBody>
              <a:bodyPr rtlCol="0" anchor="ctr"/>
              <a:lstStyle/>
              <a:p>
                <a:endParaRPr lang="en-US"/>
              </a:p>
            </p:txBody>
          </p:sp>
          <p:sp>
            <p:nvSpPr>
              <p:cNvPr id="84" name="Freeform 83">
                <a:extLst>
                  <a:ext uri="{FF2B5EF4-FFF2-40B4-BE49-F238E27FC236}">
                    <a16:creationId xmlns:a16="http://schemas.microsoft.com/office/drawing/2014/main" id="{641D5023-BD5F-4901-2E18-27F5A3BBD967}"/>
                  </a:ext>
                </a:extLst>
              </p:cNvPr>
              <p:cNvSpPr/>
              <p:nvPr/>
            </p:nvSpPr>
            <p:spPr>
              <a:xfrm>
                <a:off x="5562348" y="-1071377"/>
                <a:ext cx="106016" cy="106501"/>
              </a:xfrm>
              <a:custGeom>
                <a:avLst/>
                <a:gdLst>
                  <a:gd name="connsiteX0" fmla="*/ 6375 w 106016"/>
                  <a:gd name="connsiteY0" fmla="*/ 25258 h 106501"/>
                  <a:gd name="connsiteX1" fmla="*/ 23970 w 106016"/>
                  <a:gd name="connsiteY1" fmla="*/ 6617 h 106501"/>
                  <a:gd name="connsiteX2" fmla="*/ 48641 w 106016"/>
                  <a:gd name="connsiteY2" fmla="*/ 0 h 106501"/>
                  <a:gd name="connsiteX3" fmla="*/ 69934 w 106016"/>
                  <a:gd name="connsiteY3" fmla="*/ 4772 h 106501"/>
                  <a:gd name="connsiteX4" fmla="*/ 84469 w 106016"/>
                  <a:gd name="connsiteY4" fmla="*/ 16669 h 106501"/>
                  <a:gd name="connsiteX5" fmla="*/ 84469 w 106016"/>
                  <a:gd name="connsiteY5" fmla="*/ 1718 h 106501"/>
                  <a:gd name="connsiteX6" fmla="*/ 106016 w 106016"/>
                  <a:gd name="connsiteY6" fmla="*/ 1718 h 106501"/>
                  <a:gd name="connsiteX7" fmla="*/ 106016 w 106016"/>
                  <a:gd name="connsiteY7" fmla="*/ 104784 h 106501"/>
                  <a:gd name="connsiteX8" fmla="*/ 84469 w 106016"/>
                  <a:gd name="connsiteY8" fmla="*/ 104784 h 106501"/>
                  <a:gd name="connsiteX9" fmla="*/ 84469 w 106016"/>
                  <a:gd name="connsiteY9" fmla="*/ 89451 h 106501"/>
                  <a:gd name="connsiteX10" fmla="*/ 69679 w 106016"/>
                  <a:gd name="connsiteY10" fmla="*/ 101603 h 106501"/>
                  <a:gd name="connsiteX11" fmla="*/ 48323 w 106016"/>
                  <a:gd name="connsiteY11" fmla="*/ 106502 h 106501"/>
                  <a:gd name="connsiteX12" fmla="*/ 23970 w 106016"/>
                  <a:gd name="connsiteY12" fmla="*/ 99694 h 106501"/>
                  <a:gd name="connsiteX13" fmla="*/ 6439 w 106016"/>
                  <a:gd name="connsiteY13" fmla="*/ 80608 h 106501"/>
                  <a:gd name="connsiteX14" fmla="*/ 0 w 106016"/>
                  <a:gd name="connsiteY14" fmla="*/ 52806 h 106501"/>
                  <a:gd name="connsiteX15" fmla="*/ 6439 w 106016"/>
                  <a:gd name="connsiteY15" fmla="*/ 25321 h 106501"/>
                  <a:gd name="connsiteX16" fmla="*/ 80070 w 106016"/>
                  <a:gd name="connsiteY16" fmla="*/ 34610 h 106501"/>
                  <a:gd name="connsiteX17" fmla="*/ 68531 w 106016"/>
                  <a:gd name="connsiteY17" fmla="*/ 22649 h 106501"/>
                  <a:gd name="connsiteX18" fmla="*/ 53168 w 106016"/>
                  <a:gd name="connsiteY18" fmla="*/ 18514 h 106501"/>
                  <a:gd name="connsiteX19" fmla="*/ 37804 w 106016"/>
                  <a:gd name="connsiteY19" fmla="*/ 22522 h 106501"/>
                  <a:gd name="connsiteX20" fmla="*/ 26265 w 106016"/>
                  <a:gd name="connsiteY20" fmla="*/ 34292 h 106501"/>
                  <a:gd name="connsiteX21" fmla="*/ 21866 w 106016"/>
                  <a:gd name="connsiteY21" fmla="*/ 52742 h 106501"/>
                  <a:gd name="connsiteX22" fmla="*/ 26265 w 106016"/>
                  <a:gd name="connsiteY22" fmla="*/ 71447 h 106501"/>
                  <a:gd name="connsiteX23" fmla="*/ 37868 w 106016"/>
                  <a:gd name="connsiteY23" fmla="*/ 83726 h 106501"/>
                  <a:gd name="connsiteX24" fmla="*/ 53168 w 106016"/>
                  <a:gd name="connsiteY24" fmla="*/ 87925 h 106501"/>
                  <a:gd name="connsiteX25" fmla="*/ 68531 w 106016"/>
                  <a:gd name="connsiteY25" fmla="*/ 83789 h 106501"/>
                  <a:gd name="connsiteX26" fmla="*/ 80070 w 106016"/>
                  <a:gd name="connsiteY26" fmla="*/ 71701 h 106501"/>
                  <a:gd name="connsiteX27" fmla="*/ 84469 w 106016"/>
                  <a:gd name="connsiteY27" fmla="*/ 53060 h 106501"/>
                  <a:gd name="connsiteX28" fmla="*/ 80070 w 106016"/>
                  <a:gd name="connsiteY28" fmla="*/ 34546 h 10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6016" h="106501">
                    <a:moveTo>
                      <a:pt x="6375" y="25258"/>
                    </a:moveTo>
                    <a:cubicBezTo>
                      <a:pt x="10710" y="17305"/>
                      <a:pt x="16575" y="11070"/>
                      <a:pt x="23970" y="6617"/>
                    </a:cubicBezTo>
                    <a:cubicBezTo>
                      <a:pt x="31429" y="2163"/>
                      <a:pt x="39653" y="0"/>
                      <a:pt x="48641" y="0"/>
                    </a:cubicBezTo>
                    <a:cubicBezTo>
                      <a:pt x="56738" y="0"/>
                      <a:pt x="63878" y="1591"/>
                      <a:pt x="69934" y="4772"/>
                    </a:cubicBezTo>
                    <a:cubicBezTo>
                      <a:pt x="75990" y="7953"/>
                      <a:pt x="80835" y="11897"/>
                      <a:pt x="84469" y="16669"/>
                    </a:cubicBezTo>
                    <a:lnTo>
                      <a:pt x="84469" y="1718"/>
                    </a:lnTo>
                    <a:lnTo>
                      <a:pt x="106016" y="1718"/>
                    </a:lnTo>
                    <a:lnTo>
                      <a:pt x="106016" y="104784"/>
                    </a:lnTo>
                    <a:lnTo>
                      <a:pt x="84469" y="104784"/>
                    </a:lnTo>
                    <a:lnTo>
                      <a:pt x="84469" y="89451"/>
                    </a:lnTo>
                    <a:cubicBezTo>
                      <a:pt x="80835" y="94350"/>
                      <a:pt x="75926" y="98358"/>
                      <a:pt x="69679" y="101603"/>
                    </a:cubicBezTo>
                    <a:cubicBezTo>
                      <a:pt x="63431" y="104848"/>
                      <a:pt x="56291" y="106502"/>
                      <a:pt x="48323" y="106502"/>
                    </a:cubicBezTo>
                    <a:cubicBezTo>
                      <a:pt x="39461" y="106502"/>
                      <a:pt x="31301" y="104212"/>
                      <a:pt x="23970" y="99694"/>
                    </a:cubicBezTo>
                    <a:cubicBezTo>
                      <a:pt x="16575" y="95114"/>
                      <a:pt x="10774" y="88752"/>
                      <a:pt x="6439" y="80608"/>
                    </a:cubicBezTo>
                    <a:cubicBezTo>
                      <a:pt x="2104" y="72465"/>
                      <a:pt x="0" y="63176"/>
                      <a:pt x="0" y="52806"/>
                    </a:cubicBezTo>
                    <a:cubicBezTo>
                      <a:pt x="0" y="42435"/>
                      <a:pt x="2168" y="33274"/>
                      <a:pt x="6439" y="25321"/>
                    </a:cubicBezTo>
                    <a:close/>
                    <a:moveTo>
                      <a:pt x="80070" y="34610"/>
                    </a:moveTo>
                    <a:cubicBezTo>
                      <a:pt x="77138" y="29393"/>
                      <a:pt x="73313" y="25385"/>
                      <a:pt x="68531" y="22649"/>
                    </a:cubicBezTo>
                    <a:cubicBezTo>
                      <a:pt x="63750" y="19913"/>
                      <a:pt x="58650" y="18514"/>
                      <a:pt x="53168" y="18514"/>
                    </a:cubicBezTo>
                    <a:cubicBezTo>
                      <a:pt x="47685" y="18514"/>
                      <a:pt x="42522" y="19850"/>
                      <a:pt x="37804" y="22522"/>
                    </a:cubicBezTo>
                    <a:cubicBezTo>
                      <a:pt x="33086" y="25194"/>
                      <a:pt x="29198" y="29139"/>
                      <a:pt x="26265" y="34292"/>
                    </a:cubicBezTo>
                    <a:cubicBezTo>
                      <a:pt x="23333" y="39445"/>
                      <a:pt x="21866" y="45616"/>
                      <a:pt x="21866" y="52742"/>
                    </a:cubicBezTo>
                    <a:cubicBezTo>
                      <a:pt x="21866" y="59868"/>
                      <a:pt x="23333" y="66102"/>
                      <a:pt x="26265" y="71447"/>
                    </a:cubicBezTo>
                    <a:cubicBezTo>
                      <a:pt x="29198" y="76791"/>
                      <a:pt x="33086" y="80926"/>
                      <a:pt x="37868" y="83726"/>
                    </a:cubicBezTo>
                    <a:cubicBezTo>
                      <a:pt x="42649" y="86525"/>
                      <a:pt x="47749" y="87925"/>
                      <a:pt x="53168" y="87925"/>
                    </a:cubicBezTo>
                    <a:cubicBezTo>
                      <a:pt x="58586" y="87925"/>
                      <a:pt x="63814" y="86525"/>
                      <a:pt x="68531" y="83789"/>
                    </a:cubicBezTo>
                    <a:cubicBezTo>
                      <a:pt x="73249" y="81053"/>
                      <a:pt x="77138" y="77045"/>
                      <a:pt x="80070" y="71701"/>
                    </a:cubicBezTo>
                    <a:cubicBezTo>
                      <a:pt x="83003" y="66421"/>
                      <a:pt x="84469" y="60186"/>
                      <a:pt x="84469" y="53060"/>
                    </a:cubicBezTo>
                    <a:cubicBezTo>
                      <a:pt x="84469" y="45935"/>
                      <a:pt x="83003" y="39763"/>
                      <a:pt x="80070" y="34546"/>
                    </a:cubicBezTo>
                    <a:close/>
                  </a:path>
                </a:pathLst>
              </a:custGeom>
              <a:solidFill>
                <a:srgbClr val="FFFFFF"/>
              </a:solidFill>
              <a:ln w="6375" cap="flat">
                <a:noFill/>
                <a:prstDash val="solid"/>
                <a:miter/>
              </a:ln>
            </p:spPr>
            <p:txBody>
              <a:bodyPr rtlCol="0" anchor="ctr"/>
              <a:lstStyle/>
              <a:p>
                <a:endParaRPr lang="en-US"/>
              </a:p>
            </p:txBody>
          </p:sp>
          <p:sp>
            <p:nvSpPr>
              <p:cNvPr id="85" name="Freeform 84">
                <a:extLst>
                  <a:ext uri="{FF2B5EF4-FFF2-40B4-BE49-F238E27FC236}">
                    <a16:creationId xmlns:a16="http://schemas.microsoft.com/office/drawing/2014/main" id="{FC843E91-38EE-E4DD-410B-A5C57FA93146}"/>
                  </a:ext>
                </a:extLst>
              </p:cNvPr>
              <p:cNvSpPr/>
              <p:nvPr/>
            </p:nvSpPr>
            <p:spPr>
              <a:xfrm>
                <a:off x="5696096" y="-1071440"/>
                <a:ext cx="94477" cy="104784"/>
              </a:xfrm>
              <a:custGeom>
                <a:avLst/>
                <a:gdLst>
                  <a:gd name="connsiteX0" fmla="*/ 73950 w 94477"/>
                  <a:gd name="connsiteY0" fmla="*/ 5090 h 104784"/>
                  <a:gd name="connsiteX1" fmla="*/ 89059 w 94477"/>
                  <a:gd name="connsiteY1" fmla="*/ 20041 h 104784"/>
                  <a:gd name="connsiteX2" fmla="*/ 94478 w 94477"/>
                  <a:gd name="connsiteY2" fmla="*/ 43962 h 104784"/>
                  <a:gd name="connsiteX3" fmla="*/ 94478 w 94477"/>
                  <a:gd name="connsiteY3" fmla="*/ 104784 h 104784"/>
                  <a:gd name="connsiteX4" fmla="*/ 73313 w 94477"/>
                  <a:gd name="connsiteY4" fmla="*/ 104784 h 104784"/>
                  <a:gd name="connsiteX5" fmla="*/ 73313 w 94477"/>
                  <a:gd name="connsiteY5" fmla="*/ 47143 h 104784"/>
                  <a:gd name="connsiteX6" fmla="*/ 66364 w 94477"/>
                  <a:gd name="connsiteY6" fmla="*/ 25894 h 104784"/>
                  <a:gd name="connsiteX7" fmla="*/ 47430 w 94477"/>
                  <a:gd name="connsiteY7" fmla="*/ 18514 h 104784"/>
                  <a:gd name="connsiteX8" fmla="*/ 28368 w 94477"/>
                  <a:gd name="connsiteY8" fmla="*/ 25894 h 104784"/>
                  <a:gd name="connsiteX9" fmla="*/ 21356 w 94477"/>
                  <a:gd name="connsiteY9" fmla="*/ 47143 h 104784"/>
                  <a:gd name="connsiteX10" fmla="*/ 21356 w 94477"/>
                  <a:gd name="connsiteY10" fmla="*/ 104784 h 104784"/>
                  <a:gd name="connsiteX11" fmla="*/ 0 w 94477"/>
                  <a:gd name="connsiteY11" fmla="*/ 104784 h 104784"/>
                  <a:gd name="connsiteX12" fmla="*/ 0 w 94477"/>
                  <a:gd name="connsiteY12" fmla="*/ 1718 h 104784"/>
                  <a:gd name="connsiteX13" fmla="*/ 21356 w 94477"/>
                  <a:gd name="connsiteY13" fmla="*/ 1718 h 104784"/>
                  <a:gd name="connsiteX14" fmla="*/ 21356 w 94477"/>
                  <a:gd name="connsiteY14" fmla="*/ 13488 h 104784"/>
                  <a:gd name="connsiteX15" fmla="*/ 34743 w 94477"/>
                  <a:gd name="connsiteY15" fmla="*/ 3563 h 104784"/>
                  <a:gd name="connsiteX16" fmla="*/ 52084 w 94477"/>
                  <a:gd name="connsiteY16" fmla="*/ 0 h 104784"/>
                  <a:gd name="connsiteX17" fmla="*/ 73950 w 94477"/>
                  <a:gd name="connsiteY17" fmla="*/ 5026 h 10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4477" h="104784">
                    <a:moveTo>
                      <a:pt x="73950" y="5090"/>
                    </a:moveTo>
                    <a:cubicBezTo>
                      <a:pt x="80389" y="8462"/>
                      <a:pt x="85425" y="13424"/>
                      <a:pt x="89059" y="20041"/>
                    </a:cubicBezTo>
                    <a:cubicBezTo>
                      <a:pt x="92692" y="26657"/>
                      <a:pt x="94478" y="34610"/>
                      <a:pt x="94478" y="43962"/>
                    </a:cubicBezTo>
                    <a:lnTo>
                      <a:pt x="94478" y="104784"/>
                    </a:lnTo>
                    <a:lnTo>
                      <a:pt x="73313" y="104784"/>
                    </a:lnTo>
                    <a:lnTo>
                      <a:pt x="73313" y="47143"/>
                    </a:lnTo>
                    <a:cubicBezTo>
                      <a:pt x="73313" y="37918"/>
                      <a:pt x="71017" y="30856"/>
                      <a:pt x="66364" y="25894"/>
                    </a:cubicBezTo>
                    <a:cubicBezTo>
                      <a:pt x="61710" y="20995"/>
                      <a:pt x="55399" y="18514"/>
                      <a:pt x="47430" y="18514"/>
                    </a:cubicBezTo>
                    <a:cubicBezTo>
                      <a:pt x="39461" y="18514"/>
                      <a:pt x="33086" y="20995"/>
                      <a:pt x="28368" y="25894"/>
                    </a:cubicBezTo>
                    <a:cubicBezTo>
                      <a:pt x="23651" y="30793"/>
                      <a:pt x="21356" y="37918"/>
                      <a:pt x="21356" y="47143"/>
                    </a:cubicBezTo>
                    <a:lnTo>
                      <a:pt x="21356" y="104784"/>
                    </a:lnTo>
                    <a:lnTo>
                      <a:pt x="0" y="104784"/>
                    </a:lnTo>
                    <a:lnTo>
                      <a:pt x="0" y="1718"/>
                    </a:lnTo>
                    <a:lnTo>
                      <a:pt x="21356" y="1718"/>
                    </a:lnTo>
                    <a:lnTo>
                      <a:pt x="21356" y="13488"/>
                    </a:lnTo>
                    <a:cubicBezTo>
                      <a:pt x="24862" y="9225"/>
                      <a:pt x="29325" y="5917"/>
                      <a:pt x="34743" y="3563"/>
                    </a:cubicBezTo>
                    <a:cubicBezTo>
                      <a:pt x="40162" y="1209"/>
                      <a:pt x="45964" y="0"/>
                      <a:pt x="52084" y="0"/>
                    </a:cubicBezTo>
                    <a:cubicBezTo>
                      <a:pt x="60180" y="0"/>
                      <a:pt x="67511" y="1654"/>
                      <a:pt x="73950" y="5026"/>
                    </a:cubicBezTo>
                    <a:close/>
                  </a:path>
                </a:pathLst>
              </a:custGeom>
              <a:solidFill>
                <a:srgbClr val="FFFFFF"/>
              </a:solidFill>
              <a:ln w="6375" cap="flat">
                <a:noFill/>
                <a:prstDash val="solid"/>
                <a:miter/>
              </a:ln>
            </p:spPr>
            <p:txBody>
              <a:bodyPr rtlCol="0" anchor="ctr"/>
              <a:lstStyle/>
              <a:p>
                <a:endParaRPr lang="en-US"/>
              </a:p>
            </p:txBody>
          </p:sp>
          <p:sp>
            <p:nvSpPr>
              <p:cNvPr id="86" name="Freeform 85">
                <a:extLst>
                  <a:ext uri="{FF2B5EF4-FFF2-40B4-BE49-F238E27FC236}">
                    <a16:creationId xmlns:a16="http://schemas.microsoft.com/office/drawing/2014/main" id="{FA49E1E7-4546-9A94-79FA-AB319FEB0253}"/>
                  </a:ext>
                </a:extLst>
              </p:cNvPr>
              <p:cNvSpPr/>
              <p:nvPr/>
            </p:nvSpPr>
            <p:spPr>
              <a:xfrm>
                <a:off x="5812184" y="-1071440"/>
                <a:ext cx="98238" cy="106565"/>
              </a:xfrm>
              <a:custGeom>
                <a:avLst/>
                <a:gdLst>
                  <a:gd name="connsiteX0" fmla="*/ 6439 w 98238"/>
                  <a:gd name="connsiteY0" fmla="*/ 25194 h 106565"/>
                  <a:gd name="connsiteX1" fmla="*/ 24353 w 98238"/>
                  <a:gd name="connsiteY1" fmla="*/ 6553 h 106565"/>
                  <a:gd name="connsiteX2" fmla="*/ 50618 w 98238"/>
                  <a:gd name="connsiteY2" fmla="*/ 0 h 106565"/>
                  <a:gd name="connsiteX3" fmla="*/ 81664 w 98238"/>
                  <a:gd name="connsiteY3" fmla="*/ 8907 h 106565"/>
                  <a:gd name="connsiteX4" fmla="*/ 98239 w 98238"/>
                  <a:gd name="connsiteY4" fmla="*/ 34292 h 106565"/>
                  <a:gd name="connsiteX5" fmla="*/ 75162 w 98238"/>
                  <a:gd name="connsiteY5" fmla="*/ 34292 h 106565"/>
                  <a:gd name="connsiteX6" fmla="*/ 66173 w 98238"/>
                  <a:gd name="connsiteY6" fmla="*/ 22331 h 106565"/>
                  <a:gd name="connsiteX7" fmla="*/ 50618 w 98238"/>
                  <a:gd name="connsiteY7" fmla="*/ 18005 h 106565"/>
                  <a:gd name="connsiteX8" fmla="*/ 29708 w 98238"/>
                  <a:gd name="connsiteY8" fmla="*/ 27293 h 106565"/>
                  <a:gd name="connsiteX9" fmla="*/ 21930 w 98238"/>
                  <a:gd name="connsiteY9" fmla="*/ 53187 h 106565"/>
                  <a:gd name="connsiteX10" fmla="*/ 29708 w 98238"/>
                  <a:gd name="connsiteY10" fmla="*/ 79208 h 106565"/>
                  <a:gd name="connsiteX11" fmla="*/ 50618 w 98238"/>
                  <a:gd name="connsiteY11" fmla="*/ 88561 h 106565"/>
                  <a:gd name="connsiteX12" fmla="*/ 75162 w 98238"/>
                  <a:gd name="connsiteY12" fmla="*/ 72274 h 106565"/>
                  <a:gd name="connsiteX13" fmla="*/ 98239 w 98238"/>
                  <a:gd name="connsiteY13" fmla="*/ 72274 h 106565"/>
                  <a:gd name="connsiteX14" fmla="*/ 81345 w 98238"/>
                  <a:gd name="connsiteY14" fmla="*/ 97277 h 106565"/>
                  <a:gd name="connsiteX15" fmla="*/ 50618 w 98238"/>
                  <a:gd name="connsiteY15" fmla="*/ 106565 h 106565"/>
                  <a:gd name="connsiteX16" fmla="*/ 24353 w 98238"/>
                  <a:gd name="connsiteY16" fmla="*/ 99949 h 106565"/>
                  <a:gd name="connsiteX17" fmla="*/ 6439 w 98238"/>
                  <a:gd name="connsiteY17" fmla="*/ 81244 h 106565"/>
                  <a:gd name="connsiteX18" fmla="*/ 0 w 98238"/>
                  <a:gd name="connsiteY18" fmla="*/ 53251 h 106565"/>
                  <a:gd name="connsiteX19" fmla="*/ 6439 w 98238"/>
                  <a:gd name="connsiteY19" fmla="*/ 25258 h 10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238" h="106565">
                    <a:moveTo>
                      <a:pt x="6439" y="25194"/>
                    </a:moveTo>
                    <a:cubicBezTo>
                      <a:pt x="10774" y="17178"/>
                      <a:pt x="16702" y="10943"/>
                      <a:pt x="24353" y="6553"/>
                    </a:cubicBezTo>
                    <a:cubicBezTo>
                      <a:pt x="32003" y="2163"/>
                      <a:pt x="40736" y="0"/>
                      <a:pt x="50618" y="0"/>
                    </a:cubicBezTo>
                    <a:cubicBezTo>
                      <a:pt x="63113" y="0"/>
                      <a:pt x="73440" y="2990"/>
                      <a:pt x="81664" y="8907"/>
                    </a:cubicBezTo>
                    <a:cubicBezTo>
                      <a:pt x="89824" y="14824"/>
                      <a:pt x="95370" y="23285"/>
                      <a:pt x="98239" y="34292"/>
                    </a:cubicBezTo>
                    <a:lnTo>
                      <a:pt x="75162" y="34292"/>
                    </a:lnTo>
                    <a:cubicBezTo>
                      <a:pt x="73313" y="29202"/>
                      <a:pt x="70316" y="25194"/>
                      <a:pt x="66173" y="22331"/>
                    </a:cubicBezTo>
                    <a:cubicBezTo>
                      <a:pt x="62029" y="19468"/>
                      <a:pt x="56865" y="18005"/>
                      <a:pt x="50618" y="18005"/>
                    </a:cubicBezTo>
                    <a:cubicBezTo>
                      <a:pt x="41884" y="18005"/>
                      <a:pt x="34871" y="21059"/>
                      <a:pt x="29708" y="27293"/>
                    </a:cubicBezTo>
                    <a:cubicBezTo>
                      <a:pt x="24544" y="33465"/>
                      <a:pt x="21930" y="42117"/>
                      <a:pt x="21930" y="53187"/>
                    </a:cubicBezTo>
                    <a:cubicBezTo>
                      <a:pt x="21930" y="64257"/>
                      <a:pt x="24544" y="72974"/>
                      <a:pt x="29708" y="79208"/>
                    </a:cubicBezTo>
                    <a:cubicBezTo>
                      <a:pt x="34871" y="85443"/>
                      <a:pt x="41884" y="88561"/>
                      <a:pt x="50618" y="88561"/>
                    </a:cubicBezTo>
                    <a:cubicBezTo>
                      <a:pt x="62985" y="88561"/>
                      <a:pt x="71145" y="83153"/>
                      <a:pt x="75162" y="72274"/>
                    </a:cubicBezTo>
                    <a:lnTo>
                      <a:pt x="98239" y="72274"/>
                    </a:lnTo>
                    <a:cubicBezTo>
                      <a:pt x="95243" y="82771"/>
                      <a:pt x="89632" y="91106"/>
                      <a:pt x="81345" y="97277"/>
                    </a:cubicBezTo>
                    <a:cubicBezTo>
                      <a:pt x="73121" y="103448"/>
                      <a:pt x="62858" y="106565"/>
                      <a:pt x="50618" y="106565"/>
                    </a:cubicBezTo>
                    <a:cubicBezTo>
                      <a:pt x="40736" y="106565"/>
                      <a:pt x="32003" y="104339"/>
                      <a:pt x="24353" y="99949"/>
                    </a:cubicBezTo>
                    <a:cubicBezTo>
                      <a:pt x="16702" y="95495"/>
                      <a:pt x="10774" y="89261"/>
                      <a:pt x="6439" y="81244"/>
                    </a:cubicBezTo>
                    <a:cubicBezTo>
                      <a:pt x="2104" y="73228"/>
                      <a:pt x="0" y="63876"/>
                      <a:pt x="0" y="53251"/>
                    </a:cubicBezTo>
                    <a:cubicBezTo>
                      <a:pt x="0" y="42626"/>
                      <a:pt x="2168" y="33338"/>
                      <a:pt x="6439" y="25258"/>
                    </a:cubicBezTo>
                    <a:close/>
                  </a:path>
                </a:pathLst>
              </a:custGeom>
              <a:solidFill>
                <a:srgbClr val="FFFFFF"/>
              </a:solidFill>
              <a:ln w="6375" cap="flat">
                <a:noFill/>
                <a:prstDash val="solid"/>
                <a:miter/>
              </a:ln>
            </p:spPr>
            <p:txBody>
              <a:bodyPr rtlCol="0" anchor="ctr"/>
              <a:lstStyle/>
              <a:p>
                <a:endParaRPr lang="en-US"/>
              </a:p>
            </p:txBody>
          </p:sp>
          <p:sp>
            <p:nvSpPr>
              <p:cNvPr id="87" name="Freeform 86">
                <a:extLst>
                  <a:ext uri="{FF2B5EF4-FFF2-40B4-BE49-F238E27FC236}">
                    <a16:creationId xmlns:a16="http://schemas.microsoft.com/office/drawing/2014/main" id="{F2560688-8DDB-C048-1F2C-76BFEC98A8F2}"/>
                  </a:ext>
                </a:extLst>
              </p:cNvPr>
              <p:cNvSpPr/>
              <p:nvPr/>
            </p:nvSpPr>
            <p:spPr>
              <a:xfrm>
                <a:off x="5928592" y="-1110695"/>
                <a:ext cx="27221" cy="144038"/>
              </a:xfrm>
              <a:custGeom>
                <a:avLst/>
                <a:gdLst>
                  <a:gd name="connsiteX0" fmla="*/ 3952 w 27221"/>
                  <a:gd name="connsiteY0" fmla="*/ 23413 h 144038"/>
                  <a:gd name="connsiteX1" fmla="*/ 0 w 27221"/>
                  <a:gd name="connsiteY1" fmla="*/ 13679 h 144038"/>
                  <a:gd name="connsiteX2" fmla="*/ 3952 w 27221"/>
                  <a:gd name="connsiteY2" fmla="*/ 3944 h 144038"/>
                  <a:gd name="connsiteX3" fmla="*/ 13706 w 27221"/>
                  <a:gd name="connsiteY3" fmla="*/ 0 h 144038"/>
                  <a:gd name="connsiteX4" fmla="*/ 23269 w 27221"/>
                  <a:gd name="connsiteY4" fmla="*/ 3944 h 144038"/>
                  <a:gd name="connsiteX5" fmla="*/ 27221 w 27221"/>
                  <a:gd name="connsiteY5" fmla="*/ 13679 h 144038"/>
                  <a:gd name="connsiteX6" fmla="*/ 23269 w 27221"/>
                  <a:gd name="connsiteY6" fmla="*/ 23413 h 144038"/>
                  <a:gd name="connsiteX7" fmla="*/ 13706 w 27221"/>
                  <a:gd name="connsiteY7" fmla="*/ 27357 h 144038"/>
                  <a:gd name="connsiteX8" fmla="*/ 3952 w 27221"/>
                  <a:gd name="connsiteY8" fmla="*/ 23413 h 144038"/>
                  <a:gd name="connsiteX9" fmla="*/ 24162 w 27221"/>
                  <a:gd name="connsiteY9" fmla="*/ 40972 h 144038"/>
                  <a:gd name="connsiteX10" fmla="*/ 24162 w 27221"/>
                  <a:gd name="connsiteY10" fmla="*/ 144038 h 144038"/>
                  <a:gd name="connsiteX11" fmla="*/ 2805 w 27221"/>
                  <a:gd name="connsiteY11" fmla="*/ 144038 h 144038"/>
                  <a:gd name="connsiteX12" fmla="*/ 2805 w 27221"/>
                  <a:gd name="connsiteY12" fmla="*/ 40972 h 144038"/>
                  <a:gd name="connsiteX13" fmla="*/ 24162 w 27221"/>
                  <a:gd name="connsiteY13" fmla="*/ 40972 h 144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221" h="144038">
                    <a:moveTo>
                      <a:pt x="3952" y="23413"/>
                    </a:moveTo>
                    <a:cubicBezTo>
                      <a:pt x="1339" y="20804"/>
                      <a:pt x="0" y="17559"/>
                      <a:pt x="0" y="13679"/>
                    </a:cubicBezTo>
                    <a:cubicBezTo>
                      <a:pt x="0" y="9798"/>
                      <a:pt x="1339" y="6553"/>
                      <a:pt x="3952" y="3944"/>
                    </a:cubicBezTo>
                    <a:cubicBezTo>
                      <a:pt x="6566" y="1336"/>
                      <a:pt x="9818" y="0"/>
                      <a:pt x="13706" y="0"/>
                    </a:cubicBezTo>
                    <a:cubicBezTo>
                      <a:pt x="17595" y="0"/>
                      <a:pt x="20655" y="1336"/>
                      <a:pt x="23269" y="3944"/>
                    </a:cubicBezTo>
                    <a:cubicBezTo>
                      <a:pt x="25882" y="6553"/>
                      <a:pt x="27221" y="9798"/>
                      <a:pt x="27221" y="13679"/>
                    </a:cubicBezTo>
                    <a:cubicBezTo>
                      <a:pt x="27221" y="17559"/>
                      <a:pt x="25882" y="20804"/>
                      <a:pt x="23269" y="23413"/>
                    </a:cubicBezTo>
                    <a:cubicBezTo>
                      <a:pt x="20655" y="26021"/>
                      <a:pt x="17467" y="27357"/>
                      <a:pt x="13706" y="27357"/>
                    </a:cubicBezTo>
                    <a:cubicBezTo>
                      <a:pt x="9945" y="27357"/>
                      <a:pt x="6566" y="26021"/>
                      <a:pt x="3952" y="23413"/>
                    </a:cubicBezTo>
                    <a:close/>
                    <a:moveTo>
                      <a:pt x="24162" y="40972"/>
                    </a:moveTo>
                    <a:lnTo>
                      <a:pt x="24162" y="144038"/>
                    </a:lnTo>
                    <a:lnTo>
                      <a:pt x="2805" y="144038"/>
                    </a:lnTo>
                    <a:lnTo>
                      <a:pt x="2805" y="40972"/>
                    </a:lnTo>
                    <a:lnTo>
                      <a:pt x="24162" y="40972"/>
                    </a:lnTo>
                    <a:close/>
                  </a:path>
                </a:pathLst>
              </a:custGeom>
              <a:solidFill>
                <a:srgbClr val="FFFFFF"/>
              </a:solidFill>
              <a:ln w="6375" cap="flat">
                <a:noFill/>
                <a:prstDash val="solid"/>
                <a:miter/>
              </a:ln>
            </p:spPr>
            <p:txBody>
              <a:bodyPr rtlCol="0" anchor="ctr"/>
              <a:lstStyle/>
              <a:p>
                <a:endParaRPr lang="en-US"/>
              </a:p>
            </p:txBody>
          </p:sp>
          <p:sp>
            <p:nvSpPr>
              <p:cNvPr id="88" name="Freeform 87">
                <a:extLst>
                  <a:ext uri="{FF2B5EF4-FFF2-40B4-BE49-F238E27FC236}">
                    <a16:creationId xmlns:a16="http://schemas.microsoft.com/office/drawing/2014/main" id="{C1E511D6-A861-E9BE-46A0-4232BB077807}"/>
                  </a:ext>
                </a:extLst>
              </p:cNvPr>
              <p:cNvSpPr/>
              <p:nvPr/>
            </p:nvSpPr>
            <p:spPr>
              <a:xfrm>
                <a:off x="5973472" y="-1071377"/>
                <a:ext cx="106015" cy="106501"/>
              </a:xfrm>
              <a:custGeom>
                <a:avLst/>
                <a:gdLst>
                  <a:gd name="connsiteX0" fmla="*/ 6375 w 106015"/>
                  <a:gd name="connsiteY0" fmla="*/ 25258 h 106501"/>
                  <a:gd name="connsiteX1" fmla="*/ 23970 w 106015"/>
                  <a:gd name="connsiteY1" fmla="*/ 6617 h 106501"/>
                  <a:gd name="connsiteX2" fmla="*/ 48641 w 106015"/>
                  <a:gd name="connsiteY2" fmla="*/ 0 h 106501"/>
                  <a:gd name="connsiteX3" fmla="*/ 69934 w 106015"/>
                  <a:gd name="connsiteY3" fmla="*/ 4772 h 106501"/>
                  <a:gd name="connsiteX4" fmla="*/ 84469 w 106015"/>
                  <a:gd name="connsiteY4" fmla="*/ 16669 h 106501"/>
                  <a:gd name="connsiteX5" fmla="*/ 84469 w 106015"/>
                  <a:gd name="connsiteY5" fmla="*/ 1718 h 106501"/>
                  <a:gd name="connsiteX6" fmla="*/ 106016 w 106015"/>
                  <a:gd name="connsiteY6" fmla="*/ 1718 h 106501"/>
                  <a:gd name="connsiteX7" fmla="*/ 106016 w 106015"/>
                  <a:gd name="connsiteY7" fmla="*/ 104784 h 106501"/>
                  <a:gd name="connsiteX8" fmla="*/ 84469 w 106015"/>
                  <a:gd name="connsiteY8" fmla="*/ 104784 h 106501"/>
                  <a:gd name="connsiteX9" fmla="*/ 84469 w 106015"/>
                  <a:gd name="connsiteY9" fmla="*/ 89451 h 106501"/>
                  <a:gd name="connsiteX10" fmla="*/ 69679 w 106015"/>
                  <a:gd name="connsiteY10" fmla="*/ 101603 h 106501"/>
                  <a:gd name="connsiteX11" fmla="*/ 48322 w 106015"/>
                  <a:gd name="connsiteY11" fmla="*/ 106502 h 106501"/>
                  <a:gd name="connsiteX12" fmla="*/ 23970 w 106015"/>
                  <a:gd name="connsiteY12" fmla="*/ 99694 h 106501"/>
                  <a:gd name="connsiteX13" fmla="*/ 6438 w 106015"/>
                  <a:gd name="connsiteY13" fmla="*/ 80608 h 106501"/>
                  <a:gd name="connsiteX14" fmla="*/ 0 w 106015"/>
                  <a:gd name="connsiteY14" fmla="*/ 52806 h 106501"/>
                  <a:gd name="connsiteX15" fmla="*/ 6438 w 106015"/>
                  <a:gd name="connsiteY15" fmla="*/ 25321 h 106501"/>
                  <a:gd name="connsiteX16" fmla="*/ 80070 w 106015"/>
                  <a:gd name="connsiteY16" fmla="*/ 34610 h 106501"/>
                  <a:gd name="connsiteX17" fmla="*/ 68531 w 106015"/>
                  <a:gd name="connsiteY17" fmla="*/ 22649 h 106501"/>
                  <a:gd name="connsiteX18" fmla="*/ 53167 w 106015"/>
                  <a:gd name="connsiteY18" fmla="*/ 18514 h 106501"/>
                  <a:gd name="connsiteX19" fmla="*/ 37804 w 106015"/>
                  <a:gd name="connsiteY19" fmla="*/ 22522 h 106501"/>
                  <a:gd name="connsiteX20" fmla="*/ 26265 w 106015"/>
                  <a:gd name="connsiteY20" fmla="*/ 34292 h 106501"/>
                  <a:gd name="connsiteX21" fmla="*/ 21866 w 106015"/>
                  <a:gd name="connsiteY21" fmla="*/ 52742 h 106501"/>
                  <a:gd name="connsiteX22" fmla="*/ 26265 w 106015"/>
                  <a:gd name="connsiteY22" fmla="*/ 71447 h 106501"/>
                  <a:gd name="connsiteX23" fmla="*/ 37867 w 106015"/>
                  <a:gd name="connsiteY23" fmla="*/ 83726 h 106501"/>
                  <a:gd name="connsiteX24" fmla="*/ 53167 w 106015"/>
                  <a:gd name="connsiteY24" fmla="*/ 87925 h 106501"/>
                  <a:gd name="connsiteX25" fmla="*/ 68531 w 106015"/>
                  <a:gd name="connsiteY25" fmla="*/ 83789 h 106501"/>
                  <a:gd name="connsiteX26" fmla="*/ 80070 w 106015"/>
                  <a:gd name="connsiteY26" fmla="*/ 71701 h 106501"/>
                  <a:gd name="connsiteX27" fmla="*/ 84469 w 106015"/>
                  <a:gd name="connsiteY27" fmla="*/ 53060 h 106501"/>
                  <a:gd name="connsiteX28" fmla="*/ 80070 w 106015"/>
                  <a:gd name="connsiteY28" fmla="*/ 34546 h 10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6015" h="106501">
                    <a:moveTo>
                      <a:pt x="6375" y="25258"/>
                    </a:moveTo>
                    <a:cubicBezTo>
                      <a:pt x="10710" y="17305"/>
                      <a:pt x="16575" y="11070"/>
                      <a:pt x="23970" y="6617"/>
                    </a:cubicBezTo>
                    <a:cubicBezTo>
                      <a:pt x="31429" y="2163"/>
                      <a:pt x="39652" y="0"/>
                      <a:pt x="48641" y="0"/>
                    </a:cubicBezTo>
                    <a:cubicBezTo>
                      <a:pt x="56737" y="0"/>
                      <a:pt x="63877" y="1591"/>
                      <a:pt x="69934" y="4772"/>
                    </a:cubicBezTo>
                    <a:cubicBezTo>
                      <a:pt x="75990" y="7953"/>
                      <a:pt x="80835" y="11897"/>
                      <a:pt x="84469" y="16669"/>
                    </a:cubicBezTo>
                    <a:lnTo>
                      <a:pt x="84469" y="1718"/>
                    </a:lnTo>
                    <a:lnTo>
                      <a:pt x="106016" y="1718"/>
                    </a:lnTo>
                    <a:lnTo>
                      <a:pt x="106016" y="104784"/>
                    </a:lnTo>
                    <a:lnTo>
                      <a:pt x="84469" y="104784"/>
                    </a:lnTo>
                    <a:lnTo>
                      <a:pt x="84469" y="89451"/>
                    </a:lnTo>
                    <a:cubicBezTo>
                      <a:pt x="80835" y="94350"/>
                      <a:pt x="75926" y="98358"/>
                      <a:pt x="69679" y="101603"/>
                    </a:cubicBezTo>
                    <a:cubicBezTo>
                      <a:pt x="63431" y="104848"/>
                      <a:pt x="56291" y="106502"/>
                      <a:pt x="48322" y="106502"/>
                    </a:cubicBezTo>
                    <a:cubicBezTo>
                      <a:pt x="39461" y="106502"/>
                      <a:pt x="31301" y="104212"/>
                      <a:pt x="23970" y="99694"/>
                    </a:cubicBezTo>
                    <a:cubicBezTo>
                      <a:pt x="16575" y="95114"/>
                      <a:pt x="10773" y="88752"/>
                      <a:pt x="6438" y="80608"/>
                    </a:cubicBezTo>
                    <a:cubicBezTo>
                      <a:pt x="2103" y="72465"/>
                      <a:pt x="0" y="63176"/>
                      <a:pt x="0" y="52806"/>
                    </a:cubicBezTo>
                    <a:cubicBezTo>
                      <a:pt x="0" y="42435"/>
                      <a:pt x="2167" y="33274"/>
                      <a:pt x="6438" y="25321"/>
                    </a:cubicBezTo>
                    <a:close/>
                    <a:moveTo>
                      <a:pt x="80070" y="34610"/>
                    </a:moveTo>
                    <a:cubicBezTo>
                      <a:pt x="77137" y="29393"/>
                      <a:pt x="73313" y="25385"/>
                      <a:pt x="68531" y="22649"/>
                    </a:cubicBezTo>
                    <a:cubicBezTo>
                      <a:pt x="63750" y="19913"/>
                      <a:pt x="58650" y="18514"/>
                      <a:pt x="53167" y="18514"/>
                    </a:cubicBezTo>
                    <a:cubicBezTo>
                      <a:pt x="47685" y="18514"/>
                      <a:pt x="42521" y="19850"/>
                      <a:pt x="37804" y="22522"/>
                    </a:cubicBezTo>
                    <a:cubicBezTo>
                      <a:pt x="33086" y="25194"/>
                      <a:pt x="29197" y="29139"/>
                      <a:pt x="26265" y="34292"/>
                    </a:cubicBezTo>
                    <a:cubicBezTo>
                      <a:pt x="23332" y="39445"/>
                      <a:pt x="21866" y="45616"/>
                      <a:pt x="21866" y="52742"/>
                    </a:cubicBezTo>
                    <a:cubicBezTo>
                      <a:pt x="21866" y="59868"/>
                      <a:pt x="23332" y="66102"/>
                      <a:pt x="26265" y="71447"/>
                    </a:cubicBezTo>
                    <a:cubicBezTo>
                      <a:pt x="29197" y="76791"/>
                      <a:pt x="33086" y="80926"/>
                      <a:pt x="37867" y="83726"/>
                    </a:cubicBezTo>
                    <a:cubicBezTo>
                      <a:pt x="42648" y="86525"/>
                      <a:pt x="47749" y="87925"/>
                      <a:pt x="53167" y="87925"/>
                    </a:cubicBezTo>
                    <a:cubicBezTo>
                      <a:pt x="58586" y="87925"/>
                      <a:pt x="63813" y="86525"/>
                      <a:pt x="68531" y="83789"/>
                    </a:cubicBezTo>
                    <a:cubicBezTo>
                      <a:pt x="73249" y="81053"/>
                      <a:pt x="77137" y="77045"/>
                      <a:pt x="80070" y="71701"/>
                    </a:cubicBezTo>
                    <a:cubicBezTo>
                      <a:pt x="83002" y="66421"/>
                      <a:pt x="84469" y="60186"/>
                      <a:pt x="84469" y="53060"/>
                    </a:cubicBezTo>
                    <a:cubicBezTo>
                      <a:pt x="84469" y="45935"/>
                      <a:pt x="83002" y="39763"/>
                      <a:pt x="80070" y="34546"/>
                    </a:cubicBezTo>
                    <a:close/>
                  </a:path>
                </a:pathLst>
              </a:custGeom>
              <a:solidFill>
                <a:srgbClr val="FFFFFF"/>
              </a:solidFill>
              <a:ln w="6375" cap="flat">
                <a:noFill/>
                <a:prstDash val="solid"/>
                <a:miter/>
              </a:ln>
            </p:spPr>
            <p:txBody>
              <a:bodyPr rtlCol="0" anchor="ctr"/>
              <a:lstStyle/>
              <a:p>
                <a:endParaRPr lang="en-US"/>
              </a:p>
            </p:txBody>
          </p:sp>
          <p:sp>
            <p:nvSpPr>
              <p:cNvPr id="89" name="Freeform 88">
                <a:extLst>
                  <a:ext uri="{FF2B5EF4-FFF2-40B4-BE49-F238E27FC236}">
                    <a16:creationId xmlns:a16="http://schemas.microsoft.com/office/drawing/2014/main" id="{31DF4FA1-B412-6A78-E933-23953932D9F3}"/>
                  </a:ext>
                </a:extLst>
              </p:cNvPr>
              <p:cNvSpPr/>
              <p:nvPr/>
            </p:nvSpPr>
            <p:spPr>
              <a:xfrm>
                <a:off x="6106136" y="-1105096"/>
                <a:ext cx="21356" cy="138439"/>
              </a:xfrm>
              <a:custGeom>
                <a:avLst/>
                <a:gdLst>
                  <a:gd name="connsiteX0" fmla="*/ 21356 w 21356"/>
                  <a:gd name="connsiteY0" fmla="*/ 0 h 138439"/>
                  <a:gd name="connsiteX1" fmla="*/ 21356 w 21356"/>
                  <a:gd name="connsiteY1" fmla="*/ 138440 h 138439"/>
                  <a:gd name="connsiteX2" fmla="*/ 0 w 21356"/>
                  <a:gd name="connsiteY2" fmla="*/ 138440 h 138439"/>
                  <a:gd name="connsiteX3" fmla="*/ 0 w 21356"/>
                  <a:gd name="connsiteY3" fmla="*/ 0 h 138439"/>
                  <a:gd name="connsiteX4" fmla="*/ 21356 w 21356"/>
                  <a:gd name="connsiteY4" fmla="*/ 0 h 13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 h="138439">
                    <a:moveTo>
                      <a:pt x="21356" y="0"/>
                    </a:moveTo>
                    <a:lnTo>
                      <a:pt x="21356" y="138440"/>
                    </a:lnTo>
                    <a:lnTo>
                      <a:pt x="0" y="138440"/>
                    </a:lnTo>
                    <a:lnTo>
                      <a:pt x="0" y="0"/>
                    </a:lnTo>
                    <a:lnTo>
                      <a:pt x="21356" y="0"/>
                    </a:lnTo>
                    <a:close/>
                  </a:path>
                </a:pathLst>
              </a:custGeom>
              <a:solidFill>
                <a:srgbClr val="FFFFFF"/>
              </a:solidFill>
              <a:ln w="6375" cap="flat">
                <a:noFill/>
                <a:prstDash val="solid"/>
                <a:miter/>
              </a:ln>
            </p:spPr>
            <p:txBody>
              <a:bodyPr rtlCol="0" anchor="ctr"/>
              <a:lstStyle/>
              <a:p>
                <a:endParaRPr lang="en-US"/>
              </a:p>
            </p:txBody>
          </p:sp>
          <p:sp>
            <p:nvSpPr>
              <p:cNvPr id="90" name="Freeform 89">
                <a:extLst>
                  <a:ext uri="{FF2B5EF4-FFF2-40B4-BE49-F238E27FC236}">
                    <a16:creationId xmlns:a16="http://schemas.microsoft.com/office/drawing/2014/main" id="{5AC40816-5B56-50D2-0C06-F804182A4D78}"/>
                  </a:ext>
                </a:extLst>
              </p:cNvPr>
              <p:cNvSpPr/>
              <p:nvPr/>
            </p:nvSpPr>
            <p:spPr>
              <a:xfrm>
                <a:off x="6190286" y="-1098416"/>
                <a:ext cx="91226" cy="133159"/>
              </a:xfrm>
              <a:custGeom>
                <a:avLst/>
                <a:gdLst>
                  <a:gd name="connsiteX0" fmla="*/ 22504 w 91226"/>
                  <a:gd name="connsiteY0" fmla="*/ 128515 h 133159"/>
                  <a:gd name="connsiteX1" fmla="*/ 5993 w 91226"/>
                  <a:gd name="connsiteY1" fmla="*/ 115536 h 133159"/>
                  <a:gd name="connsiteX2" fmla="*/ 0 w 91226"/>
                  <a:gd name="connsiteY2" fmla="*/ 95877 h 133159"/>
                  <a:gd name="connsiteX3" fmla="*/ 22886 w 91226"/>
                  <a:gd name="connsiteY3" fmla="*/ 95877 h 133159"/>
                  <a:gd name="connsiteX4" fmla="*/ 29516 w 91226"/>
                  <a:gd name="connsiteY4" fmla="*/ 109747 h 133159"/>
                  <a:gd name="connsiteX5" fmla="*/ 46092 w 91226"/>
                  <a:gd name="connsiteY5" fmla="*/ 115154 h 133159"/>
                  <a:gd name="connsiteX6" fmla="*/ 63368 w 91226"/>
                  <a:gd name="connsiteY6" fmla="*/ 109810 h 133159"/>
                  <a:gd name="connsiteX7" fmla="*/ 69551 w 91226"/>
                  <a:gd name="connsiteY7" fmla="*/ 96068 h 133159"/>
                  <a:gd name="connsiteX8" fmla="*/ 65726 w 91226"/>
                  <a:gd name="connsiteY8" fmla="*/ 85380 h 133159"/>
                  <a:gd name="connsiteX9" fmla="*/ 56164 w 91226"/>
                  <a:gd name="connsiteY9" fmla="*/ 79018 h 133159"/>
                  <a:gd name="connsiteX10" fmla="*/ 40290 w 91226"/>
                  <a:gd name="connsiteY10" fmla="*/ 74119 h 133159"/>
                  <a:gd name="connsiteX11" fmla="*/ 19571 w 91226"/>
                  <a:gd name="connsiteY11" fmla="*/ 67311 h 133159"/>
                  <a:gd name="connsiteX12" fmla="*/ 5993 w 91226"/>
                  <a:gd name="connsiteY12" fmla="*/ 56559 h 133159"/>
                  <a:gd name="connsiteX13" fmla="*/ 382 w 91226"/>
                  <a:gd name="connsiteY13" fmla="*/ 37091 h 133159"/>
                  <a:gd name="connsiteX14" fmla="*/ 5993 w 91226"/>
                  <a:gd name="connsiteY14" fmla="*/ 17432 h 133159"/>
                  <a:gd name="connsiteX15" fmla="*/ 21739 w 91226"/>
                  <a:gd name="connsiteY15" fmla="*/ 4517 h 133159"/>
                  <a:gd name="connsiteX16" fmla="*/ 45199 w 91226"/>
                  <a:gd name="connsiteY16" fmla="*/ 0 h 133159"/>
                  <a:gd name="connsiteX17" fmla="*/ 76245 w 91226"/>
                  <a:gd name="connsiteY17" fmla="*/ 9480 h 133159"/>
                  <a:gd name="connsiteX18" fmla="*/ 89632 w 91226"/>
                  <a:gd name="connsiteY18" fmla="*/ 35373 h 133159"/>
                  <a:gd name="connsiteX19" fmla="*/ 66045 w 91226"/>
                  <a:gd name="connsiteY19" fmla="*/ 35373 h 133159"/>
                  <a:gd name="connsiteX20" fmla="*/ 59288 w 91226"/>
                  <a:gd name="connsiteY20" fmla="*/ 23222 h 133159"/>
                  <a:gd name="connsiteX21" fmla="*/ 42968 w 91226"/>
                  <a:gd name="connsiteY21" fmla="*/ 18196 h 133159"/>
                  <a:gd name="connsiteX22" fmla="*/ 27986 w 91226"/>
                  <a:gd name="connsiteY22" fmla="*/ 22904 h 133159"/>
                  <a:gd name="connsiteX23" fmla="*/ 22185 w 91226"/>
                  <a:gd name="connsiteY23" fmla="*/ 36391 h 133159"/>
                  <a:gd name="connsiteX24" fmla="*/ 25819 w 91226"/>
                  <a:gd name="connsiteY24" fmla="*/ 46189 h 133159"/>
                  <a:gd name="connsiteX25" fmla="*/ 35126 w 91226"/>
                  <a:gd name="connsiteY25" fmla="*/ 52297 h 133159"/>
                  <a:gd name="connsiteX26" fmla="*/ 50490 w 91226"/>
                  <a:gd name="connsiteY26" fmla="*/ 57195 h 133159"/>
                  <a:gd name="connsiteX27" fmla="*/ 71592 w 91226"/>
                  <a:gd name="connsiteY27" fmla="*/ 64321 h 133159"/>
                  <a:gd name="connsiteX28" fmla="*/ 85489 w 91226"/>
                  <a:gd name="connsiteY28" fmla="*/ 75264 h 133159"/>
                  <a:gd name="connsiteX29" fmla="*/ 91226 w 91226"/>
                  <a:gd name="connsiteY29" fmla="*/ 94986 h 133159"/>
                  <a:gd name="connsiteX30" fmla="*/ 85871 w 91226"/>
                  <a:gd name="connsiteY30" fmla="*/ 113691 h 133159"/>
                  <a:gd name="connsiteX31" fmla="*/ 70316 w 91226"/>
                  <a:gd name="connsiteY31" fmla="*/ 127815 h 133159"/>
                  <a:gd name="connsiteX32" fmla="*/ 46219 w 91226"/>
                  <a:gd name="connsiteY32" fmla="*/ 133159 h 133159"/>
                  <a:gd name="connsiteX33" fmla="*/ 22632 w 91226"/>
                  <a:gd name="connsiteY33" fmla="*/ 128578 h 133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1226" h="133159">
                    <a:moveTo>
                      <a:pt x="22504" y="128515"/>
                    </a:moveTo>
                    <a:cubicBezTo>
                      <a:pt x="15491" y="125461"/>
                      <a:pt x="10009" y="121135"/>
                      <a:pt x="5993" y="115536"/>
                    </a:cubicBezTo>
                    <a:cubicBezTo>
                      <a:pt x="1976" y="109937"/>
                      <a:pt x="0" y="103384"/>
                      <a:pt x="0" y="95877"/>
                    </a:cubicBezTo>
                    <a:lnTo>
                      <a:pt x="22886" y="95877"/>
                    </a:lnTo>
                    <a:cubicBezTo>
                      <a:pt x="23397" y="101476"/>
                      <a:pt x="25628" y="106120"/>
                      <a:pt x="29516" y="109747"/>
                    </a:cubicBezTo>
                    <a:cubicBezTo>
                      <a:pt x="33469" y="113373"/>
                      <a:pt x="39015" y="115154"/>
                      <a:pt x="46092" y="115154"/>
                    </a:cubicBezTo>
                    <a:cubicBezTo>
                      <a:pt x="53168" y="115154"/>
                      <a:pt x="59224" y="113373"/>
                      <a:pt x="63368" y="109810"/>
                    </a:cubicBezTo>
                    <a:cubicBezTo>
                      <a:pt x="67511" y="106247"/>
                      <a:pt x="69551" y="101667"/>
                      <a:pt x="69551" y="96068"/>
                    </a:cubicBezTo>
                    <a:cubicBezTo>
                      <a:pt x="69551" y="91678"/>
                      <a:pt x="68276" y="88179"/>
                      <a:pt x="65726" y="85380"/>
                    </a:cubicBezTo>
                    <a:cubicBezTo>
                      <a:pt x="63176" y="82644"/>
                      <a:pt x="59989" y="80481"/>
                      <a:pt x="56164" y="79018"/>
                    </a:cubicBezTo>
                    <a:cubicBezTo>
                      <a:pt x="52339" y="77491"/>
                      <a:pt x="47048" y="75900"/>
                      <a:pt x="40290" y="74119"/>
                    </a:cubicBezTo>
                    <a:cubicBezTo>
                      <a:pt x="31812" y="71892"/>
                      <a:pt x="24863" y="69602"/>
                      <a:pt x="19571" y="67311"/>
                    </a:cubicBezTo>
                    <a:cubicBezTo>
                      <a:pt x="14280" y="65021"/>
                      <a:pt x="9754" y="61395"/>
                      <a:pt x="5993" y="56559"/>
                    </a:cubicBezTo>
                    <a:cubicBezTo>
                      <a:pt x="2231" y="51724"/>
                      <a:pt x="382" y="45235"/>
                      <a:pt x="382" y="37091"/>
                    </a:cubicBezTo>
                    <a:cubicBezTo>
                      <a:pt x="382" y="29584"/>
                      <a:pt x="2231" y="23031"/>
                      <a:pt x="5993" y="17432"/>
                    </a:cubicBezTo>
                    <a:cubicBezTo>
                      <a:pt x="9754" y="11834"/>
                      <a:pt x="14981" y="7507"/>
                      <a:pt x="21739" y="4517"/>
                    </a:cubicBezTo>
                    <a:cubicBezTo>
                      <a:pt x="28496" y="1527"/>
                      <a:pt x="36274" y="0"/>
                      <a:pt x="45199" y="0"/>
                    </a:cubicBezTo>
                    <a:cubicBezTo>
                      <a:pt x="57821" y="0"/>
                      <a:pt x="68149" y="3181"/>
                      <a:pt x="76245" y="9480"/>
                    </a:cubicBezTo>
                    <a:cubicBezTo>
                      <a:pt x="84278" y="15778"/>
                      <a:pt x="88804" y="24431"/>
                      <a:pt x="89632" y="35373"/>
                    </a:cubicBezTo>
                    <a:lnTo>
                      <a:pt x="66045" y="35373"/>
                    </a:lnTo>
                    <a:cubicBezTo>
                      <a:pt x="65663" y="30602"/>
                      <a:pt x="63431" y="26594"/>
                      <a:pt x="59288" y="23222"/>
                    </a:cubicBezTo>
                    <a:cubicBezTo>
                      <a:pt x="55144" y="19850"/>
                      <a:pt x="49725" y="18196"/>
                      <a:pt x="42968" y="18196"/>
                    </a:cubicBezTo>
                    <a:cubicBezTo>
                      <a:pt x="36848" y="18196"/>
                      <a:pt x="31812" y="19786"/>
                      <a:pt x="27986" y="22904"/>
                    </a:cubicBezTo>
                    <a:cubicBezTo>
                      <a:pt x="24162" y="26021"/>
                      <a:pt x="22185" y="30538"/>
                      <a:pt x="22185" y="36391"/>
                    </a:cubicBezTo>
                    <a:cubicBezTo>
                      <a:pt x="22185" y="40399"/>
                      <a:pt x="23397" y="43644"/>
                      <a:pt x="25819" y="46189"/>
                    </a:cubicBezTo>
                    <a:cubicBezTo>
                      <a:pt x="28241" y="48734"/>
                      <a:pt x="31365" y="50770"/>
                      <a:pt x="35126" y="52297"/>
                    </a:cubicBezTo>
                    <a:cubicBezTo>
                      <a:pt x="38888" y="53824"/>
                      <a:pt x="43988" y="55414"/>
                      <a:pt x="50490" y="57195"/>
                    </a:cubicBezTo>
                    <a:cubicBezTo>
                      <a:pt x="59096" y="59549"/>
                      <a:pt x="66173" y="61967"/>
                      <a:pt x="71592" y="64321"/>
                    </a:cubicBezTo>
                    <a:cubicBezTo>
                      <a:pt x="77010" y="66675"/>
                      <a:pt x="81664" y="70365"/>
                      <a:pt x="85489" y="75264"/>
                    </a:cubicBezTo>
                    <a:cubicBezTo>
                      <a:pt x="89314" y="80163"/>
                      <a:pt x="91226" y="86779"/>
                      <a:pt x="91226" y="94986"/>
                    </a:cubicBezTo>
                    <a:cubicBezTo>
                      <a:pt x="91226" y="101603"/>
                      <a:pt x="89441" y="107838"/>
                      <a:pt x="85871" y="113691"/>
                    </a:cubicBezTo>
                    <a:cubicBezTo>
                      <a:pt x="82301" y="119544"/>
                      <a:pt x="77138" y="124252"/>
                      <a:pt x="70316" y="127815"/>
                    </a:cubicBezTo>
                    <a:cubicBezTo>
                      <a:pt x="63495" y="131378"/>
                      <a:pt x="55463" y="133159"/>
                      <a:pt x="46219" y="133159"/>
                    </a:cubicBezTo>
                    <a:cubicBezTo>
                      <a:pt x="37485" y="133159"/>
                      <a:pt x="29580" y="131632"/>
                      <a:pt x="22632" y="128578"/>
                    </a:cubicBezTo>
                    <a:close/>
                  </a:path>
                </a:pathLst>
              </a:custGeom>
              <a:solidFill>
                <a:srgbClr val="FFFFFF"/>
              </a:solidFill>
              <a:ln w="6375" cap="flat">
                <a:noFill/>
                <a:prstDash val="solid"/>
                <a:miter/>
              </a:ln>
            </p:spPr>
            <p:txBody>
              <a:bodyPr rtlCol="0" anchor="ctr"/>
              <a:lstStyle/>
              <a:p>
                <a:endParaRPr lang="en-US"/>
              </a:p>
            </p:txBody>
          </p:sp>
          <p:sp>
            <p:nvSpPr>
              <p:cNvPr id="91" name="Freeform 90">
                <a:extLst>
                  <a:ext uri="{FF2B5EF4-FFF2-40B4-BE49-F238E27FC236}">
                    <a16:creationId xmlns:a16="http://schemas.microsoft.com/office/drawing/2014/main" id="{C96902CE-85F4-AA60-FABD-E63588802C87}"/>
                  </a:ext>
                </a:extLst>
              </p:cNvPr>
              <p:cNvSpPr/>
              <p:nvPr/>
            </p:nvSpPr>
            <p:spPr>
              <a:xfrm>
                <a:off x="6297067" y="-1071377"/>
                <a:ext cx="101745" cy="106501"/>
              </a:xfrm>
              <a:custGeom>
                <a:avLst/>
                <a:gdLst>
                  <a:gd name="connsiteX0" fmla="*/ 100980 w 101745"/>
                  <a:gd name="connsiteY0" fmla="*/ 61140 h 106501"/>
                  <a:gd name="connsiteX1" fmla="*/ 22058 w 101745"/>
                  <a:gd name="connsiteY1" fmla="*/ 61140 h 106501"/>
                  <a:gd name="connsiteX2" fmla="*/ 31238 w 101745"/>
                  <a:gd name="connsiteY2" fmla="*/ 80990 h 106501"/>
                  <a:gd name="connsiteX3" fmla="*/ 51510 w 101745"/>
                  <a:gd name="connsiteY3" fmla="*/ 88497 h 106501"/>
                  <a:gd name="connsiteX4" fmla="*/ 75863 w 101745"/>
                  <a:gd name="connsiteY4" fmla="*/ 74119 h 106501"/>
                  <a:gd name="connsiteX5" fmla="*/ 98940 w 101745"/>
                  <a:gd name="connsiteY5" fmla="*/ 74119 h 106501"/>
                  <a:gd name="connsiteX6" fmla="*/ 81983 w 101745"/>
                  <a:gd name="connsiteY6" fmla="*/ 97404 h 106501"/>
                  <a:gd name="connsiteX7" fmla="*/ 51510 w 101745"/>
                  <a:gd name="connsiteY7" fmla="*/ 106502 h 106501"/>
                  <a:gd name="connsiteX8" fmla="*/ 24990 w 101745"/>
                  <a:gd name="connsiteY8" fmla="*/ 99885 h 106501"/>
                  <a:gd name="connsiteX9" fmla="*/ 6630 w 101745"/>
                  <a:gd name="connsiteY9" fmla="*/ 81181 h 106501"/>
                  <a:gd name="connsiteX10" fmla="*/ 0 w 101745"/>
                  <a:gd name="connsiteY10" fmla="*/ 53187 h 106501"/>
                  <a:gd name="connsiteX11" fmla="*/ 6439 w 101745"/>
                  <a:gd name="connsiteY11" fmla="*/ 25194 h 106501"/>
                  <a:gd name="connsiteX12" fmla="*/ 24608 w 101745"/>
                  <a:gd name="connsiteY12" fmla="*/ 6553 h 106501"/>
                  <a:gd name="connsiteX13" fmla="*/ 51510 w 101745"/>
                  <a:gd name="connsiteY13" fmla="*/ 0 h 106501"/>
                  <a:gd name="connsiteX14" fmla="*/ 77584 w 101745"/>
                  <a:gd name="connsiteY14" fmla="*/ 6362 h 106501"/>
                  <a:gd name="connsiteX15" fmla="*/ 95370 w 101745"/>
                  <a:gd name="connsiteY15" fmla="*/ 24240 h 106501"/>
                  <a:gd name="connsiteX16" fmla="*/ 101745 w 101745"/>
                  <a:gd name="connsiteY16" fmla="*/ 50706 h 106501"/>
                  <a:gd name="connsiteX17" fmla="*/ 100980 w 101745"/>
                  <a:gd name="connsiteY17" fmla="*/ 61204 h 106501"/>
                  <a:gd name="connsiteX18" fmla="*/ 79433 w 101745"/>
                  <a:gd name="connsiteY18" fmla="*/ 43962 h 106501"/>
                  <a:gd name="connsiteX19" fmla="*/ 71018 w 101745"/>
                  <a:gd name="connsiteY19" fmla="*/ 25067 h 106501"/>
                  <a:gd name="connsiteX20" fmla="*/ 50554 w 101745"/>
                  <a:gd name="connsiteY20" fmla="*/ 17941 h 106501"/>
                  <a:gd name="connsiteX21" fmla="*/ 31620 w 101745"/>
                  <a:gd name="connsiteY21" fmla="*/ 24940 h 106501"/>
                  <a:gd name="connsiteX22" fmla="*/ 22249 w 101745"/>
                  <a:gd name="connsiteY22" fmla="*/ 43962 h 106501"/>
                  <a:gd name="connsiteX23" fmla="*/ 79433 w 101745"/>
                  <a:gd name="connsiteY23" fmla="*/ 43962 h 10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1745" h="106501">
                    <a:moveTo>
                      <a:pt x="100980" y="61140"/>
                    </a:moveTo>
                    <a:lnTo>
                      <a:pt x="22058" y="61140"/>
                    </a:lnTo>
                    <a:cubicBezTo>
                      <a:pt x="22695" y="69347"/>
                      <a:pt x="25755" y="75964"/>
                      <a:pt x="31238" y="80990"/>
                    </a:cubicBezTo>
                    <a:cubicBezTo>
                      <a:pt x="36720" y="85952"/>
                      <a:pt x="43478" y="88497"/>
                      <a:pt x="51510" y="88497"/>
                    </a:cubicBezTo>
                    <a:cubicBezTo>
                      <a:pt x="62985" y="88497"/>
                      <a:pt x="71145" y="83662"/>
                      <a:pt x="75863" y="74119"/>
                    </a:cubicBezTo>
                    <a:lnTo>
                      <a:pt x="98940" y="74119"/>
                    </a:lnTo>
                    <a:cubicBezTo>
                      <a:pt x="95816" y="83598"/>
                      <a:pt x="90143" y="91360"/>
                      <a:pt x="81983" y="97404"/>
                    </a:cubicBezTo>
                    <a:cubicBezTo>
                      <a:pt x="73823" y="103448"/>
                      <a:pt x="63623" y="106502"/>
                      <a:pt x="51510" y="106502"/>
                    </a:cubicBezTo>
                    <a:cubicBezTo>
                      <a:pt x="41629" y="106502"/>
                      <a:pt x="32768" y="104275"/>
                      <a:pt x="24990" y="99885"/>
                    </a:cubicBezTo>
                    <a:cubicBezTo>
                      <a:pt x="17149" y="95432"/>
                      <a:pt x="11029" y="89197"/>
                      <a:pt x="6630" y="81181"/>
                    </a:cubicBezTo>
                    <a:cubicBezTo>
                      <a:pt x="2168" y="73164"/>
                      <a:pt x="0" y="63812"/>
                      <a:pt x="0" y="53187"/>
                    </a:cubicBezTo>
                    <a:cubicBezTo>
                      <a:pt x="0" y="42563"/>
                      <a:pt x="2168" y="33274"/>
                      <a:pt x="6439" y="25194"/>
                    </a:cubicBezTo>
                    <a:cubicBezTo>
                      <a:pt x="10710" y="17114"/>
                      <a:pt x="16830" y="10943"/>
                      <a:pt x="24608" y="6553"/>
                    </a:cubicBezTo>
                    <a:cubicBezTo>
                      <a:pt x="32449" y="2163"/>
                      <a:pt x="41374" y="0"/>
                      <a:pt x="51510" y="0"/>
                    </a:cubicBezTo>
                    <a:cubicBezTo>
                      <a:pt x="61647" y="0"/>
                      <a:pt x="69934" y="2100"/>
                      <a:pt x="77584" y="6362"/>
                    </a:cubicBezTo>
                    <a:cubicBezTo>
                      <a:pt x="85234" y="10625"/>
                      <a:pt x="91163" y="16542"/>
                      <a:pt x="95370" y="24240"/>
                    </a:cubicBezTo>
                    <a:cubicBezTo>
                      <a:pt x="99641" y="31938"/>
                      <a:pt x="101745" y="40718"/>
                      <a:pt x="101745" y="50706"/>
                    </a:cubicBezTo>
                    <a:cubicBezTo>
                      <a:pt x="101745" y="54587"/>
                      <a:pt x="101490" y="58086"/>
                      <a:pt x="100980" y="61204"/>
                    </a:cubicBezTo>
                    <a:close/>
                    <a:moveTo>
                      <a:pt x="79433" y="43962"/>
                    </a:moveTo>
                    <a:cubicBezTo>
                      <a:pt x="79305" y="36073"/>
                      <a:pt x="76500" y="29838"/>
                      <a:pt x="71018" y="25067"/>
                    </a:cubicBezTo>
                    <a:cubicBezTo>
                      <a:pt x="65535" y="20295"/>
                      <a:pt x="58714" y="17941"/>
                      <a:pt x="50554" y="17941"/>
                    </a:cubicBezTo>
                    <a:cubicBezTo>
                      <a:pt x="43159" y="17941"/>
                      <a:pt x="36848" y="20295"/>
                      <a:pt x="31620" y="24940"/>
                    </a:cubicBezTo>
                    <a:cubicBezTo>
                      <a:pt x="26393" y="29584"/>
                      <a:pt x="23269" y="35946"/>
                      <a:pt x="22249" y="43962"/>
                    </a:cubicBezTo>
                    <a:lnTo>
                      <a:pt x="79433" y="43962"/>
                    </a:lnTo>
                    <a:close/>
                  </a:path>
                </a:pathLst>
              </a:custGeom>
              <a:solidFill>
                <a:srgbClr val="FFFFFF"/>
              </a:solidFill>
              <a:ln w="6375" cap="flat">
                <a:noFill/>
                <a:prstDash val="solid"/>
                <a:miter/>
              </a:ln>
            </p:spPr>
            <p:txBody>
              <a:bodyPr rtlCol="0" anchor="ctr"/>
              <a:lstStyle/>
              <a:p>
                <a:endParaRPr lang="en-US"/>
              </a:p>
            </p:txBody>
          </p:sp>
          <p:sp>
            <p:nvSpPr>
              <p:cNvPr id="92" name="Freeform 91">
                <a:extLst>
                  <a:ext uri="{FF2B5EF4-FFF2-40B4-BE49-F238E27FC236}">
                    <a16:creationId xmlns:a16="http://schemas.microsoft.com/office/drawing/2014/main" id="{E59E934A-3615-9E94-3D1C-A647F6F9CD5A}"/>
                  </a:ext>
                </a:extLst>
              </p:cNvPr>
              <p:cNvSpPr/>
              <p:nvPr/>
            </p:nvSpPr>
            <p:spPr>
              <a:xfrm>
                <a:off x="6420041" y="-1071377"/>
                <a:ext cx="52275" cy="104784"/>
              </a:xfrm>
              <a:custGeom>
                <a:avLst/>
                <a:gdLst>
                  <a:gd name="connsiteX0" fmla="*/ 33787 w 52275"/>
                  <a:gd name="connsiteY0" fmla="*/ 4390 h 104784"/>
                  <a:gd name="connsiteX1" fmla="*/ 52275 w 52275"/>
                  <a:gd name="connsiteY1" fmla="*/ 0 h 104784"/>
                  <a:gd name="connsiteX2" fmla="*/ 52275 w 52275"/>
                  <a:gd name="connsiteY2" fmla="*/ 22077 h 104784"/>
                  <a:gd name="connsiteX3" fmla="*/ 46856 w 52275"/>
                  <a:gd name="connsiteY3" fmla="*/ 22077 h 104784"/>
                  <a:gd name="connsiteX4" fmla="*/ 27795 w 52275"/>
                  <a:gd name="connsiteY4" fmla="*/ 28439 h 104784"/>
                  <a:gd name="connsiteX5" fmla="*/ 21356 w 52275"/>
                  <a:gd name="connsiteY5" fmla="*/ 50515 h 104784"/>
                  <a:gd name="connsiteX6" fmla="*/ 21356 w 52275"/>
                  <a:gd name="connsiteY6" fmla="*/ 104784 h 104784"/>
                  <a:gd name="connsiteX7" fmla="*/ 0 w 52275"/>
                  <a:gd name="connsiteY7" fmla="*/ 104784 h 104784"/>
                  <a:gd name="connsiteX8" fmla="*/ 0 w 52275"/>
                  <a:gd name="connsiteY8" fmla="*/ 1718 h 104784"/>
                  <a:gd name="connsiteX9" fmla="*/ 21356 w 52275"/>
                  <a:gd name="connsiteY9" fmla="*/ 1718 h 104784"/>
                  <a:gd name="connsiteX10" fmla="*/ 21356 w 52275"/>
                  <a:gd name="connsiteY10" fmla="*/ 16669 h 104784"/>
                  <a:gd name="connsiteX11" fmla="*/ 33851 w 52275"/>
                  <a:gd name="connsiteY11" fmla="*/ 4390 h 10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275" h="104784">
                    <a:moveTo>
                      <a:pt x="33787" y="4390"/>
                    </a:moveTo>
                    <a:cubicBezTo>
                      <a:pt x="38951" y="1463"/>
                      <a:pt x="45135" y="0"/>
                      <a:pt x="52275" y="0"/>
                    </a:cubicBezTo>
                    <a:lnTo>
                      <a:pt x="52275" y="22077"/>
                    </a:lnTo>
                    <a:lnTo>
                      <a:pt x="46856" y="22077"/>
                    </a:lnTo>
                    <a:cubicBezTo>
                      <a:pt x="38505" y="22077"/>
                      <a:pt x="32130" y="24176"/>
                      <a:pt x="27795" y="28439"/>
                    </a:cubicBezTo>
                    <a:cubicBezTo>
                      <a:pt x="23460" y="32701"/>
                      <a:pt x="21356" y="40018"/>
                      <a:pt x="21356" y="50515"/>
                    </a:cubicBezTo>
                    <a:lnTo>
                      <a:pt x="21356" y="104784"/>
                    </a:lnTo>
                    <a:lnTo>
                      <a:pt x="0" y="104784"/>
                    </a:lnTo>
                    <a:lnTo>
                      <a:pt x="0" y="1718"/>
                    </a:lnTo>
                    <a:lnTo>
                      <a:pt x="21356" y="1718"/>
                    </a:lnTo>
                    <a:lnTo>
                      <a:pt x="21356" y="16669"/>
                    </a:lnTo>
                    <a:cubicBezTo>
                      <a:pt x="24480" y="11452"/>
                      <a:pt x="28624" y="7316"/>
                      <a:pt x="33851" y="4390"/>
                    </a:cubicBezTo>
                    <a:close/>
                  </a:path>
                </a:pathLst>
              </a:custGeom>
              <a:solidFill>
                <a:srgbClr val="FFFFFF"/>
              </a:solidFill>
              <a:ln w="6375" cap="flat">
                <a:noFill/>
                <a:prstDash val="solid"/>
                <a:miter/>
              </a:ln>
            </p:spPr>
            <p:txBody>
              <a:bodyPr rtlCol="0" anchor="ctr"/>
              <a:lstStyle/>
              <a:p>
                <a:endParaRPr lang="en-US"/>
              </a:p>
            </p:txBody>
          </p:sp>
          <p:sp>
            <p:nvSpPr>
              <p:cNvPr id="93" name="Freeform 92">
                <a:extLst>
                  <a:ext uri="{FF2B5EF4-FFF2-40B4-BE49-F238E27FC236}">
                    <a16:creationId xmlns:a16="http://schemas.microsoft.com/office/drawing/2014/main" id="{E03EC70F-0AE2-7132-6200-CFD57B9DE95B}"/>
                  </a:ext>
                </a:extLst>
              </p:cNvPr>
              <p:cNvSpPr/>
              <p:nvPr/>
            </p:nvSpPr>
            <p:spPr>
              <a:xfrm>
                <a:off x="6483663" y="-1069659"/>
                <a:ext cx="104103" cy="103066"/>
              </a:xfrm>
              <a:custGeom>
                <a:avLst/>
                <a:gdLst>
                  <a:gd name="connsiteX0" fmla="*/ 52147 w 104103"/>
                  <a:gd name="connsiteY0" fmla="*/ 83980 h 103066"/>
                  <a:gd name="connsiteX1" fmla="*/ 81408 w 104103"/>
                  <a:gd name="connsiteY1" fmla="*/ 0 h 103066"/>
                  <a:gd name="connsiteX2" fmla="*/ 104104 w 104103"/>
                  <a:gd name="connsiteY2" fmla="*/ 0 h 103066"/>
                  <a:gd name="connsiteX3" fmla="*/ 64706 w 104103"/>
                  <a:gd name="connsiteY3" fmla="*/ 103066 h 103066"/>
                  <a:gd name="connsiteX4" fmla="*/ 39206 w 104103"/>
                  <a:gd name="connsiteY4" fmla="*/ 103066 h 103066"/>
                  <a:gd name="connsiteX5" fmla="*/ 0 w 104103"/>
                  <a:gd name="connsiteY5" fmla="*/ 0 h 103066"/>
                  <a:gd name="connsiteX6" fmla="*/ 22886 w 104103"/>
                  <a:gd name="connsiteY6" fmla="*/ 0 h 103066"/>
                  <a:gd name="connsiteX7" fmla="*/ 52147 w 104103"/>
                  <a:gd name="connsiteY7" fmla="*/ 83980 h 103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103" h="103066">
                    <a:moveTo>
                      <a:pt x="52147" y="83980"/>
                    </a:moveTo>
                    <a:lnTo>
                      <a:pt x="81408" y="0"/>
                    </a:lnTo>
                    <a:lnTo>
                      <a:pt x="104104" y="0"/>
                    </a:lnTo>
                    <a:lnTo>
                      <a:pt x="64706" y="103066"/>
                    </a:lnTo>
                    <a:lnTo>
                      <a:pt x="39206" y="103066"/>
                    </a:lnTo>
                    <a:lnTo>
                      <a:pt x="0" y="0"/>
                    </a:lnTo>
                    <a:lnTo>
                      <a:pt x="22886" y="0"/>
                    </a:lnTo>
                    <a:lnTo>
                      <a:pt x="52147" y="83980"/>
                    </a:lnTo>
                    <a:close/>
                  </a:path>
                </a:pathLst>
              </a:custGeom>
              <a:solidFill>
                <a:srgbClr val="FFFFFF"/>
              </a:solidFill>
              <a:ln w="6375" cap="flat">
                <a:noFill/>
                <a:prstDash val="solid"/>
                <a:miter/>
              </a:ln>
            </p:spPr>
            <p:txBody>
              <a:bodyPr rtlCol="0" anchor="ctr"/>
              <a:lstStyle/>
              <a:p>
                <a:endParaRPr lang="en-US"/>
              </a:p>
            </p:txBody>
          </p:sp>
          <p:sp>
            <p:nvSpPr>
              <p:cNvPr id="94" name="Freeform 93">
                <a:extLst>
                  <a:ext uri="{FF2B5EF4-FFF2-40B4-BE49-F238E27FC236}">
                    <a16:creationId xmlns:a16="http://schemas.microsoft.com/office/drawing/2014/main" id="{E1D61E12-D783-66B1-B37B-AE5C49ED4E68}"/>
                  </a:ext>
                </a:extLst>
              </p:cNvPr>
              <p:cNvSpPr/>
              <p:nvPr/>
            </p:nvSpPr>
            <p:spPr>
              <a:xfrm>
                <a:off x="6600326" y="-1110695"/>
                <a:ext cx="27221" cy="144038"/>
              </a:xfrm>
              <a:custGeom>
                <a:avLst/>
                <a:gdLst>
                  <a:gd name="connsiteX0" fmla="*/ 3952 w 27221"/>
                  <a:gd name="connsiteY0" fmla="*/ 23413 h 144038"/>
                  <a:gd name="connsiteX1" fmla="*/ 0 w 27221"/>
                  <a:gd name="connsiteY1" fmla="*/ 13679 h 144038"/>
                  <a:gd name="connsiteX2" fmla="*/ 3952 w 27221"/>
                  <a:gd name="connsiteY2" fmla="*/ 3944 h 144038"/>
                  <a:gd name="connsiteX3" fmla="*/ 13706 w 27221"/>
                  <a:gd name="connsiteY3" fmla="*/ 0 h 144038"/>
                  <a:gd name="connsiteX4" fmla="*/ 23269 w 27221"/>
                  <a:gd name="connsiteY4" fmla="*/ 3944 h 144038"/>
                  <a:gd name="connsiteX5" fmla="*/ 27221 w 27221"/>
                  <a:gd name="connsiteY5" fmla="*/ 13679 h 144038"/>
                  <a:gd name="connsiteX6" fmla="*/ 23269 w 27221"/>
                  <a:gd name="connsiteY6" fmla="*/ 23413 h 144038"/>
                  <a:gd name="connsiteX7" fmla="*/ 13706 w 27221"/>
                  <a:gd name="connsiteY7" fmla="*/ 27357 h 144038"/>
                  <a:gd name="connsiteX8" fmla="*/ 3952 w 27221"/>
                  <a:gd name="connsiteY8" fmla="*/ 23413 h 144038"/>
                  <a:gd name="connsiteX9" fmla="*/ 24162 w 27221"/>
                  <a:gd name="connsiteY9" fmla="*/ 40972 h 144038"/>
                  <a:gd name="connsiteX10" fmla="*/ 24162 w 27221"/>
                  <a:gd name="connsiteY10" fmla="*/ 144038 h 144038"/>
                  <a:gd name="connsiteX11" fmla="*/ 2805 w 27221"/>
                  <a:gd name="connsiteY11" fmla="*/ 144038 h 144038"/>
                  <a:gd name="connsiteX12" fmla="*/ 2805 w 27221"/>
                  <a:gd name="connsiteY12" fmla="*/ 40972 h 144038"/>
                  <a:gd name="connsiteX13" fmla="*/ 24162 w 27221"/>
                  <a:gd name="connsiteY13" fmla="*/ 40972 h 144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221" h="144038">
                    <a:moveTo>
                      <a:pt x="3952" y="23413"/>
                    </a:moveTo>
                    <a:cubicBezTo>
                      <a:pt x="1339" y="20804"/>
                      <a:pt x="0" y="17559"/>
                      <a:pt x="0" y="13679"/>
                    </a:cubicBezTo>
                    <a:cubicBezTo>
                      <a:pt x="0" y="9798"/>
                      <a:pt x="1339" y="6553"/>
                      <a:pt x="3952" y="3944"/>
                    </a:cubicBezTo>
                    <a:cubicBezTo>
                      <a:pt x="6566" y="1336"/>
                      <a:pt x="9818" y="0"/>
                      <a:pt x="13706" y="0"/>
                    </a:cubicBezTo>
                    <a:cubicBezTo>
                      <a:pt x="17595" y="0"/>
                      <a:pt x="20655" y="1336"/>
                      <a:pt x="23269" y="3944"/>
                    </a:cubicBezTo>
                    <a:cubicBezTo>
                      <a:pt x="25883" y="6553"/>
                      <a:pt x="27221" y="9798"/>
                      <a:pt x="27221" y="13679"/>
                    </a:cubicBezTo>
                    <a:cubicBezTo>
                      <a:pt x="27221" y="17559"/>
                      <a:pt x="25883" y="20804"/>
                      <a:pt x="23269" y="23413"/>
                    </a:cubicBezTo>
                    <a:cubicBezTo>
                      <a:pt x="20655" y="26021"/>
                      <a:pt x="17467" y="27357"/>
                      <a:pt x="13706" y="27357"/>
                    </a:cubicBezTo>
                    <a:cubicBezTo>
                      <a:pt x="9945" y="27357"/>
                      <a:pt x="6566" y="26021"/>
                      <a:pt x="3952" y="23413"/>
                    </a:cubicBezTo>
                    <a:close/>
                    <a:moveTo>
                      <a:pt x="24162" y="40972"/>
                    </a:moveTo>
                    <a:lnTo>
                      <a:pt x="24162" y="144038"/>
                    </a:lnTo>
                    <a:lnTo>
                      <a:pt x="2805" y="144038"/>
                    </a:lnTo>
                    <a:lnTo>
                      <a:pt x="2805" y="40972"/>
                    </a:lnTo>
                    <a:lnTo>
                      <a:pt x="24162" y="40972"/>
                    </a:lnTo>
                    <a:close/>
                  </a:path>
                </a:pathLst>
              </a:custGeom>
              <a:solidFill>
                <a:srgbClr val="FFFFFF"/>
              </a:solidFill>
              <a:ln w="6375" cap="flat">
                <a:noFill/>
                <a:prstDash val="solid"/>
                <a:miter/>
              </a:ln>
            </p:spPr>
            <p:txBody>
              <a:bodyPr rtlCol="0" anchor="ctr"/>
              <a:lstStyle/>
              <a:p>
                <a:endParaRPr lang="en-US"/>
              </a:p>
            </p:txBody>
          </p:sp>
          <p:sp>
            <p:nvSpPr>
              <p:cNvPr id="95" name="Freeform 94">
                <a:extLst>
                  <a:ext uri="{FF2B5EF4-FFF2-40B4-BE49-F238E27FC236}">
                    <a16:creationId xmlns:a16="http://schemas.microsoft.com/office/drawing/2014/main" id="{66594299-164C-9159-06B1-239AAFA3F72F}"/>
                  </a:ext>
                </a:extLst>
              </p:cNvPr>
              <p:cNvSpPr/>
              <p:nvPr/>
            </p:nvSpPr>
            <p:spPr>
              <a:xfrm>
                <a:off x="6644951" y="-1071440"/>
                <a:ext cx="98238" cy="106565"/>
              </a:xfrm>
              <a:custGeom>
                <a:avLst/>
                <a:gdLst>
                  <a:gd name="connsiteX0" fmla="*/ 6439 w 98238"/>
                  <a:gd name="connsiteY0" fmla="*/ 25194 h 106565"/>
                  <a:gd name="connsiteX1" fmla="*/ 24353 w 98238"/>
                  <a:gd name="connsiteY1" fmla="*/ 6553 h 106565"/>
                  <a:gd name="connsiteX2" fmla="*/ 50618 w 98238"/>
                  <a:gd name="connsiteY2" fmla="*/ 0 h 106565"/>
                  <a:gd name="connsiteX3" fmla="*/ 81664 w 98238"/>
                  <a:gd name="connsiteY3" fmla="*/ 8907 h 106565"/>
                  <a:gd name="connsiteX4" fmla="*/ 98239 w 98238"/>
                  <a:gd name="connsiteY4" fmla="*/ 34292 h 106565"/>
                  <a:gd name="connsiteX5" fmla="*/ 75162 w 98238"/>
                  <a:gd name="connsiteY5" fmla="*/ 34292 h 106565"/>
                  <a:gd name="connsiteX6" fmla="*/ 66173 w 98238"/>
                  <a:gd name="connsiteY6" fmla="*/ 22331 h 106565"/>
                  <a:gd name="connsiteX7" fmla="*/ 50618 w 98238"/>
                  <a:gd name="connsiteY7" fmla="*/ 18005 h 106565"/>
                  <a:gd name="connsiteX8" fmla="*/ 29708 w 98238"/>
                  <a:gd name="connsiteY8" fmla="*/ 27293 h 106565"/>
                  <a:gd name="connsiteX9" fmla="*/ 21930 w 98238"/>
                  <a:gd name="connsiteY9" fmla="*/ 53187 h 106565"/>
                  <a:gd name="connsiteX10" fmla="*/ 29708 w 98238"/>
                  <a:gd name="connsiteY10" fmla="*/ 79208 h 106565"/>
                  <a:gd name="connsiteX11" fmla="*/ 50618 w 98238"/>
                  <a:gd name="connsiteY11" fmla="*/ 88561 h 106565"/>
                  <a:gd name="connsiteX12" fmla="*/ 75162 w 98238"/>
                  <a:gd name="connsiteY12" fmla="*/ 72274 h 106565"/>
                  <a:gd name="connsiteX13" fmla="*/ 98239 w 98238"/>
                  <a:gd name="connsiteY13" fmla="*/ 72274 h 106565"/>
                  <a:gd name="connsiteX14" fmla="*/ 81345 w 98238"/>
                  <a:gd name="connsiteY14" fmla="*/ 97277 h 106565"/>
                  <a:gd name="connsiteX15" fmla="*/ 50618 w 98238"/>
                  <a:gd name="connsiteY15" fmla="*/ 106565 h 106565"/>
                  <a:gd name="connsiteX16" fmla="*/ 24353 w 98238"/>
                  <a:gd name="connsiteY16" fmla="*/ 99949 h 106565"/>
                  <a:gd name="connsiteX17" fmla="*/ 6439 w 98238"/>
                  <a:gd name="connsiteY17" fmla="*/ 81244 h 106565"/>
                  <a:gd name="connsiteX18" fmla="*/ 0 w 98238"/>
                  <a:gd name="connsiteY18" fmla="*/ 53251 h 106565"/>
                  <a:gd name="connsiteX19" fmla="*/ 6439 w 98238"/>
                  <a:gd name="connsiteY19" fmla="*/ 25258 h 10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238" h="106565">
                    <a:moveTo>
                      <a:pt x="6439" y="25194"/>
                    </a:moveTo>
                    <a:cubicBezTo>
                      <a:pt x="10774" y="17178"/>
                      <a:pt x="16702" y="10943"/>
                      <a:pt x="24353" y="6553"/>
                    </a:cubicBezTo>
                    <a:cubicBezTo>
                      <a:pt x="32003" y="2163"/>
                      <a:pt x="40736" y="0"/>
                      <a:pt x="50618" y="0"/>
                    </a:cubicBezTo>
                    <a:cubicBezTo>
                      <a:pt x="63113" y="0"/>
                      <a:pt x="73440" y="2990"/>
                      <a:pt x="81664" y="8907"/>
                    </a:cubicBezTo>
                    <a:cubicBezTo>
                      <a:pt x="89824" y="14824"/>
                      <a:pt x="95370" y="23285"/>
                      <a:pt x="98239" y="34292"/>
                    </a:cubicBezTo>
                    <a:lnTo>
                      <a:pt x="75162" y="34292"/>
                    </a:lnTo>
                    <a:cubicBezTo>
                      <a:pt x="73313" y="29202"/>
                      <a:pt x="70316" y="25194"/>
                      <a:pt x="66173" y="22331"/>
                    </a:cubicBezTo>
                    <a:cubicBezTo>
                      <a:pt x="62029" y="19468"/>
                      <a:pt x="56865" y="18005"/>
                      <a:pt x="50618" y="18005"/>
                    </a:cubicBezTo>
                    <a:cubicBezTo>
                      <a:pt x="41884" y="18005"/>
                      <a:pt x="34871" y="21059"/>
                      <a:pt x="29708" y="27293"/>
                    </a:cubicBezTo>
                    <a:cubicBezTo>
                      <a:pt x="24544" y="33465"/>
                      <a:pt x="21930" y="42117"/>
                      <a:pt x="21930" y="53187"/>
                    </a:cubicBezTo>
                    <a:cubicBezTo>
                      <a:pt x="21930" y="64257"/>
                      <a:pt x="24544" y="72974"/>
                      <a:pt x="29708" y="79208"/>
                    </a:cubicBezTo>
                    <a:cubicBezTo>
                      <a:pt x="34871" y="85443"/>
                      <a:pt x="41884" y="88561"/>
                      <a:pt x="50618" y="88561"/>
                    </a:cubicBezTo>
                    <a:cubicBezTo>
                      <a:pt x="62985" y="88561"/>
                      <a:pt x="71209" y="83153"/>
                      <a:pt x="75162" y="72274"/>
                    </a:cubicBezTo>
                    <a:lnTo>
                      <a:pt x="98239" y="72274"/>
                    </a:lnTo>
                    <a:cubicBezTo>
                      <a:pt x="95243" y="82771"/>
                      <a:pt x="89633" y="91106"/>
                      <a:pt x="81345" y="97277"/>
                    </a:cubicBezTo>
                    <a:cubicBezTo>
                      <a:pt x="73057" y="103448"/>
                      <a:pt x="62857" y="106565"/>
                      <a:pt x="50618" y="106565"/>
                    </a:cubicBezTo>
                    <a:cubicBezTo>
                      <a:pt x="40736" y="106565"/>
                      <a:pt x="32003" y="104339"/>
                      <a:pt x="24353" y="99949"/>
                    </a:cubicBezTo>
                    <a:cubicBezTo>
                      <a:pt x="16702" y="95495"/>
                      <a:pt x="10774" y="89261"/>
                      <a:pt x="6439" y="81244"/>
                    </a:cubicBezTo>
                    <a:cubicBezTo>
                      <a:pt x="2103" y="73228"/>
                      <a:pt x="0" y="63876"/>
                      <a:pt x="0" y="53251"/>
                    </a:cubicBezTo>
                    <a:cubicBezTo>
                      <a:pt x="0" y="42626"/>
                      <a:pt x="2167" y="33338"/>
                      <a:pt x="6439" y="25258"/>
                    </a:cubicBezTo>
                    <a:close/>
                  </a:path>
                </a:pathLst>
              </a:custGeom>
              <a:solidFill>
                <a:srgbClr val="FFFFFF"/>
              </a:solidFill>
              <a:ln w="6375" cap="flat">
                <a:noFill/>
                <a:prstDash val="solid"/>
                <a:miter/>
              </a:ln>
            </p:spPr>
            <p:txBody>
              <a:bodyPr rtlCol="0" anchor="ctr"/>
              <a:lstStyle/>
              <a:p>
                <a:endParaRPr lang="en-US"/>
              </a:p>
            </p:txBody>
          </p:sp>
          <p:sp>
            <p:nvSpPr>
              <p:cNvPr id="96" name="Freeform 95">
                <a:extLst>
                  <a:ext uri="{FF2B5EF4-FFF2-40B4-BE49-F238E27FC236}">
                    <a16:creationId xmlns:a16="http://schemas.microsoft.com/office/drawing/2014/main" id="{10BE8346-A327-4FC2-330B-9775B6DB4D52}"/>
                  </a:ext>
                </a:extLst>
              </p:cNvPr>
              <p:cNvSpPr/>
              <p:nvPr/>
            </p:nvSpPr>
            <p:spPr>
              <a:xfrm>
                <a:off x="6761613" y="-1071377"/>
                <a:ext cx="101744" cy="106501"/>
              </a:xfrm>
              <a:custGeom>
                <a:avLst/>
                <a:gdLst>
                  <a:gd name="connsiteX0" fmla="*/ 100980 w 101744"/>
                  <a:gd name="connsiteY0" fmla="*/ 61140 h 106501"/>
                  <a:gd name="connsiteX1" fmla="*/ 22057 w 101744"/>
                  <a:gd name="connsiteY1" fmla="*/ 61140 h 106501"/>
                  <a:gd name="connsiteX2" fmla="*/ 31238 w 101744"/>
                  <a:gd name="connsiteY2" fmla="*/ 80990 h 106501"/>
                  <a:gd name="connsiteX3" fmla="*/ 51510 w 101744"/>
                  <a:gd name="connsiteY3" fmla="*/ 88497 h 106501"/>
                  <a:gd name="connsiteX4" fmla="*/ 75863 w 101744"/>
                  <a:gd name="connsiteY4" fmla="*/ 74119 h 106501"/>
                  <a:gd name="connsiteX5" fmla="*/ 98940 w 101744"/>
                  <a:gd name="connsiteY5" fmla="*/ 74119 h 106501"/>
                  <a:gd name="connsiteX6" fmla="*/ 81982 w 101744"/>
                  <a:gd name="connsiteY6" fmla="*/ 97404 h 106501"/>
                  <a:gd name="connsiteX7" fmla="*/ 51510 w 101744"/>
                  <a:gd name="connsiteY7" fmla="*/ 106502 h 106501"/>
                  <a:gd name="connsiteX8" fmla="*/ 24990 w 101744"/>
                  <a:gd name="connsiteY8" fmla="*/ 99885 h 106501"/>
                  <a:gd name="connsiteX9" fmla="*/ 6629 w 101744"/>
                  <a:gd name="connsiteY9" fmla="*/ 81181 h 106501"/>
                  <a:gd name="connsiteX10" fmla="*/ 0 w 101744"/>
                  <a:gd name="connsiteY10" fmla="*/ 53187 h 106501"/>
                  <a:gd name="connsiteX11" fmla="*/ 6439 w 101744"/>
                  <a:gd name="connsiteY11" fmla="*/ 25194 h 106501"/>
                  <a:gd name="connsiteX12" fmla="*/ 24607 w 101744"/>
                  <a:gd name="connsiteY12" fmla="*/ 6553 h 106501"/>
                  <a:gd name="connsiteX13" fmla="*/ 51510 w 101744"/>
                  <a:gd name="connsiteY13" fmla="*/ 0 h 106501"/>
                  <a:gd name="connsiteX14" fmla="*/ 77583 w 101744"/>
                  <a:gd name="connsiteY14" fmla="*/ 6362 h 106501"/>
                  <a:gd name="connsiteX15" fmla="*/ 95370 w 101744"/>
                  <a:gd name="connsiteY15" fmla="*/ 24240 h 106501"/>
                  <a:gd name="connsiteX16" fmla="*/ 101745 w 101744"/>
                  <a:gd name="connsiteY16" fmla="*/ 50706 h 106501"/>
                  <a:gd name="connsiteX17" fmla="*/ 100980 w 101744"/>
                  <a:gd name="connsiteY17" fmla="*/ 61204 h 106501"/>
                  <a:gd name="connsiteX18" fmla="*/ 79432 w 101744"/>
                  <a:gd name="connsiteY18" fmla="*/ 43962 h 106501"/>
                  <a:gd name="connsiteX19" fmla="*/ 71018 w 101744"/>
                  <a:gd name="connsiteY19" fmla="*/ 25067 h 106501"/>
                  <a:gd name="connsiteX20" fmla="*/ 50553 w 101744"/>
                  <a:gd name="connsiteY20" fmla="*/ 17941 h 106501"/>
                  <a:gd name="connsiteX21" fmla="*/ 31620 w 101744"/>
                  <a:gd name="connsiteY21" fmla="*/ 24940 h 106501"/>
                  <a:gd name="connsiteX22" fmla="*/ 22249 w 101744"/>
                  <a:gd name="connsiteY22" fmla="*/ 43962 h 106501"/>
                  <a:gd name="connsiteX23" fmla="*/ 79432 w 101744"/>
                  <a:gd name="connsiteY23" fmla="*/ 43962 h 10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1744" h="106501">
                    <a:moveTo>
                      <a:pt x="100980" y="61140"/>
                    </a:moveTo>
                    <a:lnTo>
                      <a:pt x="22057" y="61140"/>
                    </a:lnTo>
                    <a:cubicBezTo>
                      <a:pt x="22695" y="69347"/>
                      <a:pt x="25754" y="75964"/>
                      <a:pt x="31238" y="80990"/>
                    </a:cubicBezTo>
                    <a:cubicBezTo>
                      <a:pt x="36720" y="85952"/>
                      <a:pt x="43477" y="88497"/>
                      <a:pt x="51510" y="88497"/>
                    </a:cubicBezTo>
                    <a:cubicBezTo>
                      <a:pt x="62985" y="88497"/>
                      <a:pt x="71144" y="83662"/>
                      <a:pt x="75863" y="74119"/>
                    </a:cubicBezTo>
                    <a:lnTo>
                      <a:pt x="98940" y="74119"/>
                    </a:lnTo>
                    <a:cubicBezTo>
                      <a:pt x="95816" y="83598"/>
                      <a:pt x="90143" y="91360"/>
                      <a:pt x="81982" y="97404"/>
                    </a:cubicBezTo>
                    <a:cubicBezTo>
                      <a:pt x="73822" y="103448"/>
                      <a:pt x="63622" y="106502"/>
                      <a:pt x="51510" y="106502"/>
                    </a:cubicBezTo>
                    <a:cubicBezTo>
                      <a:pt x="41628" y="106502"/>
                      <a:pt x="32768" y="104275"/>
                      <a:pt x="24990" y="99885"/>
                    </a:cubicBezTo>
                    <a:cubicBezTo>
                      <a:pt x="17148" y="95432"/>
                      <a:pt x="11029" y="89197"/>
                      <a:pt x="6629" y="81181"/>
                    </a:cubicBezTo>
                    <a:cubicBezTo>
                      <a:pt x="2167" y="73164"/>
                      <a:pt x="0" y="63812"/>
                      <a:pt x="0" y="53187"/>
                    </a:cubicBezTo>
                    <a:cubicBezTo>
                      <a:pt x="0" y="42563"/>
                      <a:pt x="2167" y="33274"/>
                      <a:pt x="6439" y="25194"/>
                    </a:cubicBezTo>
                    <a:cubicBezTo>
                      <a:pt x="10710" y="17114"/>
                      <a:pt x="16830" y="10943"/>
                      <a:pt x="24607" y="6553"/>
                    </a:cubicBezTo>
                    <a:cubicBezTo>
                      <a:pt x="32449" y="2163"/>
                      <a:pt x="41374" y="0"/>
                      <a:pt x="51510" y="0"/>
                    </a:cubicBezTo>
                    <a:cubicBezTo>
                      <a:pt x="61646" y="0"/>
                      <a:pt x="69934" y="2100"/>
                      <a:pt x="77583" y="6362"/>
                    </a:cubicBezTo>
                    <a:cubicBezTo>
                      <a:pt x="85234" y="10625"/>
                      <a:pt x="91162" y="16542"/>
                      <a:pt x="95370" y="24240"/>
                    </a:cubicBezTo>
                    <a:cubicBezTo>
                      <a:pt x="99641" y="31938"/>
                      <a:pt x="101745" y="40718"/>
                      <a:pt x="101745" y="50706"/>
                    </a:cubicBezTo>
                    <a:cubicBezTo>
                      <a:pt x="101745" y="54587"/>
                      <a:pt x="101490" y="58086"/>
                      <a:pt x="100980" y="61204"/>
                    </a:cubicBezTo>
                    <a:close/>
                    <a:moveTo>
                      <a:pt x="79432" y="43962"/>
                    </a:moveTo>
                    <a:cubicBezTo>
                      <a:pt x="79305" y="36073"/>
                      <a:pt x="76500" y="29838"/>
                      <a:pt x="71018" y="25067"/>
                    </a:cubicBezTo>
                    <a:cubicBezTo>
                      <a:pt x="65534" y="20295"/>
                      <a:pt x="58714" y="17941"/>
                      <a:pt x="50553" y="17941"/>
                    </a:cubicBezTo>
                    <a:cubicBezTo>
                      <a:pt x="43159" y="17941"/>
                      <a:pt x="36847" y="20295"/>
                      <a:pt x="31620" y="24940"/>
                    </a:cubicBezTo>
                    <a:cubicBezTo>
                      <a:pt x="26393" y="29584"/>
                      <a:pt x="23269" y="35946"/>
                      <a:pt x="22249" y="43962"/>
                    </a:cubicBezTo>
                    <a:lnTo>
                      <a:pt x="79432" y="43962"/>
                    </a:lnTo>
                    <a:close/>
                  </a:path>
                </a:pathLst>
              </a:custGeom>
              <a:solidFill>
                <a:srgbClr val="FFFFFF"/>
              </a:solidFill>
              <a:ln w="6375" cap="flat">
                <a:noFill/>
                <a:prstDash val="solid"/>
                <a:miter/>
              </a:ln>
            </p:spPr>
            <p:txBody>
              <a:bodyPr rtlCol="0" anchor="ctr"/>
              <a:lstStyle/>
              <a:p>
                <a:endParaRPr lang="en-US"/>
              </a:p>
            </p:txBody>
          </p:sp>
          <p:sp>
            <p:nvSpPr>
              <p:cNvPr id="97" name="Freeform 96">
                <a:extLst>
                  <a:ext uri="{FF2B5EF4-FFF2-40B4-BE49-F238E27FC236}">
                    <a16:creationId xmlns:a16="http://schemas.microsoft.com/office/drawing/2014/main" id="{A002F21C-9603-D3A2-66E0-603556B8607C}"/>
                  </a:ext>
                </a:extLst>
              </p:cNvPr>
              <p:cNvSpPr/>
              <p:nvPr/>
            </p:nvSpPr>
            <p:spPr>
              <a:xfrm>
                <a:off x="6878339" y="-1071377"/>
                <a:ext cx="82683" cy="106565"/>
              </a:xfrm>
              <a:custGeom>
                <a:avLst/>
                <a:gdLst>
                  <a:gd name="connsiteX0" fmla="*/ 21293 w 82683"/>
                  <a:gd name="connsiteY0" fmla="*/ 102048 h 106565"/>
                  <a:gd name="connsiteX1" fmla="*/ 5993 w 82683"/>
                  <a:gd name="connsiteY1" fmla="*/ 90088 h 106565"/>
                  <a:gd name="connsiteX2" fmla="*/ 0 w 82683"/>
                  <a:gd name="connsiteY2" fmla="*/ 73164 h 106565"/>
                  <a:gd name="connsiteX3" fmla="*/ 22121 w 82683"/>
                  <a:gd name="connsiteY3" fmla="*/ 73164 h 106565"/>
                  <a:gd name="connsiteX4" fmla="*/ 28433 w 82683"/>
                  <a:gd name="connsiteY4" fmla="*/ 84107 h 106565"/>
                  <a:gd name="connsiteX5" fmla="*/ 42777 w 82683"/>
                  <a:gd name="connsiteY5" fmla="*/ 88497 h 106565"/>
                  <a:gd name="connsiteX6" fmla="*/ 56738 w 82683"/>
                  <a:gd name="connsiteY6" fmla="*/ 85062 h 106565"/>
                  <a:gd name="connsiteX7" fmla="*/ 61710 w 82683"/>
                  <a:gd name="connsiteY7" fmla="*/ 76155 h 106565"/>
                  <a:gd name="connsiteX8" fmla="*/ 56164 w 82683"/>
                  <a:gd name="connsiteY8" fmla="*/ 67566 h 106565"/>
                  <a:gd name="connsiteX9" fmla="*/ 38633 w 82683"/>
                  <a:gd name="connsiteY9" fmla="*/ 61395 h 106565"/>
                  <a:gd name="connsiteX10" fmla="*/ 19699 w 82683"/>
                  <a:gd name="connsiteY10" fmla="*/ 55223 h 106565"/>
                  <a:gd name="connsiteX11" fmla="*/ 7076 w 82683"/>
                  <a:gd name="connsiteY11" fmla="*/ 46062 h 106565"/>
                  <a:gd name="connsiteX12" fmla="*/ 1721 w 82683"/>
                  <a:gd name="connsiteY12" fmla="*/ 29775 h 106565"/>
                  <a:gd name="connsiteX13" fmla="*/ 6566 w 82683"/>
                  <a:gd name="connsiteY13" fmla="*/ 14697 h 106565"/>
                  <a:gd name="connsiteX14" fmla="*/ 20527 w 82683"/>
                  <a:gd name="connsiteY14" fmla="*/ 3945 h 106565"/>
                  <a:gd name="connsiteX15" fmla="*/ 41438 w 82683"/>
                  <a:gd name="connsiteY15" fmla="*/ 0 h 106565"/>
                  <a:gd name="connsiteX16" fmla="*/ 69807 w 82683"/>
                  <a:gd name="connsiteY16" fmla="*/ 8907 h 106565"/>
                  <a:gd name="connsiteX17" fmla="*/ 81345 w 82683"/>
                  <a:gd name="connsiteY17" fmla="*/ 33147 h 106565"/>
                  <a:gd name="connsiteX18" fmla="*/ 59989 w 82683"/>
                  <a:gd name="connsiteY18" fmla="*/ 33147 h 106565"/>
                  <a:gd name="connsiteX19" fmla="*/ 54379 w 82683"/>
                  <a:gd name="connsiteY19" fmla="*/ 22140 h 106565"/>
                  <a:gd name="connsiteX20" fmla="*/ 40673 w 82683"/>
                  <a:gd name="connsiteY20" fmla="*/ 18005 h 106565"/>
                  <a:gd name="connsiteX21" fmla="*/ 27731 w 82683"/>
                  <a:gd name="connsiteY21" fmla="*/ 21186 h 106565"/>
                  <a:gd name="connsiteX22" fmla="*/ 23205 w 82683"/>
                  <a:gd name="connsiteY22" fmla="*/ 29584 h 106565"/>
                  <a:gd name="connsiteX23" fmla="*/ 26201 w 82683"/>
                  <a:gd name="connsiteY23" fmla="*/ 36519 h 106565"/>
                  <a:gd name="connsiteX24" fmla="*/ 33533 w 82683"/>
                  <a:gd name="connsiteY24" fmla="*/ 40908 h 106565"/>
                  <a:gd name="connsiteX25" fmla="*/ 46283 w 82683"/>
                  <a:gd name="connsiteY25" fmla="*/ 44917 h 106565"/>
                  <a:gd name="connsiteX26" fmla="*/ 64770 w 82683"/>
                  <a:gd name="connsiteY26" fmla="*/ 51024 h 106565"/>
                  <a:gd name="connsiteX27" fmla="*/ 77265 w 82683"/>
                  <a:gd name="connsiteY27" fmla="*/ 60122 h 106565"/>
                  <a:gd name="connsiteX28" fmla="*/ 82684 w 82683"/>
                  <a:gd name="connsiteY28" fmla="*/ 76027 h 106565"/>
                  <a:gd name="connsiteX29" fmla="*/ 77839 w 82683"/>
                  <a:gd name="connsiteY29" fmla="*/ 91742 h 106565"/>
                  <a:gd name="connsiteX30" fmla="*/ 64069 w 82683"/>
                  <a:gd name="connsiteY30" fmla="*/ 102621 h 106565"/>
                  <a:gd name="connsiteX31" fmla="*/ 43159 w 82683"/>
                  <a:gd name="connsiteY31" fmla="*/ 106565 h 106565"/>
                  <a:gd name="connsiteX32" fmla="*/ 21293 w 82683"/>
                  <a:gd name="connsiteY32" fmla="*/ 102176 h 10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2683" h="106565">
                    <a:moveTo>
                      <a:pt x="21293" y="102048"/>
                    </a:moveTo>
                    <a:cubicBezTo>
                      <a:pt x="14854" y="99122"/>
                      <a:pt x="9754" y="95114"/>
                      <a:pt x="5993" y="90088"/>
                    </a:cubicBezTo>
                    <a:cubicBezTo>
                      <a:pt x="2231" y="85062"/>
                      <a:pt x="255" y="79399"/>
                      <a:pt x="0" y="73164"/>
                    </a:cubicBezTo>
                    <a:lnTo>
                      <a:pt x="22121" y="73164"/>
                    </a:lnTo>
                    <a:cubicBezTo>
                      <a:pt x="22504" y="77554"/>
                      <a:pt x="24607" y="81181"/>
                      <a:pt x="28433" y="84107"/>
                    </a:cubicBezTo>
                    <a:cubicBezTo>
                      <a:pt x="32258" y="87034"/>
                      <a:pt x="37039" y="88497"/>
                      <a:pt x="42777" y="88497"/>
                    </a:cubicBezTo>
                    <a:cubicBezTo>
                      <a:pt x="48514" y="88497"/>
                      <a:pt x="53423" y="87352"/>
                      <a:pt x="56738" y="85062"/>
                    </a:cubicBezTo>
                    <a:cubicBezTo>
                      <a:pt x="60053" y="82771"/>
                      <a:pt x="61710" y="79781"/>
                      <a:pt x="61710" y="76155"/>
                    </a:cubicBezTo>
                    <a:cubicBezTo>
                      <a:pt x="61710" y="72274"/>
                      <a:pt x="59861" y="69411"/>
                      <a:pt x="56164" y="67566"/>
                    </a:cubicBezTo>
                    <a:cubicBezTo>
                      <a:pt x="52466" y="65721"/>
                      <a:pt x="46602" y="63621"/>
                      <a:pt x="38633" y="61395"/>
                    </a:cubicBezTo>
                    <a:cubicBezTo>
                      <a:pt x="30856" y="59295"/>
                      <a:pt x="24607" y="57195"/>
                      <a:pt x="19699" y="55223"/>
                    </a:cubicBezTo>
                    <a:cubicBezTo>
                      <a:pt x="14790" y="53251"/>
                      <a:pt x="10583" y="50197"/>
                      <a:pt x="7076" y="46062"/>
                    </a:cubicBezTo>
                    <a:cubicBezTo>
                      <a:pt x="3570" y="41926"/>
                      <a:pt x="1721" y="36519"/>
                      <a:pt x="1721" y="29775"/>
                    </a:cubicBezTo>
                    <a:cubicBezTo>
                      <a:pt x="1721" y="24303"/>
                      <a:pt x="3315" y="19277"/>
                      <a:pt x="6566" y="14697"/>
                    </a:cubicBezTo>
                    <a:cubicBezTo>
                      <a:pt x="9818" y="10116"/>
                      <a:pt x="14471" y="6553"/>
                      <a:pt x="20527" y="3945"/>
                    </a:cubicBezTo>
                    <a:cubicBezTo>
                      <a:pt x="26584" y="1336"/>
                      <a:pt x="33533" y="0"/>
                      <a:pt x="41438" y="0"/>
                    </a:cubicBezTo>
                    <a:cubicBezTo>
                      <a:pt x="53168" y="0"/>
                      <a:pt x="62667" y="2990"/>
                      <a:pt x="69807" y="8907"/>
                    </a:cubicBezTo>
                    <a:cubicBezTo>
                      <a:pt x="77011" y="14824"/>
                      <a:pt x="80835" y="22904"/>
                      <a:pt x="81345" y="33147"/>
                    </a:cubicBezTo>
                    <a:lnTo>
                      <a:pt x="59989" y="33147"/>
                    </a:lnTo>
                    <a:cubicBezTo>
                      <a:pt x="59606" y="28566"/>
                      <a:pt x="57758" y="24876"/>
                      <a:pt x="54379" y="22140"/>
                    </a:cubicBezTo>
                    <a:cubicBezTo>
                      <a:pt x="51000" y="19404"/>
                      <a:pt x="46410" y="18005"/>
                      <a:pt x="40673" y="18005"/>
                    </a:cubicBezTo>
                    <a:cubicBezTo>
                      <a:pt x="34935" y="18005"/>
                      <a:pt x="30728" y="19086"/>
                      <a:pt x="27731" y="21186"/>
                    </a:cubicBezTo>
                    <a:cubicBezTo>
                      <a:pt x="24735" y="23285"/>
                      <a:pt x="23205" y="26148"/>
                      <a:pt x="23205" y="29584"/>
                    </a:cubicBezTo>
                    <a:cubicBezTo>
                      <a:pt x="23205" y="32320"/>
                      <a:pt x="24225" y="34610"/>
                      <a:pt x="26201" y="36519"/>
                    </a:cubicBezTo>
                    <a:cubicBezTo>
                      <a:pt x="28178" y="38427"/>
                      <a:pt x="30664" y="39827"/>
                      <a:pt x="33533" y="40908"/>
                    </a:cubicBezTo>
                    <a:cubicBezTo>
                      <a:pt x="36402" y="41990"/>
                      <a:pt x="40673" y="43326"/>
                      <a:pt x="46283" y="44917"/>
                    </a:cubicBezTo>
                    <a:cubicBezTo>
                      <a:pt x="53805" y="46889"/>
                      <a:pt x="59925" y="48925"/>
                      <a:pt x="64770" y="51024"/>
                    </a:cubicBezTo>
                    <a:cubicBezTo>
                      <a:pt x="69615" y="53124"/>
                      <a:pt x="73759" y="56114"/>
                      <a:pt x="77265" y="60122"/>
                    </a:cubicBezTo>
                    <a:cubicBezTo>
                      <a:pt x="80772" y="64130"/>
                      <a:pt x="82557" y="69411"/>
                      <a:pt x="82684" y="76027"/>
                    </a:cubicBezTo>
                    <a:cubicBezTo>
                      <a:pt x="82684" y="81881"/>
                      <a:pt x="81090" y="87161"/>
                      <a:pt x="77839" y="91742"/>
                    </a:cubicBezTo>
                    <a:cubicBezTo>
                      <a:pt x="74588" y="96386"/>
                      <a:pt x="69997" y="99949"/>
                      <a:pt x="64069" y="102621"/>
                    </a:cubicBezTo>
                    <a:cubicBezTo>
                      <a:pt x="58140" y="105229"/>
                      <a:pt x="51191" y="106565"/>
                      <a:pt x="43159" y="106565"/>
                    </a:cubicBezTo>
                    <a:cubicBezTo>
                      <a:pt x="35126" y="106565"/>
                      <a:pt x="27731" y="105102"/>
                      <a:pt x="21293" y="102176"/>
                    </a:cubicBezTo>
                    <a:close/>
                  </a:path>
                </a:pathLst>
              </a:custGeom>
              <a:solidFill>
                <a:srgbClr val="FFFFFF"/>
              </a:solidFill>
              <a:ln w="6375" cap="flat">
                <a:noFill/>
                <a:prstDash val="solid"/>
                <a:miter/>
              </a:ln>
            </p:spPr>
            <p:txBody>
              <a:bodyPr rtlCol="0" anchor="ctr"/>
              <a:lstStyle/>
              <a:p>
                <a:endParaRPr lang="en-US"/>
              </a:p>
            </p:txBody>
          </p:sp>
        </p:grpSp>
        <p:grpSp>
          <p:nvGrpSpPr>
            <p:cNvPr id="98" name="Graphic 15">
              <a:extLst>
                <a:ext uri="{FF2B5EF4-FFF2-40B4-BE49-F238E27FC236}">
                  <a16:creationId xmlns:a16="http://schemas.microsoft.com/office/drawing/2014/main" id="{28B15077-BFBF-9D0E-CA8E-C25CA53D8B05}"/>
                </a:ext>
              </a:extLst>
            </p:cNvPr>
            <p:cNvGrpSpPr/>
            <p:nvPr/>
          </p:nvGrpSpPr>
          <p:grpSpPr>
            <a:xfrm>
              <a:off x="5298296" y="-742264"/>
              <a:ext cx="1666297" cy="450883"/>
              <a:chOff x="5298296" y="-742264"/>
              <a:chExt cx="1666297" cy="450883"/>
            </a:xfrm>
          </p:grpSpPr>
          <p:sp>
            <p:nvSpPr>
              <p:cNvPr id="99" name="Freeform 98">
                <a:extLst>
                  <a:ext uri="{FF2B5EF4-FFF2-40B4-BE49-F238E27FC236}">
                    <a16:creationId xmlns:a16="http://schemas.microsoft.com/office/drawing/2014/main" id="{5AC2A6F4-7458-6119-2FA8-57C374417FAC}"/>
                  </a:ext>
                </a:extLst>
              </p:cNvPr>
              <p:cNvSpPr/>
              <p:nvPr/>
            </p:nvSpPr>
            <p:spPr>
              <a:xfrm>
                <a:off x="5298296" y="-742264"/>
                <a:ext cx="1666297" cy="450883"/>
              </a:xfrm>
              <a:custGeom>
                <a:avLst/>
                <a:gdLst>
                  <a:gd name="connsiteX0" fmla="*/ 0 w 1666297"/>
                  <a:gd name="connsiteY0" fmla="*/ 0 h 450883"/>
                  <a:gd name="connsiteX1" fmla="*/ 0 w 1666297"/>
                  <a:gd name="connsiteY1" fmla="*/ 450756 h 450883"/>
                  <a:gd name="connsiteX2" fmla="*/ 1666298 w 1666297"/>
                  <a:gd name="connsiteY2" fmla="*/ 450883 h 450883"/>
                  <a:gd name="connsiteX3" fmla="*/ 1666298 w 1666297"/>
                  <a:gd name="connsiteY3" fmla="*/ 0 h 450883"/>
                  <a:gd name="connsiteX4" fmla="*/ 0 w 1666297"/>
                  <a:gd name="connsiteY4" fmla="*/ 0 h 450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297" h="450883">
                    <a:moveTo>
                      <a:pt x="0" y="0"/>
                    </a:moveTo>
                    <a:lnTo>
                      <a:pt x="0" y="450756"/>
                    </a:lnTo>
                    <a:lnTo>
                      <a:pt x="1666298" y="450883"/>
                    </a:lnTo>
                    <a:lnTo>
                      <a:pt x="1666298" y="0"/>
                    </a:lnTo>
                    <a:lnTo>
                      <a:pt x="0" y="0"/>
                    </a:lnTo>
                    <a:close/>
                  </a:path>
                </a:pathLst>
              </a:custGeom>
              <a:solidFill>
                <a:srgbClr val="FFC600"/>
              </a:solidFill>
              <a:ln w="6375" cap="flat">
                <a:noFill/>
                <a:prstDash val="solid"/>
                <a:miter/>
              </a:ln>
            </p:spPr>
            <p:txBody>
              <a:bodyPr rtlCol="0" anchor="ctr"/>
              <a:lstStyle/>
              <a:p>
                <a:endParaRPr lang="en-US"/>
              </a:p>
            </p:txBody>
          </p:sp>
          <p:grpSp>
            <p:nvGrpSpPr>
              <p:cNvPr id="100" name="Graphic 15">
                <a:extLst>
                  <a:ext uri="{FF2B5EF4-FFF2-40B4-BE49-F238E27FC236}">
                    <a16:creationId xmlns:a16="http://schemas.microsoft.com/office/drawing/2014/main" id="{08B04A9E-AA3B-C39E-5EAF-8D968E474DDF}"/>
                  </a:ext>
                </a:extLst>
              </p:cNvPr>
              <p:cNvGrpSpPr/>
              <p:nvPr/>
            </p:nvGrpSpPr>
            <p:grpSpPr>
              <a:xfrm>
                <a:off x="5383147" y="-657712"/>
                <a:ext cx="1440686" cy="281587"/>
                <a:chOff x="5383147" y="-657712"/>
                <a:chExt cx="1440686" cy="281587"/>
              </a:xfrm>
              <a:solidFill>
                <a:srgbClr val="000000"/>
              </a:solidFill>
            </p:grpSpPr>
            <p:sp>
              <p:nvSpPr>
                <p:cNvPr id="101" name="Freeform 100">
                  <a:extLst>
                    <a:ext uri="{FF2B5EF4-FFF2-40B4-BE49-F238E27FC236}">
                      <a16:creationId xmlns:a16="http://schemas.microsoft.com/office/drawing/2014/main" id="{FD9CD709-98B3-846C-E4C8-A54C0CAF4000}"/>
                    </a:ext>
                  </a:extLst>
                </p:cNvPr>
                <p:cNvSpPr/>
                <p:nvPr/>
              </p:nvSpPr>
              <p:spPr>
                <a:xfrm>
                  <a:off x="6239628" y="-615595"/>
                  <a:ext cx="136552" cy="186155"/>
                </a:xfrm>
                <a:custGeom>
                  <a:avLst/>
                  <a:gdLst>
                    <a:gd name="connsiteX0" fmla="*/ 56737 w 136552"/>
                    <a:gd name="connsiteY0" fmla="*/ 186156 h 186155"/>
                    <a:gd name="connsiteX1" fmla="*/ 0 w 136552"/>
                    <a:gd name="connsiteY1" fmla="*/ 177058 h 186155"/>
                    <a:gd name="connsiteX2" fmla="*/ 0 w 136552"/>
                    <a:gd name="connsiteY2" fmla="*/ 0 h 186155"/>
                    <a:gd name="connsiteX3" fmla="*/ 46346 w 136552"/>
                    <a:gd name="connsiteY3" fmla="*/ 0 h 186155"/>
                    <a:gd name="connsiteX4" fmla="*/ 46346 w 136552"/>
                    <a:gd name="connsiteY4" fmla="*/ 59549 h 186155"/>
                    <a:gd name="connsiteX5" fmla="*/ 70252 w 136552"/>
                    <a:gd name="connsiteY5" fmla="*/ 55796 h 186155"/>
                    <a:gd name="connsiteX6" fmla="*/ 136552 w 136552"/>
                    <a:gd name="connsiteY6" fmla="*/ 116300 h 186155"/>
                    <a:gd name="connsiteX7" fmla="*/ 56801 w 136552"/>
                    <a:gd name="connsiteY7" fmla="*/ 186156 h 186155"/>
                    <a:gd name="connsiteX8" fmla="*/ 60945 w 136552"/>
                    <a:gd name="connsiteY8" fmla="*/ 84807 h 186155"/>
                    <a:gd name="connsiteX9" fmla="*/ 46346 w 136552"/>
                    <a:gd name="connsiteY9" fmla="*/ 87352 h 186155"/>
                    <a:gd name="connsiteX10" fmla="*/ 46346 w 136552"/>
                    <a:gd name="connsiteY10" fmla="*/ 154599 h 186155"/>
                    <a:gd name="connsiteX11" fmla="*/ 59861 w 136552"/>
                    <a:gd name="connsiteY11" fmla="*/ 156254 h 186155"/>
                    <a:gd name="connsiteX12" fmla="*/ 90206 w 136552"/>
                    <a:gd name="connsiteY12" fmla="*/ 119608 h 186155"/>
                    <a:gd name="connsiteX13" fmla="*/ 61008 w 136552"/>
                    <a:gd name="connsiteY13" fmla="*/ 84807 h 186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552" h="186155">
                      <a:moveTo>
                        <a:pt x="56737" y="186156"/>
                      </a:moveTo>
                      <a:cubicBezTo>
                        <a:pt x="34297" y="186156"/>
                        <a:pt x="12622" y="181957"/>
                        <a:pt x="0" y="177058"/>
                      </a:cubicBezTo>
                      <a:lnTo>
                        <a:pt x="0" y="0"/>
                      </a:lnTo>
                      <a:lnTo>
                        <a:pt x="46346" y="0"/>
                      </a:lnTo>
                      <a:lnTo>
                        <a:pt x="46346" y="59549"/>
                      </a:lnTo>
                      <a:cubicBezTo>
                        <a:pt x="52275" y="57450"/>
                        <a:pt x="62347" y="55796"/>
                        <a:pt x="70252" y="55796"/>
                      </a:cubicBezTo>
                      <a:cubicBezTo>
                        <a:pt x="109586" y="55796"/>
                        <a:pt x="136552" y="77745"/>
                        <a:pt x="136552" y="116300"/>
                      </a:cubicBezTo>
                      <a:cubicBezTo>
                        <a:pt x="136552" y="163507"/>
                        <a:pt x="108184" y="186156"/>
                        <a:pt x="56801" y="186156"/>
                      </a:cubicBezTo>
                      <a:moveTo>
                        <a:pt x="60945" y="84807"/>
                      </a:moveTo>
                      <a:cubicBezTo>
                        <a:pt x="55590" y="84807"/>
                        <a:pt x="49980" y="85952"/>
                        <a:pt x="46346" y="87352"/>
                      </a:cubicBezTo>
                      <a:lnTo>
                        <a:pt x="46346" y="154599"/>
                      </a:lnTo>
                      <a:cubicBezTo>
                        <a:pt x="49151" y="155554"/>
                        <a:pt x="54506" y="156254"/>
                        <a:pt x="59861" y="156254"/>
                      </a:cubicBezTo>
                      <a:cubicBezTo>
                        <a:pt x="78922" y="156254"/>
                        <a:pt x="90206" y="142957"/>
                        <a:pt x="90206" y="119608"/>
                      </a:cubicBezTo>
                      <a:cubicBezTo>
                        <a:pt x="90206" y="96259"/>
                        <a:pt x="79560" y="84807"/>
                        <a:pt x="61008" y="84807"/>
                      </a:cubicBezTo>
                    </a:path>
                  </a:pathLst>
                </a:custGeom>
                <a:solidFill>
                  <a:srgbClr val="000000"/>
                </a:solidFill>
                <a:ln w="6375" cap="flat">
                  <a:noFill/>
                  <a:prstDash val="solid"/>
                  <a:miter/>
                </a:ln>
              </p:spPr>
              <p:txBody>
                <a:bodyPr rtlCol="0" anchor="ctr"/>
                <a:lstStyle/>
                <a:p>
                  <a:endParaRPr lang="en-US"/>
                </a:p>
              </p:txBody>
            </p:sp>
            <p:sp>
              <p:nvSpPr>
                <p:cNvPr id="102" name="Freeform 101">
                  <a:extLst>
                    <a:ext uri="{FF2B5EF4-FFF2-40B4-BE49-F238E27FC236}">
                      <a16:creationId xmlns:a16="http://schemas.microsoft.com/office/drawing/2014/main" id="{564E5E07-6989-B9AA-F679-86EC693FAA28}"/>
                    </a:ext>
                  </a:extLst>
                </p:cNvPr>
                <p:cNvSpPr/>
                <p:nvPr/>
              </p:nvSpPr>
              <p:spPr>
                <a:xfrm>
                  <a:off x="6382046" y="-561835"/>
                  <a:ext cx="130305" cy="132395"/>
                </a:xfrm>
                <a:custGeom>
                  <a:avLst/>
                  <a:gdLst>
                    <a:gd name="connsiteX0" fmla="*/ 71336 w 130305"/>
                    <a:gd name="connsiteY0" fmla="*/ 132396 h 132395"/>
                    <a:gd name="connsiteX1" fmla="*/ 0 w 130305"/>
                    <a:gd name="connsiteY1" fmla="*/ 90787 h 132395"/>
                    <a:gd name="connsiteX2" fmla="*/ 86764 w 130305"/>
                    <a:gd name="connsiteY2" fmla="*/ 47589 h 132395"/>
                    <a:gd name="connsiteX3" fmla="*/ 86764 w 130305"/>
                    <a:gd name="connsiteY3" fmla="*/ 42690 h 132395"/>
                    <a:gd name="connsiteX4" fmla="*/ 62603 w 130305"/>
                    <a:gd name="connsiteY4" fmla="*/ 27993 h 132395"/>
                    <a:gd name="connsiteX5" fmla="*/ 19635 w 130305"/>
                    <a:gd name="connsiteY5" fmla="*/ 35691 h 132395"/>
                    <a:gd name="connsiteX6" fmla="*/ 8415 w 130305"/>
                    <a:gd name="connsiteY6" fmla="*/ 9988 h 132395"/>
                    <a:gd name="connsiteX7" fmla="*/ 68213 w 130305"/>
                    <a:gd name="connsiteY7" fmla="*/ 0 h 132395"/>
                    <a:gd name="connsiteX8" fmla="*/ 130305 w 130305"/>
                    <a:gd name="connsiteY8" fmla="*/ 47398 h 132395"/>
                    <a:gd name="connsiteX9" fmla="*/ 130305 w 130305"/>
                    <a:gd name="connsiteY9" fmla="*/ 123298 h 132395"/>
                    <a:gd name="connsiteX10" fmla="*/ 71336 w 130305"/>
                    <a:gd name="connsiteY10" fmla="*/ 132396 h 132395"/>
                    <a:gd name="connsiteX11" fmla="*/ 86764 w 130305"/>
                    <a:gd name="connsiteY11" fmla="*/ 71701 h 132395"/>
                    <a:gd name="connsiteX12" fmla="*/ 42967 w 130305"/>
                    <a:gd name="connsiteY12" fmla="*/ 89897 h 132395"/>
                    <a:gd name="connsiteX13" fmla="*/ 69934 w 130305"/>
                    <a:gd name="connsiteY13" fmla="*/ 105802 h 132395"/>
                    <a:gd name="connsiteX14" fmla="*/ 86764 w 130305"/>
                    <a:gd name="connsiteY14" fmla="*/ 103957 h 132395"/>
                    <a:gd name="connsiteX15" fmla="*/ 86764 w 130305"/>
                    <a:gd name="connsiteY15" fmla="*/ 71765 h 132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0305" h="132395">
                      <a:moveTo>
                        <a:pt x="71336" y="132396"/>
                      </a:moveTo>
                      <a:cubicBezTo>
                        <a:pt x="23588" y="132396"/>
                        <a:pt x="0" y="117699"/>
                        <a:pt x="0" y="90787"/>
                      </a:cubicBezTo>
                      <a:cubicBezTo>
                        <a:pt x="0" y="57386"/>
                        <a:pt x="40991" y="49688"/>
                        <a:pt x="86764" y="47589"/>
                      </a:cubicBezTo>
                      <a:lnTo>
                        <a:pt x="86764" y="42690"/>
                      </a:lnTo>
                      <a:cubicBezTo>
                        <a:pt x="86764" y="32638"/>
                        <a:pt x="78349" y="27993"/>
                        <a:pt x="62603" y="27993"/>
                      </a:cubicBezTo>
                      <a:cubicBezTo>
                        <a:pt x="48004" y="27993"/>
                        <a:pt x="30600" y="31938"/>
                        <a:pt x="19635" y="35691"/>
                      </a:cubicBezTo>
                      <a:lnTo>
                        <a:pt x="8415" y="9988"/>
                      </a:lnTo>
                      <a:cubicBezTo>
                        <a:pt x="21866" y="5535"/>
                        <a:pt x="40609" y="0"/>
                        <a:pt x="68213" y="0"/>
                      </a:cubicBezTo>
                      <a:cubicBezTo>
                        <a:pt x="109522" y="0"/>
                        <a:pt x="130305" y="13997"/>
                        <a:pt x="130305" y="47398"/>
                      </a:cubicBezTo>
                      <a:lnTo>
                        <a:pt x="130305" y="123298"/>
                      </a:lnTo>
                      <a:cubicBezTo>
                        <a:pt x="118830" y="128197"/>
                        <a:pt x="95497" y="132396"/>
                        <a:pt x="71336" y="132396"/>
                      </a:cubicBezTo>
                      <a:moveTo>
                        <a:pt x="86764" y="71701"/>
                      </a:moveTo>
                      <a:cubicBezTo>
                        <a:pt x="61774" y="72655"/>
                        <a:pt x="42967" y="74946"/>
                        <a:pt x="42967" y="89897"/>
                      </a:cubicBezTo>
                      <a:cubicBezTo>
                        <a:pt x="42967" y="100203"/>
                        <a:pt x="53359" y="105802"/>
                        <a:pt x="69934" y="105802"/>
                      </a:cubicBezTo>
                      <a:cubicBezTo>
                        <a:pt x="76372" y="105802"/>
                        <a:pt x="83704" y="104848"/>
                        <a:pt x="86764" y="103957"/>
                      </a:cubicBezTo>
                      <a:lnTo>
                        <a:pt x="86764" y="71765"/>
                      </a:lnTo>
                      <a:close/>
                    </a:path>
                  </a:pathLst>
                </a:custGeom>
                <a:solidFill>
                  <a:srgbClr val="000000"/>
                </a:solidFill>
                <a:ln w="6375" cap="flat">
                  <a:noFill/>
                  <a:prstDash val="solid"/>
                  <a:miter/>
                </a:ln>
              </p:spPr>
              <p:txBody>
                <a:bodyPr rtlCol="0" anchor="ctr"/>
                <a:lstStyle/>
                <a:p>
                  <a:endParaRPr lang="en-US"/>
                </a:p>
              </p:txBody>
            </p:sp>
            <p:sp>
              <p:nvSpPr>
                <p:cNvPr id="103" name="Freeform 102">
                  <a:extLst>
                    <a:ext uri="{FF2B5EF4-FFF2-40B4-BE49-F238E27FC236}">
                      <a16:creationId xmlns:a16="http://schemas.microsoft.com/office/drawing/2014/main" id="{D2F30EE2-0D65-2B8A-F679-5EEC21DE7AC2}"/>
                    </a:ext>
                  </a:extLst>
                </p:cNvPr>
                <p:cNvSpPr/>
                <p:nvPr/>
              </p:nvSpPr>
              <p:spPr>
                <a:xfrm>
                  <a:off x="6530073" y="-561835"/>
                  <a:ext cx="131452" cy="129596"/>
                </a:xfrm>
                <a:custGeom>
                  <a:avLst/>
                  <a:gdLst>
                    <a:gd name="connsiteX0" fmla="*/ 85106 w 131452"/>
                    <a:gd name="connsiteY0" fmla="*/ 129596 h 129596"/>
                    <a:gd name="connsiteX1" fmla="*/ 85106 w 131452"/>
                    <a:gd name="connsiteY1" fmla="*/ 47843 h 129596"/>
                    <a:gd name="connsiteX2" fmla="*/ 62539 w 131452"/>
                    <a:gd name="connsiteY2" fmla="*/ 30411 h 129596"/>
                    <a:gd name="connsiteX3" fmla="*/ 46346 w 131452"/>
                    <a:gd name="connsiteY3" fmla="*/ 33592 h 129596"/>
                    <a:gd name="connsiteX4" fmla="*/ 46346 w 131452"/>
                    <a:gd name="connsiteY4" fmla="*/ 129596 h 129596"/>
                    <a:gd name="connsiteX5" fmla="*/ 0 w 131452"/>
                    <a:gd name="connsiteY5" fmla="*/ 129596 h 129596"/>
                    <a:gd name="connsiteX6" fmla="*/ 0 w 131452"/>
                    <a:gd name="connsiteY6" fmla="*/ 9988 h 129596"/>
                    <a:gd name="connsiteX7" fmla="*/ 63176 w 131452"/>
                    <a:gd name="connsiteY7" fmla="*/ 0 h 129596"/>
                    <a:gd name="connsiteX8" fmla="*/ 131452 w 131452"/>
                    <a:gd name="connsiteY8" fmla="*/ 43390 h 129596"/>
                    <a:gd name="connsiteX9" fmla="*/ 131452 w 131452"/>
                    <a:gd name="connsiteY9" fmla="*/ 129596 h 129596"/>
                    <a:gd name="connsiteX10" fmla="*/ 85106 w 131452"/>
                    <a:gd name="connsiteY10" fmla="*/ 129596 h 129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1452" h="129596">
                      <a:moveTo>
                        <a:pt x="85106" y="129596"/>
                      </a:moveTo>
                      <a:lnTo>
                        <a:pt x="85106" y="47843"/>
                      </a:lnTo>
                      <a:cubicBezTo>
                        <a:pt x="85106" y="37346"/>
                        <a:pt x="79114" y="30411"/>
                        <a:pt x="62539" y="30411"/>
                      </a:cubicBezTo>
                      <a:cubicBezTo>
                        <a:pt x="53933" y="30411"/>
                        <a:pt x="46346" y="33592"/>
                        <a:pt x="46346" y="33592"/>
                      </a:cubicBezTo>
                      <a:lnTo>
                        <a:pt x="46346" y="129596"/>
                      </a:lnTo>
                      <a:lnTo>
                        <a:pt x="0" y="129596"/>
                      </a:lnTo>
                      <a:lnTo>
                        <a:pt x="0" y="9988"/>
                      </a:lnTo>
                      <a:cubicBezTo>
                        <a:pt x="16830" y="4644"/>
                        <a:pt x="36784" y="0"/>
                        <a:pt x="63176" y="0"/>
                      </a:cubicBezTo>
                      <a:cubicBezTo>
                        <a:pt x="110670" y="0"/>
                        <a:pt x="131452" y="16096"/>
                        <a:pt x="131452" y="43390"/>
                      </a:cubicBezTo>
                      <a:lnTo>
                        <a:pt x="131452" y="129596"/>
                      </a:lnTo>
                      <a:lnTo>
                        <a:pt x="85106" y="129596"/>
                      </a:lnTo>
                      <a:close/>
                    </a:path>
                  </a:pathLst>
                </a:custGeom>
                <a:solidFill>
                  <a:srgbClr val="000000"/>
                </a:solidFill>
                <a:ln w="6375" cap="flat">
                  <a:noFill/>
                  <a:prstDash val="solid"/>
                  <a:miter/>
                </a:ln>
              </p:spPr>
              <p:txBody>
                <a:bodyPr rtlCol="0" anchor="ctr"/>
                <a:lstStyle/>
                <a:p>
                  <a:endParaRPr lang="en-US"/>
                </a:p>
              </p:txBody>
            </p:sp>
            <p:sp>
              <p:nvSpPr>
                <p:cNvPr id="104" name="Freeform 103">
                  <a:extLst>
                    <a:ext uri="{FF2B5EF4-FFF2-40B4-BE49-F238E27FC236}">
                      <a16:creationId xmlns:a16="http://schemas.microsoft.com/office/drawing/2014/main" id="{5E2A2483-D268-6E81-F48D-96321ACA8A1D}"/>
                    </a:ext>
                  </a:extLst>
                </p:cNvPr>
                <p:cNvSpPr/>
                <p:nvPr/>
              </p:nvSpPr>
              <p:spPr>
                <a:xfrm>
                  <a:off x="6679503" y="-615595"/>
                  <a:ext cx="144330" cy="183356"/>
                </a:xfrm>
                <a:custGeom>
                  <a:avLst/>
                  <a:gdLst>
                    <a:gd name="connsiteX0" fmla="*/ 92629 w 144330"/>
                    <a:gd name="connsiteY0" fmla="*/ 183356 h 183356"/>
                    <a:gd name="connsiteX1" fmla="*/ 46283 w 144330"/>
                    <a:gd name="connsiteY1" fmla="*/ 120562 h 183356"/>
                    <a:gd name="connsiteX2" fmla="*/ 45708 w 144330"/>
                    <a:gd name="connsiteY2" fmla="*/ 120562 h 183356"/>
                    <a:gd name="connsiteX3" fmla="*/ 45708 w 144330"/>
                    <a:gd name="connsiteY3" fmla="*/ 183356 h 183356"/>
                    <a:gd name="connsiteX4" fmla="*/ 0 w 144330"/>
                    <a:gd name="connsiteY4" fmla="*/ 183356 h 183356"/>
                    <a:gd name="connsiteX5" fmla="*/ 0 w 144330"/>
                    <a:gd name="connsiteY5" fmla="*/ 0 h 183356"/>
                    <a:gd name="connsiteX6" fmla="*/ 45708 w 144330"/>
                    <a:gd name="connsiteY6" fmla="*/ 0 h 183356"/>
                    <a:gd name="connsiteX7" fmla="*/ 45708 w 144330"/>
                    <a:gd name="connsiteY7" fmla="*/ 111401 h 183356"/>
                    <a:gd name="connsiteX8" fmla="*/ 46283 w 144330"/>
                    <a:gd name="connsiteY8" fmla="*/ 111401 h 183356"/>
                    <a:gd name="connsiteX9" fmla="*/ 88166 w 144330"/>
                    <a:gd name="connsiteY9" fmla="*/ 57514 h 183356"/>
                    <a:gd name="connsiteX10" fmla="*/ 140378 w 144330"/>
                    <a:gd name="connsiteY10" fmla="*/ 57514 h 183356"/>
                    <a:gd name="connsiteX11" fmla="*/ 93202 w 144330"/>
                    <a:gd name="connsiteY11" fmla="*/ 116109 h 183356"/>
                    <a:gd name="connsiteX12" fmla="*/ 144330 w 144330"/>
                    <a:gd name="connsiteY12" fmla="*/ 183356 h 183356"/>
                    <a:gd name="connsiteX13" fmla="*/ 92629 w 144330"/>
                    <a:gd name="connsiteY13" fmla="*/ 183356 h 18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4330" h="183356">
                      <a:moveTo>
                        <a:pt x="92629" y="183356"/>
                      </a:moveTo>
                      <a:lnTo>
                        <a:pt x="46283" y="120562"/>
                      </a:lnTo>
                      <a:lnTo>
                        <a:pt x="45708" y="120562"/>
                      </a:lnTo>
                      <a:lnTo>
                        <a:pt x="45708" y="183356"/>
                      </a:lnTo>
                      <a:lnTo>
                        <a:pt x="0" y="183356"/>
                      </a:lnTo>
                      <a:lnTo>
                        <a:pt x="0" y="0"/>
                      </a:lnTo>
                      <a:lnTo>
                        <a:pt x="45708" y="0"/>
                      </a:lnTo>
                      <a:lnTo>
                        <a:pt x="45708" y="111401"/>
                      </a:lnTo>
                      <a:lnTo>
                        <a:pt x="46283" y="111401"/>
                      </a:lnTo>
                      <a:lnTo>
                        <a:pt x="88166" y="57514"/>
                      </a:lnTo>
                      <a:lnTo>
                        <a:pt x="140378" y="57514"/>
                      </a:lnTo>
                      <a:lnTo>
                        <a:pt x="93202" y="116109"/>
                      </a:lnTo>
                      <a:lnTo>
                        <a:pt x="144330" y="183356"/>
                      </a:lnTo>
                      <a:lnTo>
                        <a:pt x="92629" y="183356"/>
                      </a:lnTo>
                      <a:close/>
                    </a:path>
                  </a:pathLst>
                </a:custGeom>
                <a:solidFill>
                  <a:srgbClr val="000000"/>
                </a:solidFill>
                <a:ln w="6375" cap="flat">
                  <a:noFill/>
                  <a:prstDash val="solid"/>
                  <a:miter/>
                </a:ln>
              </p:spPr>
              <p:txBody>
                <a:bodyPr rtlCol="0" anchor="ctr"/>
                <a:lstStyle/>
                <a:p>
                  <a:endParaRPr lang="en-US"/>
                </a:p>
              </p:txBody>
            </p:sp>
            <p:sp>
              <p:nvSpPr>
                <p:cNvPr id="105" name="Freeform 104">
                  <a:extLst>
                    <a:ext uri="{FF2B5EF4-FFF2-40B4-BE49-F238E27FC236}">
                      <a16:creationId xmlns:a16="http://schemas.microsoft.com/office/drawing/2014/main" id="{382FB7B0-71E3-3132-F430-8AF60DA55508}"/>
                    </a:ext>
                  </a:extLst>
                </p:cNvPr>
                <p:cNvSpPr/>
                <p:nvPr/>
              </p:nvSpPr>
              <p:spPr>
                <a:xfrm>
                  <a:off x="6069607" y="-558145"/>
                  <a:ext cx="162052" cy="176167"/>
                </a:xfrm>
                <a:custGeom>
                  <a:avLst/>
                  <a:gdLst>
                    <a:gd name="connsiteX0" fmla="*/ 82875 w 162052"/>
                    <a:gd name="connsiteY0" fmla="*/ 176167 h 176167"/>
                    <a:gd name="connsiteX1" fmla="*/ 34298 w 162052"/>
                    <a:gd name="connsiteY1" fmla="*/ 176167 h 176167"/>
                    <a:gd name="connsiteX2" fmla="*/ 57056 w 162052"/>
                    <a:gd name="connsiteY2" fmla="*/ 125906 h 176167"/>
                    <a:gd name="connsiteX3" fmla="*/ 0 w 162052"/>
                    <a:gd name="connsiteY3" fmla="*/ 0 h 176167"/>
                    <a:gd name="connsiteX4" fmla="*/ 50426 w 162052"/>
                    <a:gd name="connsiteY4" fmla="*/ 0 h 176167"/>
                    <a:gd name="connsiteX5" fmla="*/ 81154 w 162052"/>
                    <a:gd name="connsiteY5" fmla="*/ 89451 h 176167"/>
                    <a:gd name="connsiteX6" fmla="*/ 111626 w 162052"/>
                    <a:gd name="connsiteY6" fmla="*/ 0 h 176167"/>
                    <a:gd name="connsiteX7" fmla="*/ 162053 w 162052"/>
                    <a:gd name="connsiteY7" fmla="*/ 0 h 176167"/>
                    <a:gd name="connsiteX8" fmla="*/ 82875 w 162052"/>
                    <a:gd name="connsiteY8" fmla="*/ 176167 h 17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052" h="176167">
                      <a:moveTo>
                        <a:pt x="82875" y="176167"/>
                      </a:moveTo>
                      <a:lnTo>
                        <a:pt x="34298" y="176167"/>
                      </a:lnTo>
                      <a:lnTo>
                        <a:pt x="57056" y="125906"/>
                      </a:lnTo>
                      <a:lnTo>
                        <a:pt x="0" y="0"/>
                      </a:lnTo>
                      <a:lnTo>
                        <a:pt x="50426" y="0"/>
                      </a:lnTo>
                      <a:lnTo>
                        <a:pt x="81154" y="89451"/>
                      </a:lnTo>
                      <a:lnTo>
                        <a:pt x="111626" y="0"/>
                      </a:lnTo>
                      <a:lnTo>
                        <a:pt x="162053" y="0"/>
                      </a:lnTo>
                      <a:lnTo>
                        <a:pt x="82875" y="176167"/>
                      </a:lnTo>
                      <a:close/>
                    </a:path>
                  </a:pathLst>
                </a:custGeom>
                <a:solidFill>
                  <a:srgbClr val="000000"/>
                </a:solidFill>
                <a:ln w="6375" cap="flat">
                  <a:noFill/>
                  <a:prstDash val="solid"/>
                  <a:miter/>
                </a:ln>
              </p:spPr>
              <p:txBody>
                <a:bodyPr rtlCol="0" anchor="ctr"/>
                <a:lstStyle/>
                <a:p>
                  <a:endParaRPr lang="en-US"/>
                </a:p>
              </p:txBody>
            </p:sp>
            <p:sp>
              <p:nvSpPr>
                <p:cNvPr id="106" name="Freeform 105">
                  <a:extLst>
                    <a:ext uri="{FF2B5EF4-FFF2-40B4-BE49-F238E27FC236}">
                      <a16:creationId xmlns:a16="http://schemas.microsoft.com/office/drawing/2014/main" id="{A7CE33A1-A5BF-E03B-FC68-841FC41FA92F}"/>
                    </a:ext>
                  </a:extLst>
                </p:cNvPr>
                <p:cNvSpPr/>
                <p:nvPr/>
              </p:nvSpPr>
              <p:spPr>
                <a:xfrm>
                  <a:off x="5707762" y="-601343"/>
                  <a:ext cx="228097" cy="169105"/>
                </a:xfrm>
                <a:custGeom>
                  <a:avLst/>
                  <a:gdLst>
                    <a:gd name="connsiteX0" fmla="*/ 203618 w 228097"/>
                    <a:gd name="connsiteY0" fmla="*/ 0 h 169105"/>
                    <a:gd name="connsiteX1" fmla="*/ 149749 w 228097"/>
                    <a:gd name="connsiteY1" fmla="*/ 0 h 169105"/>
                    <a:gd name="connsiteX2" fmla="*/ 114049 w 228097"/>
                    <a:gd name="connsiteY2" fmla="*/ 104466 h 169105"/>
                    <a:gd name="connsiteX3" fmla="*/ 78413 w 228097"/>
                    <a:gd name="connsiteY3" fmla="*/ 0 h 169105"/>
                    <a:gd name="connsiteX4" fmla="*/ 24480 w 228097"/>
                    <a:gd name="connsiteY4" fmla="*/ 0 h 169105"/>
                    <a:gd name="connsiteX5" fmla="*/ 0 w 228097"/>
                    <a:gd name="connsiteY5" fmla="*/ 169105 h 169105"/>
                    <a:gd name="connsiteX6" fmla="*/ 44115 w 228097"/>
                    <a:gd name="connsiteY6" fmla="*/ 169105 h 169105"/>
                    <a:gd name="connsiteX7" fmla="*/ 58140 w 228097"/>
                    <a:gd name="connsiteY7" fmla="*/ 52869 h 169105"/>
                    <a:gd name="connsiteX8" fmla="*/ 99450 w 228097"/>
                    <a:gd name="connsiteY8" fmla="*/ 169105 h 169105"/>
                    <a:gd name="connsiteX9" fmla="*/ 128648 w 228097"/>
                    <a:gd name="connsiteY9" fmla="*/ 169105 h 169105"/>
                    <a:gd name="connsiteX10" fmla="*/ 169958 w 228097"/>
                    <a:gd name="connsiteY10" fmla="*/ 52869 h 169105"/>
                    <a:gd name="connsiteX11" fmla="*/ 183983 w 228097"/>
                    <a:gd name="connsiteY11" fmla="*/ 169105 h 169105"/>
                    <a:gd name="connsiteX12" fmla="*/ 228098 w 228097"/>
                    <a:gd name="connsiteY12" fmla="*/ 169105 h 169105"/>
                    <a:gd name="connsiteX13" fmla="*/ 203618 w 228097"/>
                    <a:gd name="connsiteY13" fmla="*/ 0 h 1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097" h="169105">
                      <a:moveTo>
                        <a:pt x="203618" y="0"/>
                      </a:moveTo>
                      <a:lnTo>
                        <a:pt x="149749" y="0"/>
                      </a:lnTo>
                      <a:lnTo>
                        <a:pt x="114049" y="104466"/>
                      </a:lnTo>
                      <a:lnTo>
                        <a:pt x="78413" y="0"/>
                      </a:lnTo>
                      <a:lnTo>
                        <a:pt x="24480" y="0"/>
                      </a:lnTo>
                      <a:lnTo>
                        <a:pt x="0" y="169105"/>
                      </a:lnTo>
                      <a:lnTo>
                        <a:pt x="44115" y="169105"/>
                      </a:lnTo>
                      <a:lnTo>
                        <a:pt x="58140" y="52869"/>
                      </a:lnTo>
                      <a:lnTo>
                        <a:pt x="99450" y="169105"/>
                      </a:lnTo>
                      <a:lnTo>
                        <a:pt x="128648" y="169105"/>
                      </a:lnTo>
                      <a:lnTo>
                        <a:pt x="169958" y="52869"/>
                      </a:lnTo>
                      <a:lnTo>
                        <a:pt x="183983" y="169105"/>
                      </a:lnTo>
                      <a:lnTo>
                        <a:pt x="228098" y="169105"/>
                      </a:lnTo>
                      <a:lnTo>
                        <a:pt x="203618" y="0"/>
                      </a:lnTo>
                      <a:close/>
                    </a:path>
                  </a:pathLst>
                </a:custGeom>
                <a:solidFill>
                  <a:srgbClr val="000000"/>
                </a:solidFill>
                <a:ln w="6375" cap="flat">
                  <a:noFill/>
                  <a:prstDash val="solid"/>
                  <a:miter/>
                </a:ln>
              </p:spPr>
              <p:txBody>
                <a:bodyPr rtlCol="0" anchor="ctr"/>
                <a:lstStyle/>
                <a:p>
                  <a:endParaRPr lang="en-US"/>
                </a:p>
              </p:txBody>
            </p:sp>
            <p:sp>
              <p:nvSpPr>
                <p:cNvPr id="107" name="Freeform 106">
                  <a:extLst>
                    <a:ext uri="{FF2B5EF4-FFF2-40B4-BE49-F238E27FC236}">
                      <a16:creationId xmlns:a16="http://schemas.microsoft.com/office/drawing/2014/main" id="{85612874-4563-3D65-77B9-9325BF5B1600}"/>
                    </a:ext>
                  </a:extLst>
                </p:cNvPr>
                <p:cNvSpPr/>
                <p:nvPr/>
              </p:nvSpPr>
              <p:spPr>
                <a:xfrm>
                  <a:off x="5941724" y="-561835"/>
                  <a:ext cx="130241" cy="132395"/>
                </a:xfrm>
                <a:custGeom>
                  <a:avLst/>
                  <a:gdLst>
                    <a:gd name="connsiteX0" fmla="*/ 71336 w 130241"/>
                    <a:gd name="connsiteY0" fmla="*/ 132396 h 132395"/>
                    <a:gd name="connsiteX1" fmla="*/ 0 w 130241"/>
                    <a:gd name="connsiteY1" fmla="*/ 90787 h 132395"/>
                    <a:gd name="connsiteX2" fmla="*/ 86764 w 130241"/>
                    <a:gd name="connsiteY2" fmla="*/ 47589 h 132395"/>
                    <a:gd name="connsiteX3" fmla="*/ 86764 w 130241"/>
                    <a:gd name="connsiteY3" fmla="*/ 42690 h 132395"/>
                    <a:gd name="connsiteX4" fmla="*/ 62603 w 130241"/>
                    <a:gd name="connsiteY4" fmla="*/ 27993 h 132395"/>
                    <a:gd name="connsiteX5" fmla="*/ 19635 w 130241"/>
                    <a:gd name="connsiteY5" fmla="*/ 35691 h 132395"/>
                    <a:gd name="connsiteX6" fmla="*/ 8415 w 130241"/>
                    <a:gd name="connsiteY6" fmla="*/ 9988 h 132395"/>
                    <a:gd name="connsiteX7" fmla="*/ 68213 w 130241"/>
                    <a:gd name="connsiteY7" fmla="*/ 0 h 132395"/>
                    <a:gd name="connsiteX8" fmla="*/ 130241 w 130241"/>
                    <a:gd name="connsiteY8" fmla="*/ 47398 h 132395"/>
                    <a:gd name="connsiteX9" fmla="*/ 130241 w 130241"/>
                    <a:gd name="connsiteY9" fmla="*/ 123298 h 132395"/>
                    <a:gd name="connsiteX10" fmla="*/ 71272 w 130241"/>
                    <a:gd name="connsiteY10" fmla="*/ 132396 h 132395"/>
                    <a:gd name="connsiteX11" fmla="*/ 86764 w 130241"/>
                    <a:gd name="connsiteY11" fmla="*/ 71701 h 132395"/>
                    <a:gd name="connsiteX12" fmla="*/ 42967 w 130241"/>
                    <a:gd name="connsiteY12" fmla="*/ 89897 h 132395"/>
                    <a:gd name="connsiteX13" fmla="*/ 69934 w 130241"/>
                    <a:gd name="connsiteY13" fmla="*/ 105802 h 132395"/>
                    <a:gd name="connsiteX14" fmla="*/ 86764 w 130241"/>
                    <a:gd name="connsiteY14" fmla="*/ 103957 h 132395"/>
                    <a:gd name="connsiteX15" fmla="*/ 86764 w 130241"/>
                    <a:gd name="connsiteY15" fmla="*/ 71765 h 132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0241" h="132395">
                      <a:moveTo>
                        <a:pt x="71336" y="132396"/>
                      </a:moveTo>
                      <a:cubicBezTo>
                        <a:pt x="23588" y="132396"/>
                        <a:pt x="0" y="117699"/>
                        <a:pt x="0" y="90787"/>
                      </a:cubicBezTo>
                      <a:cubicBezTo>
                        <a:pt x="0" y="57386"/>
                        <a:pt x="40991" y="49688"/>
                        <a:pt x="86764" y="47589"/>
                      </a:cubicBezTo>
                      <a:lnTo>
                        <a:pt x="86764" y="42690"/>
                      </a:lnTo>
                      <a:cubicBezTo>
                        <a:pt x="86764" y="32638"/>
                        <a:pt x="78349" y="27993"/>
                        <a:pt x="62603" y="27993"/>
                      </a:cubicBezTo>
                      <a:cubicBezTo>
                        <a:pt x="48004" y="27993"/>
                        <a:pt x="30600" y="31938"/>
                        <a:pt x="19635" y="35691"/>
                      </a:cubicBezTo>
                      <a:lnTo>
                        <a:pt x="8415" y="9988"/>
                      </a:lnTo>
                      <a:cubicBezTo>
                        <a:pt x="21866" y="5535"/>
                        <a:pt x="44625" y="0"/>
                        <a:pt x="68213" y="0"/>
                      </a:cubicBezTo>
                      <a:cubicBezTo>
                        <a:pt x="109522" y="0"/>
                        <a:pt x="130241" y="13997"/>
                        <a:pt x="130241" y="47398"/>
                      </a:cubicBezTo>
                      <a:lnTo>
                        <a:pt x="130241" y="123298"/>
                      </a:lnTo>
                      <a:cubicBezTo>
                        <a:pt x="118766" y="128197"/>
                        <a:pt x="95434" y="132396"/>
                        <a:pt x="71272" y="132396"/>
                      </a:cubicBezTo>
                      <a:moveTo>
                        <a:pt x="86764" y="71701"/>
                      </a:moveTo>
                      <a:cubicBezTo>
                        <a:pt x="61774" y="72655"/>
                        <a:pt x="42967" y="74946"/>
                        <a:pt x="42967" y="89897"/>
                      </a:cubicBezTo>
                      <a:cubicBezTo>
                        <a:pt x="42967" y="100203"/>
                        <a:pt x="53359" y="105802"/>
                        <a:pt x="69934" y="105802"/>
                      </a:cubicBezTo>
                      <a:cubicBezTo>
                        <a:pt x="76373" y="105802"/>
                        <a:pt x="83704" y="104848"/>
                        <a:pt x="86764" y="103957"/>
                      </a:cubicBezTo>
                      <a:lnTo>
                        <a:pt x="86764" y="71765"/>
                      </a:lnTo>
                      <a:close/>
                    </a:path>
                  </a:pathLst>
                </a:custGeom>
                <a:solidFill>
                  <a:srgbClr val="000000"/>
                </a:solidFill>
                <a:ln w="6375" cap="flat">
                  <a:noFill/>
                  <a:prstDash val="solid"/>
                  <a:miter/>
                </a:ln>
              </p:spPr>
              <p:txBody>
                <a:bodyPr rtlCol="0" anchor="ctr"/>
                <a:lstStyle/>
                <a:p>
                  <a:endParaRPr lang="en-US"/>
                </a:p>
              </p:txBody>
            </p:sp>
            <p:sp>
              <p:nvSpPr>
                <p:cNvPr id="108" name="Freeform 107">
                  <a:extLst>
                    <a:ext uri="{FF2B5EF4-FFF2-40B4-BE49-F238E27FC236}">
                      <a16:creationId xmlns:a16="http://schemas.microsoft.com/office/drawing/2014/main" id="{ED51E7F9-315B-CFFC-5425-606E9CC7AA47}"/>
                    </a:ext>
                  </a:extLst>
                </p:cNvPr>
                <p:cNvSpPr/>
                <p:nvPr/>
              </p:nvSpPr>
              <p:spPr>
                <a:xfrm>
                  <a:off x="5383147" y="-657712"/>
                  <a:ext cx="282157" cy="281587"/>
                </a:xfrm>
                <a:custGeom>
                  <a:avLst/>
                  <a:gdLst>
                    <a:gd name="connsiteX0" fmla="*/ 141079 w 282157"/>
                    <a:gd name="connsiteY0" fmla="*/ 0 h 281587"/>
                    <a:gd name="connsiteX1" fmla="*/ 0 w 282157"/>
                    <a:gd name="connsiteY1" fmla="*/ 140794 h 281587"/>
                    <a:gd name="connsiteX2" fmla="*/ 141079 w 282157"/>
                    <a:gd name="connsiteY2" fmla="*/ 281587 h 281587"/>
                    <a:gd name="connsiteX3" fmla="*/ 282158 w 282157"/>
                    <a:gd name="connsiteY3" fmla="*/ 140794 h 281587"/>
                    <a:gd name="connsiteX4" fmla="*/ 141079 w 282157"/>
                    <a:gd name="connsiteY4" fmla="*/ 0 h 281587"/>
                    <a:gd name="connsiteX5" fmla="*/ 141079 w 282157"/>
                    <a:gd name="connsiteY5" fmla="*/ 270326 h 281587"/>
                    <a:gd name="connsiteX6" fmla="*/ 11284 w 282157"/>
                    <a:gd name="connsiteY6" fmla="*/ 140794 h 281587"/>
                    <a:gd name="connsiteX7" fmla="*/ 141079 w 282157"/>
                    <a:gd name="connsiteY7" fmla="*/ 11261 h 281587"/>
                    <a:gd name="connsiteX8" fmla="*/ 270874 w 282157"/>
                    <a:gd name="connsiteY8" fmla="*/ 140794 h 281587"/>
                    <a:gd name="connsiteX9" fmla="*/ 141079 w 282157"/>
                    <a:gd name="connsiteY9" fmla="*/ 270326 h 281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2157" h="281587">
                      <a:moveTo>
                        <a:pt x="141079" y="0"/>
                      </a:moveTo>
                      <a:cubicBezTo>
                        <a:pt x="63176" y="0"/>
                        <a:pt x="0" y="63049"/>
                        <a:pt x="0" y="140794"/>
                      </a:cubicBezTo>
                      <a:cubicBezTo>
                        <a:pt x="0" y="218539"/>
                        <a:pt x="63176" y="281587"/>
                        <a:pt x="141079" y="281587"/>
                      </a:cubicBezTo>
                      <a:cubicBezTo>
                        <a:pt x="218981" y="281587"/>
                        <a:pt x="282158" y="218539"/>
                        <a:pt x="282158" y="140794"/>
                      </a:cubicBezTo>
                      <a:cubicBezTo>
                        <a:pt x="282158" y="63049"/>
                        <a:pt x="218981" y="0"/>
                        <a:pt x="141079" y="0"/>
                      </a:cubicBezTo>
                      <a:moveTo>
                        <a:pt x="141079" y="270326"/>
                      </a:moveTo>
                      <a:cubicBezTo>
                        <a:pt x="69424" y="270326"/>
                        <a:pt x="11284" y="212368"/>
                        <a:pt x="11284" y="140794"/>
                      </a:cubicBezTo>
                      <a:cubicBezTo>
                        <a:pt x="11284" y="69220"/>
                        <a:pt x="69360" y="11261"/>
                        <a:pt x="141079" y="11261"/>
                      </a:cubicBezTo>
                      <a:cubicBezTo>
                        <a:pt x="212798" y="11261"/>
                        <a:pt x="270874" y="69220"/>
                        <a:pt x="270874" y="140794"/>
                      </a:cubicBezTo>
                      <a:cubicBezTo>
                        <a:pt x="270874" y="212368"/>
                        <a:pt x="212798" y="270326"/>
                        <a:pt x="141079" y="270326"/>
                      </a:cubicBezTo>
                    </a:path>
                  </a:pathLst>
                </a:custGeom>
                <a:solidFill>
                  <a:srgbClr val="000000"/>
                </a:solidFill>
                <a:ln w="6375" cap="flat">
                  <a:noFill/>
                  <a:prstDash val="solid"/>
                  <a:miter/>
                </a:ln>
              </p:spPr>
              <p:txBody>
                <a:bodyPr rtlCol="0" anchor="ctr"/>
                <a:lstStyle/>
                <a:p>
                  <a:endParaRPr lang="en-US"/>
                </a:p>
              </p:txBody>
            </p:sp>
            <p:sp>
              <p:nvSpPr>
                <p:cNvPr id="109" name="Freeform 108">
                  <a:extLst>
                    <a:ext uri="{FF2B5EF4-FFF2-40B4-BE49-F238E27FC236}">
                      <a16:creationId xmlns:a16="http://schemas.microsoft.com/office/drawing/2014/main" id="{6FC8E110-57CD-B73D-7AF7-6CF58639CB63}"/>
                    </a:ext>
                  </a:extLst>
                </p:cNvPr>
                <p:cNvSpPr/>
                <p:nvPr/>
              </p:nvSpPr>
              <p:spPr>
                <a:xfrm>
                  <a:off x="5444028" y="-528101"/>
                  <a:ext cx="23906" cy="22953"/>
                </a:xfrm>
                <a:custGeom>
                  <a:avLst/>
                  <a:gdLst>
                    <a:gd name="connsiteX0" fmla="*/ 23906 w 23906"/>
                    <a:gd name="connsiteY0" fmla="*/ 4758 h 22953"/>
                    <a:gd name="connsiteX1" fmla="*/ 0 w 23906"/>
                    <a:gd name="connsiteY1" fmla="*/ 22953 h 22953"/>
                    <a:gd name="connsiteX2" fmla="*/ 23906 w 23906"/>
                    <a:gd name="connsiteY2" fmla="*/ 4758 h 22953"/>
                  </a:gdLst>
                  <a:ahLst/>
                  <a:cxnLst>
                    <a:cxn ang="0">
                      <a:pos x="connsiteX0" y="connsiteY0"/>
                    </a:cxn>
                    <a:cxn ang="0">
                      <a:pos x="connsiteX1" y="connsiteY1"/>
                    </a:cxn>
                    <a:cxn ang="0">
                      <a:pos x="connsiteX2" y="connsiteY2"/>
                    </a:cxn>
                  </a:cxnLst>
                  <a:rect l="l" t="t" r="r" b="b"/>
                  <a:pathLst>
                    <a:path w="23906" h="22953">
                      <a:moveTo>
                        <a:pt x="23906" y="4758"/>
                      </a:moveTo>
                      <a:cubicBezTo>
                        <a:pt x="13834" y="2213"/>
                        <a:pt x="4909" y="13983"/>
                        <a:pt x="0" y="22953"/>
                      </a:cubicBezTo>
                      <a:cubicBezTo>
                        <a:pt x="1721" y="10738"/>
                        <a:pt x="16702" y="-9175"/>
                        <a:pt x="23906" y="4758"/>
                      </a:cubicBezTo>
                    </a:path>
                  </a:pathLst>
                </a:custGeom>
                <a:solidFill>
                  <a:srgbClr val="000000"/>
                </a:solidFill>
                <a:ln w="6375" cap="flat">
                  <a:noFill/>
                  <a:prstDash val="solid"/>
                  <a:miter/>
                </a:ln>
              </p:spPr>
              <p:txBody>
                <a:bodyPr rtlCol="0" anchor="ctr"/>
                <a:lstStyle/>
                <a:p>
                  <a:endParaRPr lang="en-US"/>
                </a:p>
              </p:txBody>
            </p:sp>
            <p:sp>
              <p:nvSpPr>
                <p:cNvPr id="110" name="Freeform 109">
                  <a:extLst>
                    <a:ext uri="{FF2B5EF4-FFF2-40B4-BE49-F238E27FC236}">
                      <a16:creationId xmlns:a16="http://schemas.microsoft.com/office/drawing/2014/main" id="{AC3A8CC9-71D0-310D-D4E7-99B0714D5EC6}"/>
                    </a:ext>
                  </a:extLst>
                </p:cNvPr>
                <p:cNvSpPr/>
                <p:nvPr/>
              </p:nvSpPr>
              <p:spPr>
                <a:xfrm>
                  <a:off x="5445750" y="-536713"/>
                  <a:ext cx="15682" cy="13560"/>
                </a:xfrm>
                <a:custGeom>
                  <a:avLst/>
                  <a:gdLst>
                    <a:gd name="connsiteX0" fmla="*/ 0 w 15682"/>
                    <a:gd name="connsiteY0" fmla="*/ 13560 h 13560"/>
                    <a:gd name="connsiteX1" fmla="*/ 15683 w 15682"/>
                    <a:gd name="connsiteY1" fmla="*/ 1154 h 13560"/>
                    <a:gd name="connsiteX2" fmla="*/ 0 w 15682"/>
                    <a:gd name="connsiteY2" fmla="*/ 13560 h 13560"/>
                  </a:gdLst>
                  <a:ahLst/>
                  <a:cxnLst>
                    <a:cxn ang="0">
                      <a:pos x="connsiteX0" y="connsiteY0"/>
                    </a:cxn>
                    <a:cxn ang="0">
                      <a:pos x="connsiteX1" y="connsiteY1"/>
                    </a:cxn>
                    <a:cxn ang="0">
                      <a:pos x="connsiteX2" y="connsiteY2"/>
                    </a:cxn>
                  </a:cxnLst>
                  <a:rect l="l" t="t" r="r" b="b"/>
                  <a:pathLst>
                    <a:path w="15682" h="13560">
                      <a:moveTo>
                        <a:pt x="0" y="13560"/>
                      </a:moveTo>
                      <a:cubicBezTo>
                        <a:pt x="3379" y="1981"/>
                        <a:pt x="11411" y="-2281"/>
                        <a:pt x="15683" y="1154"/>
                      </a:cubicBezTo>
                      <a:cubicBezTo>
                        <a:pt x="9881" y="2999"/>
                        <a:pt x="5610" y="6435"/>
                        <a:pt x="0" y="13560"/>
                      </a:cubicBezTo>
                    </a:path>
                  </a:pathLst>
                </a:custGeom>
                <a:solidFill>
                  <a:srgbClr val="000000"/>
                </a:solidFill>
                <a:ln w="6375" cap="flat">
                  <a:noFill/>
                  <a:prstDash val="solid"/>
                  <a:miter/>
                </a:ln>
              </p:spPr>
              <p:txBody>
                <a:bodyPr rtlCol="0" anchor="ctr"/>
                <a:lstStyle/>
                <a:p>
                  <a:endParaRPr lang="en-US"/>
                </a:p>
              </p:txBody>
            </p:sp>
            <p:sp>
              <p:nvSpPr>
                <p:cNvPr id="111" name="Freeform 110">
                  <a:extLst>
                    <a:ext uri="{FF2B5EF4-FFF2-40B4-BE49-F238E27FC236}">
                      <a16:creationId xmlns:a16="http://schemas.microsoft.com/office/drawing/2014/main" id="{432A5BAE-FC76-B0B1-F814-4A3D03F3C888}"/>
                    </a:ext>
                  </a:extLst>
                </p:cNvPr>
                <p:cNvSpPr/>
                <p:nvPr/>
              </p:nvSpPr>
              <p:spPr>
                <a:xfrm>
                  <a:off x="5447917" y="-517700"/>
                  <a:ext cx="26954" cy="21267"/>
                </a:xfrm>
                <a:custGeom>
                  <a:avLst/>
                  <a:gdLst>
                    <a:gd name="connsiteX0" fmla="*/ 23587 w 26954"/>
                    <a:gd name="connsiteY0" fmla="*/ 13124 h 21267"/>
                    <a:gd name="connsiteX1" fmla="*/ 20209 w 26954"/>
                    <a:gd name="connsiteY1" fmla="*/ 145 h 21267"/>
                    <a:gd name="connsiteX2" fmla="*/ 0 w 26954"/>
                    <a:gd name="connsiteY2" fmla="*/ 21267 h 21267"/>
                    <a:gd name="connsiteX3" fmla="*/ 23587 w 26954"/>
                    <a:gd name="connsiteY3" fmla="*/ 13124 h 21267"/>
                  </a:gdLst>
                  <a:ahLst/>
                  <a:cxnLst>
                    <a:cxn ang="0">
                      <a:pos x="connsiteX0" y="connsiteY0"/>
                    </a:cxn>
                    <a:cxn ang="0">
                      <a:pos x="connsiteX1" y="connsiteY1"/>
                    </a:cxn>
                    <a:cxn ang="0">
                      <a:pos x="connsiteX2" y="connsiteY2"/>
                    </a:cxn>
                    <a:cxn ang="0">
                      <a:pos x="connsiteX3" y="connsiteY3"/>
                    </a:cxn>
                  </a:cxnLst>
                  <a:rect l="l" t="t" r="r" b="b"/>
                  <a:pathLst>
                    <a:path w="26954" h="21267">
                      <a:moveTo>
                        <a:pt x="23587" y="13124"/>
                      </a:moveTo>
                      <a:cubicBezTo>
                        <a:pt x="28751" y="8734"/>
                        <a:pt x="28241" y="2245"/>
                        <a:pt x="20209" y="145"/>
                      </a:cubicBezTo>
                      <a:cubicBezTo>
                        <a:pt x="14216" y="-1382"/>
                        <a:pt x="1402" y="9370"/>
                        <a:pt x="0" y="21267"/>
                      </a:cubicBezTo>
                      <a:cubicBezTo>
                        <a:pt x="5100" y="14651"/>
                        <a:pt x="20017" y="2563"/>
                        <a:pt x="23587" y="13124"/>
                      </a:cubicBezTo>
                    </a:path>
                  </a:pathLst>
                </a:custGeom>
                <a:solidFill>
                  <a:srgbClr val="000000"/>
                </a:solidFill>
                <a:ln w="6375" cap="flat">
                  <a:noFill/>
                  <a:prstDash val="solid"/>
                  <a:miter/>
                </a:ln>
              </p:spPr>
              <p:txBody>
                <a:bodyPr rtlCol="0" anchor="ctr"/>
                <a:lstStyle/>
                <a:p>
                  <a:endParaRPr lang="en-US"/>
                </a:p>
              </p:txBody>
            </p:sp>
            <p:sp>
              <p:nvSpPr>
                <p:cNvPr id="112" name="Freeform 111">
                  <a:extLst>
                    <a:ext uri="{FF2B5EF4-FFF2-40B4-BE49-F238E27FC236}">
                      <a16:creationId xmlns:a16="http://schemas.microsoft.com/office/drawing/2014/main" id="{2400D4C1-1596-CE7D-C5CB-6CD4FB9677DA}"/>
                    </a:ext>
                  </a:extLst>
                </p:cNvPr>
                <p:cNvSpPr/>
                <p:nvPr/>
              </p:nvSpPr>
              <p:spPr>
                <a:xfrm>
                  <a:off x="5535550" y="-577804"/>
                  <a:ext cx="29284" cy="104147"/>
                </a:xfrm>
                <a:custGeom>
                  <a:avLst/>
                  <a:gdLst>
                    <a:gd name="connsiteX0" fmla="*/ 16981 w 29284"/>
                    <a:gd name="connsiteY0" fmla="*/ 104084 h 104147"/>
                    <a:gd name="connsiteX1" fmla="*/ 214 w 29284"/>
                    <a:gd name="connsiteY1" fmla="*/ 66102 h 104147"/>
                    <a:gd name="connsiteX2" fmla="*/ 6972 w 29284"/>
                    <a:gd name="connsiteY2" fmla="*/ 0 h 104147"/>
                    <a:gd name="connsiteX3" fmla="*/ 29284 w 29284"/>
                    <a:gd name="connsiteY3" fmla="*/ 60313 h 104147"/>
                    <a:gd name="connsiteX4" fmla="*/ 15451 w 29284"/>
                    <a:gd name="connsiteY4" fmla="*/ 50324 h 104147"/>
                    <a:gd name="connsiteX5" fmla="*/ 16981 w 29284"/>
                    <a:gd name="connsiteY5" fmla="*/ 104148 h 10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284" h="104147">
                      <a:moveTo>
                        <a:pt x="16981" y="104084"/>
                      </a:moveTo>
                      <a:cubicBezTo>
                        <a:pt x="17873" y="88815"/>
                        <a:pt x="3083" y="81690"/>
                        <a:pt x="214" y="66102"/>
                      </a:cubicBezTo>
                      <a:cubicBezTo>
                        <a:pt x="-2591" y="50452"/>
                        <a:pt x="23356" y="25512"/>
                        <a:pt x="6972" y="0"/>
                      </a:cubicBezTo>
                      <a:cubicBezTo>
                        <a:pt x="37954" y="24876"/>
                        <a:pt x="13666" y="39572"/>
                        <a:pt x="29284" y="60313"/>
                      </a:cubicBezTo>
                      <a:cubicBezTo>
                        <a:pt x="23292" y="58531"/>
                        <a:pt x="17235" y="53124"/>
                        <a:pt x="15451" y="50324"/>
                      </a:cubicBezTo>
                      <a:cubicBezTo>
                        <a:pt x="6717" y="61776"/>
                        <a:pt x="36807" y="77427"/>
                        <a:pt x="16981" y="104148"/>
                      </a:cubicBezTo>
                    </a:path>
                  </a:pathLst>
                </a:custGeom>
                <a:solidFill>
                  <a:srgbClr val="000000"/>
                </a:solidFill>
                <a:ln w="6375" cap="flat">
                  <a:noFill/>
                  <a:prstDash val="solid"/>
                  <a:miter/>
                </a:ln>
              </p:spPr>
              <p:txBody>
                <a:bodyPr rtlCol="0" anchor="ctr"/>
                <a:lstStyle/>
                <a:p>
                  <a:endParaRPr lang="en-US"/>
                </a:p>
              </p:txBody>
            </p:sp>
            <p:sp>
              <p:nvSpPr>
                <p:cNvPr id="113" name="Freeform 112">
                  <a:extLst>
                    <a:ext uri="{FF2B5EF4-FFF2-40B4-BE49-F238E27FC236}">
                      <a16:creationId xmlns:a16="http://schemas.microsoft.com/office/drawing/2014/main" id="{FD6EE8CC-0043-502C-2EDF-F8190C92D595}"/>
                    </a:ext>
                  </a:extLst>
                </p:cNvPr>
                <p:cNvSpPr/>
                <p:nvPr/>
              </p:nvSpPr>
              <p:spPr>
                <a:xfrm>
                  <a:off x="5480684" y="-596635"/>
                  <a:ext cx="29979" cy="18259"/>
                </a:xfrm>
                <a:custGeom>
                  <a:avLst/>
                  <a:gdLst>
                    <a:gd name="connsiteX0" fmla="*/ 21994 w 29979"/>
                    <a:gd name="connsiteY0" fmla="*/ 0 h 18259"/>
                    <a:gd name="connsiteX1" fmla="*/ 29389 w 29979"/>
                    <a:gd name="connsiteY1" fmla="*/ 5471 h 18259"/>
                    <a:gd name="connsiteX2" fmla="*/ 0 w 29979"/>
                    <a:gd name="connsiteY2" fmla="*/ 18259 h 18259"/>
                    <a:gd name="connsiteX3" fmla="*/ 21994 w 29979"/>
                    <a:gd name="connsiteY3" fmla="*/ 0 h 18259"/>
                  </a:gdLst>
                  <a:ahLst/>
                  <a:cxnLst>
                    <a:cxn ang="0">
                      <a:pos x="connsiteX0" y="connsiteY0"/>
                    </a:cxn>
                    <a:cxn ang="0">
                      <a:pos x="connsiteX1" y="connsiteY1"/>
                    </a:cxn>
                    <a:cxn ang="0">
                      <a:pos x="connsiteX2" y="connsiteY2"/>
                    </a:cxn>
                    <a:cxn ang="0">
                      <a:pos x="connsiteX3" y="connsiteY3"/>
                    </a:cxn>
                  </a:cxnLst>
                  <a:rect l="l" t="t" r="r" b="b"/>
                  <a:pathLst>
                    <a:path w="29979" h="18259">
                      <a:moveTo>
                        <a:pt x="21994" y="0"/>
                      </a:moveTo>
                      <a:cubicBezTo>
                        <a:pt x="25628" y="0"/>
                        <a:pt x="31939" y="2545"/>
                        <a:pt x="29389" y="5471"/>
                      </a:cubicBezTo>
                      <a:cubicBezTo>
                        <a:pt x="20783" y="13488"/>
                        <a:pt x="9180" y="10243"/>
                        <a:pt x="0" y="18259"/>
                      </a:cubicBezTo>
                      <a:cubicBezTo>
                        <a:pt x="3761" y="8207"/>
                        <a:pt x="20528" y="6807"/>
                        <a:pt x="21994" y="0"/>
                      </a:cubicBezTo>
                    </a:path>
                  </a:pathLst>
                </a:custGeom>
                <a:solidFill>
                  <a:srgbClr val="000000"/>
                </a:solidFill>
                <a:ln w="6375" cap="flat">
                  <a:noFill/>
                  <a:prstDash val="solid"/>
                  <a:miter/>
                </a:ln>
              </p:spPr>
              <p:txBody>
                <a:bodyPr rtlCol="0" anchor="ctr"/>
                <a:lstStyle/>
                <a:p>
                  <a:endParaRPr lang="en-US"/>
                </a:p>
              </p:txBody>
            </p:sp>
            <p:sp>
              <p:nvSpPr>
                <p:cNvPr id="114" name="Freeform 113">
                  <a:extLst>
                    <a:ext uri="{FF2B5EF4-FFF2-40B4-BE49-F238E27FC236}">
                      <a16:creationId xmlns:a16="http://schemas.microsoft.com/office/drawing/2014/main" id="{011A9E22-FCFF-0D6E-20F7-D0463C2878A2}"/>
                    </a:ext>
                  </a:extLst>
                </p:cNvPr>
                <p:cNvSpPr/>
                <p:nvPr/>
              </p:nvSpPr>
              <p:spPr>
                <a:xfrm>
                  <a:off x="5477061" y="-596763"/>
                  <a:ext cx="54795" cy="55360"/>
                </a:xfrm>
                <a:custGeom>
                  <a:avLst/>
                  <a:gdLst>
                    <a:gd name="connsiteX0" fmla="*/ 53476 w 54795"/>
                    <a:gd name="connsiteY0" fmla="*/ 11388 h 55360"/>
                    <a:gd name="connsiteX1" fmla="*/ 39069 w 54795"/>
                    <a:gd name="connsiteY1" fmla="*/ 0 h 55360"/>
                    <a:gd name="connsiteX2" fmla="*/ 28869 w 54795"/>
                    <a:gd name="connsiteY2" fmla="*/ 21949 h 55360"/>
                    <a:gd name="connsiteX3" fmla="*/ 10318 w 54795"/>
                    <a:gd name="connsiteY3" fmla="*/ 23476 h 55360"/>
                    <a:gd name="connsiteX4" fmla="*/ 3241 w 54795"/>
                    <a:gd name="connsiteY4" fmla="*/ 20486 h 55360"/>
                    <a:gd name="connsiteX5" fmla="*/ 4006 w 54795"/>
                    <a:gd name="connsiteY5" fmla="*/ 31174 h 55360"/>
                    <a:gd name="connsiteX6" fmla="*/ 5026 w 54795"/>
                    <a:gd name="connsiteY6" fmla="*/ 33147 h 55360"/>
                    <a:gd name="connsiteX7" fmla="*/ 2923 w 54795"/>
                    <a:gd name="connsiteY7" fmla="*/ 46507 h 55360"/>
                    <a:gd name="connsiteX8" fmla="*/ 10381 w 54795"/>
                    <a:gd name="connsiteY8" fmla="*/ 36837 h 55360"/>
                    <a:gd name="connsiteX9" fmla="*/ 25617 w 54795"/>
                    <a:gd name="connsiteY9" fmla="*/ 29838 h 55360"/>
                    <a:gd name="connsiteX10" fmla="*/ 26255 w 54795"/>
                    <a:gd name="connsiteY10" fmla="*/ 30093 h 55360"/>
                    <a:gd name="connsiteX11" fmla="*/ 1839 w 54795"/>
                    <a:gd name="connsiteY11" fmla="*/ 51470 h 55360"/>
                    <a:gd name="connsiteX12" fmla="*/ 24980 w 54795"/>
                    <a:gd name="connsiteY12" fmla="*/ 50070 h 55360"/>
                    <a:gd name="connsiteX13" fmla="*/ 32566 w 54795"/>
                    <a:gd name="connsiteY13" fmla="*/ 24240 h 55360"/>
                    <a:gd name="connsiteX14" fmla="*/ 53476 w 54795"/>
                    <a:gd name="connsiteY14" fmla="*/ 11452 h 55360"/>
                    <a:gd name="connsiteX15" fmla="*/ 15099 w 54795"/>
                    <a:gd name="connsiteY15" fmla="*/ 33783 h 55360"/>
                    <a:gd name="connsiteX16" fmla="*/ 12676 w 54795"/>
                    <a:gd name="connsiteY16" fmla="*/ 30156 h 55360"/>
                    <a:gd name="connsiteX17" fmla="*/ 15736 w 54795"/>
                    <a:gd name="connsiteY17" fmla="*/ 26785 h 55360"/>
                    <a:gd name="connsiteX18" fmla="*/ 23004 w 54795"/>
                    <a:gd name="connsiteY18" fmla="*/ 26785 h 55360"/>
                    <a:gd name="connsiteX19" fmla="*/ 15099 w 54795"/>
                    <a:gd name="connsiteY19" fmla="*/ 33847 h 5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4795" h="55360">
                      <a:moveTo>
                        <a:pt x="53476" y="11388"/>
                      </a:moveTo>
                      <a:cubicBezTo>
                        <a:pt x="57046" y="7380"/>
                        <a:pt x="53731" y="1845"/>
                        <a:pt x="39069" y="0"/>
                      </a:cubicBezTo>
                      <a:cubicBezTo>
                        <a:pt x="54433" y="7507"/>
                        <a:pt x="29698" y="9034"/>
                        <a:pt x="28869" y="21949"/>
                      </a:cubicBezTo>
                      <a:cubicBezTo>
                        <a:pt x="20772" y="25130"/>
                        <a:pt x="14334" y="19913"/>
                        <a:pt x="10318" y="23476"/>
                      </a:cubicBezTo>
                      <a:cubicBezTo>
                        <a:pt x="6429" y="26975"/>
                        <a:pt x="1966" y="24621"/>
                        <a:pt x="3241" y="20486"/>
                      </a:cubicBezTo>
                      <a:cubicBezTo>
                        <a:pt x="-1412" y="22904"/>
                        <a:pt x="-520" y="29202"/>
                        <a:pt x="4006" y="31174"/>
                      </a:cubicBezTo>
                      <a:cubicBezTo>
                        <a:pt x="4899" y="31620"/>
                        <a:pt x="5728" y="32447"/>
                        <a:pt x="5026" y="33147"/>
                      </a:cubicBezTo>
                      <a:cubicBezTo>
                        <a:pt x="54" y="37791"/>
                        <a:pt x="-2241" y="41863"/>
                        <a:pt x="2923" y="46507"/>
                      </a:cubicBezTo>
                      <a:cubicBezTo>
                        <a:pt x="5791" y="41290"/>
                        <a:pt x="7194" y="39445"/>
                        <a:pt x="10381" y="36837"/>
                      </a:cubicBezTo>
                      <a:cubicBezTo>
                        <a:pt x="13378" y="38873"/>
                        <a:pt x="18541" y="37536"/>
                        <a:pt x="25617" y="29838"/>
                      </a:cubicBezTo>
                      <a:cubicBezTo>
                        <a:pt x="25936" y="29457"/>
                        <a:pt x="26382" y="29647"/>
                        <a:pt x="26255" y="30093"/>
                      </a:cubicBezTo>
                      <a:cubicBezTo>
                        <a:pt x="20709" y="49243"/>
                        <a:pt x="6429" y="52360"/>
                        <a:pt x="1839" y="51470"/>
                      </a:cubicBezTo>
                      <a:cubicBezTo>
                        <a:pt x="4644" y="55605"/>
                        <a:pt x="22749" y="58150"/>
                        <a:pt x="24980" y="50070"/>
                      </a:cubicBezTo>
                      <a:cubicBezTo>
                        <a:pt x="30144" y="31874"/>
                        <a:pt x="47739" y="23922"/>
                        <a:pt x="32566" y="24240"/>
                      </a:cubicBezTo>
                      <a:cubicBezTo>
                        <a:pt x="36646" y="19468"/>
                        <a:pt x="50480" y="14887"/>
                        <a:pt x="53476" y="11452"/>
                      </a:cubicBezTo>
                      <a:moveTo>
                        <a:pt x="15099" y="33783"/>
                      </a:moveTo>
                      <a:cubicBezTo>
                        <a:pt x="13951" y="33783"/>
                        <a:pt x="12931" y="32192"/>
                        <a:pt x="12676" y="30156"/>
                      </a:cubicBezTo>
                      <a:cubicBezTo>
                        <a:pt x="14143" y="33910"/>
                        <a:pt x="17840" y="32065"/>
                        <a:pt x="15736" y="26785"/>
                      </a:cubicBezTo>
                      <a:cubicBezTo>
                        <a:pt x="17075" y="26785"/>
                        <a:pt x="19179" y="26912"/>
                        <a:pt x="23004" y="26785"/>
                      </a:cubicBezTo>
                      <a:cubicBezTo>
                        <a:pt x="18988" y="28884"/>
                        <a:pt x="17139" y="33910"/>
                        <a:pt x="15099" y="33847"/>
                      </a:cubicBezTo>
                    </a:path>
                  </a:pathLst>
                </a:custGeom>
                <a:solidFill>
                  <a:srgbClr val="000000"/>
                </a:solidFill>
                <a:ln w="6375" cap="flat">
                  <a:noFill/>
                  <a:prstDash val="solid"/>
                  <a:miter/>
                </a:ln>
              </p:spPr>
              <p:txBody>
                <a:bodyPr rtlCol="0" anchor="ctr"/>
                <a:lstStyle/>
                <a:p>
                  <a:endParaRPr lang="en-US"/>
                </a:p>
              </p:txBody>
            </p:sp>
            <p:sp>
              <p:nvSpPr>
                <p:cNvPr id="115" name="Freeform 114">
                  <a:extLst>
                    <a:ext uri="{FF2B5EF4-FFF2-40B4-BE49-F238E27FC236}">
                      <a16:creationId xmlns:a16="http://schemas.microsoft.com/office/drawing/2014/main" id="{158FF48D-108D-68EA-2937-D34521C79FE1}"/>
                    </a:ext>
                  </a:extLst>
                </p:cNvPr>
                <p:cNvSpPr/>
                <p:nvPr/>
              </p:nvSpPr>
              <p:spPr>
                <a:xfrm>
                  <a:off x="5537905" y="-608489"/>
                  <a:ext cx="16015" cy="26931"/>
                </a:xfrm>
                <a:custGeom>
                  <a:avLst/>
                  <a:gdLst>
                    <a:gd name="connsiteX0" fmla="*/ 282 w 16015"/>
                    <a:gd name="connsiteY0" fmla="*/ 13317 h 26931"/>
                    <a:gd name="connsiteX1" fmla="*/ 15901 w 16015"/>
                    <a:gd name="connsiteY1" fmla="*/ 26932 h 26931"/>
                    <a:gd name="connsiteX2" fmla="*/ 5828 w 16015"/>
                    <a:gd name="connsiteY2" fmla="*/ 147 h 26931"/>
                    <a:gd name="connsiteX3" fmla="*/ 282 w 16015"/>
                    <a:gd name="connsiteY3" fmla="*/ 13317 h 26931"/>
                  </a:gdLst>
                  <a:ahLst/>
                  <a:cxnLst>
                    <a:cxn ang="0">
                      <a:pos x="connsiteX0" y="connsiteY0"/>
                    </a:cxn>
                    <a:cxn ang="0">
                      <a:pos x="connsiteX1" y="connsiteY1"/>
                    </a:cxn>
                    <a:cxn ang="0">
                      <a:pos x="connsiteX2" y="connsiteY2"/>
                    </a:cxn>
                    <a:cxn ang="0">
                      <a:pos x="connsiteX3" y="connsiteY3"/>
                    </a:cxn>
                  </a:cxnLst>
                  <a:rect l="l" t="t" r="r" b="b"/>
                  <a:pathLst>
                    <a:path w="16015" h="26931">
                      <a:moveTo>
                        <a:pt x="282" y="13317"/>
                      </a:moveTo>
                      <a:cubicBezTo>
                        <a:pt x="7677" y="18025"/>
                        <a:pt x="11056" y="21206"/>
                        <a:pt x="15901" y="26932"/>
                      </a:cubicBezTo>
                      <a:cubicBezTo>
                        <a:pt x="16793" y="19107"/>
                        <a:pt x="12394" y="3710"/>
                        <a:pt x="5828" y="147"/>
                      </a:cubicBezTo>
                      <a:cubicBezTo>
                        <a:pt x="3023" y="-1379"/>
                        <a:pt x="-1121" y="9373"/>
                        <a:pt x="282" y="13317"/>
                      </a:cubicBezTo>
                    </a:path>
                  </a:pathLst>
                </a:custGeom>
                <a:solidFill>
                  <a:srgbClr val="000000"/>
                </a:solidFill>
                <a:ln w="6375" cap="flat">
                  <a:noFill/>
                  <a:prstDash val="solid"/>
                  <a:miter/>
                </a:ln>
              </p:spPr>
              <p:txBody>
                <a:bodyPr rtlCol="0" anchor="ctr"/>
                <a:lstStyle/>
                <a:p>
                  <a:endParaRPr lang="en-US"/>
                </a:p>
              </p:txBody>
            </p:sp>
            <p:sp>
              <p:nvSpPr>
                <p:cNvPr id="116" name="Freeform 115">
                  <a:extLst>
                    <a:ext uri="{FF2B5EF4-FFF2-40B4-BE49-F238E27FC236}">
                      <a16:creationId xmlns:a16="http://schemas.microsoft.com/office/drawing/2014/main" id="{342B8E84-8C8C-E4B6-B381-4A7CB7BB1457}"/>
                    </a:ext>
                  </a:extLst>
                </p:cNvPr>
                <p:cNvSpPr/>
                <p:nvPr/>
              </p:nvSpPr>
              <p:spPr>
                <a:xfrm>
                  <a:off x="5420760" y="-636719"/>
                  <a:ext cx="193672" cy="104022"/>
                </a:xfrm>
                <a:custGeom>
                  <a:avLst/>
                  <a:gdLst>
                    <a:gd name="connsiteX0" fmla="*/ 0 w 193672"/>
                    <a:gd name="connsiteY0" fmla="*/ 104023 h 104022"/>
                    <a:gd name="connsiteX1" fmla="*/ 35063 w 193672"/>
                    <a:gd name="connsiteY1" fmla="*/ 65659 h 104022"/>
                    <a:gd name="connsiteX2" fmla="*/ 83321 w 193672"/>
                    <a:gd name="connsiteY2" fmla="*/ 29395 h 104022"/>
                    <a:gd name="connsiteX3" fmla="*/ 86126 w 193672"/>
                    <a:gd name="connsiteY3" fmla="*/ 14699 h 104022"/>
                    <a:gd name="connsiteX4" fmla="*/ 99514 w 193672"/>
                    <a:gd name="connsiteY4" fmla="*/ 24560 h 104022"/>
                    <a:gd name="connsiteX5" fmla="*/ 104486 w 193672"/>
                    <a:gd name="connsiteY5" fmla="*/ 23987 h 104022"/>
                    <a:gd name="connsiteX6" fmla="*/ 111563 w 193672"/>
                    <a:gd name="connsiteY6" fmla="*/ 3883 h 104022"/>
                    <a:gd name="connsiteX7" fmla="*/ 129285 w 193672"/>
                    <a:gd name="connsiteY7" fmla="*/ 4901 h 104022"/>
                    <a:gd name="connsiteX8" fmla="*/ 155295 w 193672"/>
                    <a:gd name="connsiteY8" fmla="*/ 29459 h 104022"/>
                    <a:gd name="connsiteX9" fmla="*/ 193673 w 193672"/>
                    <a:gd name="connsiteY9" fmla="*/ 55671 h 104022"/>
                    <a:gd name="connsiteX10" fmla="*/ 176077 w 193672"/>
                    <a:gd name="connsiteY10" fmla="*/ 49817 h 104022"/>
                    <a:gd name="connsiteX11" fmla="*/ 188572 w 193672"/>
                    <a:gd name="connsiteY11" fmla="*/ 97661 h 104022"/>
                    <a:gd name="connsiteX12" fmla="*/ 161160 w 193672"/>
                    <a:gd name="connsiteY12" fmla="*/ 60633 h 104022"/>
                    <a:gd name="connsiteX13" fmla="*/ 136935 w 193672"/>
                    <a:gd name="connsiteY13" fmla="*/ 58915 h 104022"/>
                    <a:gd name="connsiteX14" fmla="*/ 142927 w 193672"/>
                    <a:gd name="connsiteY14" fmla="*/ 58597 h 104022"/>
                    <a:gd name="connsiteX15" fmla="*/ 123484 w 193672"/>
                    <a:gd name="connsiteY15" fmla="*/ 10500 h 104022"/>
                    <a:gd name="connsiteX16" fmla="*/ 109650 w 193672"/>
                    <a:gd name="connsiteY16" fmla="*/ 30222 h 104022"/>
                    <a:gd name="connsiteX17" fmla="*/ 101618 w 193672"/>
                    <a:gd name="connsiteY17" fmla="*/ 36393 h 104022"/>
                    <a:gd name="connsiteX18" fmla="*/ 103721 w 193672"/>
                    <a:gd name="connsiteY18" fmla="*/ 30413 h 104022"/>
                    <a:gd name="connsiteX19" fmla="*/ 71527 w 193672"/>
                    <a:gd name="connsiteY19" fmla="*/ 41547 h 104022"/>
                    <a:gd name="connsiteX20" fmla="*/ 42011 w 193672"/>
                    <a:gd name="connsiteY20" fmla="*/ 70367 h 104022"/>
                    <a:gd name="connsiteX21" fmla="*/ 64 w 193672"/>
                    <a:gd name="connsiteY21" fmla="*/ 104023 h 104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3672" h="104022">
                      <a:moveTo>
                        <a:pt x="0" y="104023"/>
                      </a:moveTo>
                      <a:cubicBezTo>
                        <a:pt x="4717" y="91617"/>
                        <a:pt x="16320" y="76729"/>
                        <a:pt x="35063" y="65659"/>
                      </a:cubicBezTo>
                      <a:cubicBezTo>
                        <a:pt x="39397" y="54525"/>
                        <a:pt x="37931" y="46955"/>
                        <a:pt x="83321" y="29395"/>
                      </a:cubicBezTo>
                      <a:cubicBezTo>
                        <a:pt x="84469" y="22651"/>
                        <a:pt x="84214" y="14699"/>
                        <a:pt x="86126" y="14699"/>
                      </a:cubicBezTo>
                      <a:cubicBezTo>
                        <a:pt x="88039" y="14699"/>
                        <a:pt x="94732" y="17625"/>
                        <a:pt x="99514" y="24560"/>
                      </a:cubicBezTo>
                      <a:cubicBezTo>
                        <a:pt x="101490" y="24369"/>
                        <a:pt x="103275" y="24114"/>
                        <a:pt x="104486" y="23987"/>
                      </a:cubicBezTo>
                      <a:cubicBezTo>
                        <a:pt x="105315" y="20043"/>
                        <a:pt x="107993" y="9354"/>
                        <a:pt x="111563" y="3883"/>
                      </a:cubicBezTo>
                      <a:cubicBezTo>
                        <a:pt x="114877" y="-1207"/>
                        <a:pt x="121189" y="-1716"/>
                        <a:pt x="129285" y="4901"/>
                      </a:cubicBezTo>
                      <a:cubicBezTo>
                        <a:pt x="137764" y="11836"/>
                        <a:pt x="143692" y="14699"/>
                        <a:pt x="155295" y="29459"/>
                      </a:cubicBezTo>
                      <a:cubicBezTo>
                        <a:pt x="165048" y="33849"/>
                        <a:pt x="180412" y="39447"/>
                        <a:pt x="193673" y="55671"/>
                      </a:cubicBezTo>
                      <a:cubicBezTo>
                        <a:pt x="187935" y="51917"/>
                        <a:pt x="181369" y="50454"/>
                        <a:pt x="176077" y="49817"/>
                      </a:cubicBezTo>
                      <a:cubicBezTo>
                        <a:pt x="186851" y="59297"/>
                        <a:pt x="193991" y="74884"/>
                        <a:pt x="188572" y="97661"/>
                      </a:cubicBezTo>
                      <a:cubicBezTo>
                        <a:pt x="186469" y="76348"/>
                        <a:pt x="170722" y="67441"/>
                        <a:pt x="161160" y="60633"/>
                      </a:cubicBezTo>
                      <a:cubicBezTo>
                        <a:pt x="166387" y="78638"/>
                        <a:pt x="143756" y="72403"/>
                        <a:pt x="136935" y="58915"/>
                      </a:cubicBezTo>
                      <a:cubicBezTo>
                        <a:pt x="139166" y="59615"/>
                        <a:pt x="141525" y="59552"/>
                        <a:pt x="142927" y="58597"/>
                      </a:cubicBezTo>
                      <a:cubicBezTo>
                        <a:pt x="142162" y="31113"/>
                        <a:pt x="129221" y="15335"/>
                        <a:pt x="123484" y="10500"/>
                      </a:cubicBezTo>
                      <a:cubicBezTo>
                        <a:pt x="116089" y="4392"/>
                        <a:pt x="112136" y="19088"/>
                        <a:pt x="109650" y="30222"/>
                      </a:cubicBezTo>
                      <a:cubicBezTo>
                        <a:pt x="108821" y="33912"/>
                        <a:pt x="105697" y="36521"/>
                        <a:pt x="101618" y="36393"/>
                      </a:cubicBezTo>
                      <a:cubicBezTo>
                        <a:pt x="102510" y="35057"/>
                        <a:pt x="103530" y="31495"/>
                        <a:pt x="103721" y="30413"/>
                      </a:cubicBezTo>
                      <a:cubicBezTo>
                        <a:pt x="92310" y="31304"/>
                        <a:pt x="79432" y="38048"/>
                        <a:pt x="71527" y="41547"/>
                      </a:cubicBezTo>
                      <a:cubicBezTo>
                        <a:pt x="51510" y="50581"/>
                        <a:pt x="46410" y="55162"/>
                        <a:pt x="42011" y="70367"/>
                      </a:cubicBezTo>
                      <a:cubicBezTo>
                        <a:pt x="26074" y="77047"/>
                        <a:pt x="7777" y="95370"/>
                        <a:pt x="64" y="104023"/>
                      </a:cubicBezTo>
                    </a:path>
                  </a:pathLst>
                </a:custGeom>
                <a:solidFill>
                  <a:srgbClr val="000000"/>
                </a:solidFill>
                <a:ln w="6375" cap="flat">
                  <a:noFill/>
                  <a:prstDash val="solid"/>
                  <a:miter/>
                </a:ln>
              </p:spPr>
              <p:txBody>
                <a:bodyPr rtlCol="0" anchor="ctr"/>
                <a:lstStyle/>
                <a:p>
                  <a:endParaRPr lang="en-US"/>
                </a:p>
              </p:txBody>
            </p:sp>
            <p:sp>
              <p:nvSpPr>
                <p:cNvPr id="117" name="Freeform 116">
                  <a:extLst>
                    <a:ext uri="{FF2B5EF4-FFF2-40B4-BE49-F238E27FC236}">
                      <a16:creationId xmlns:a16="http://schemas.microsoft.com/office/drawing/2014/main" id="{87C01E7D-8468-80ED-4AE4-D708DF1B2B9B}"/>
                    </a:ext>
                  </a:extLst>
                </p:cNvPr>
                <p:cNvSpPr/>
                <p:nvPr/>
              </p:nvSpPr>
              <p:spPr>
                <a:xfrm>
                  <a:off x="5460731" y="-571970"/>
                  <a:ext cx="79687" cy="83363"/>
                </a:xfrm>
                <a:custGeom>
                  <a:avLst/>
                  <a:gdLst>
                    <a:gd name="connsiteX0" fmla="*/ 60117 w 79687"/>
                    <a:gd name="connsiteY0" fmla="*/ 35521 h 83363"/>
                    <a:gd name="connsiteX1" fmla="*/ 60244 w 79687"/>
                    <a:gd name="connsiteY1" fmla="*/ 83364 h 83363"/>
                    <a:gd name="connsiteX2" fmla="*/ 39908 w 79687"/>
                    <a:gd name="connsiteY2" fmla="*/ 47227 h 83363"/>
                    <a:gd name="connsiteX3" fmla="*/ 49151 w 79687"/>
                    <a:gd name="connsiteY3" fmla="*/ 64977 h 83363"/>
                    <a:gd name="connsiteX4" fmla="*/ 27540 w 79687"/>
                    <a:gd name="connsiteY4" fmla="*/ 54162 h 83363"/>
                    <a:gd name="connsiteX5" fmla="*/ 12687 w 79687"/>
                    <a:gd name="connsiteY5" fmla="*/ 49136 h 83363"/>
                    <a:gd name="connsiteX6" fmla="*/ 0 w 79687"/>
                    <a:gd name="connsiteY6" fmla="*/ 31004 h 83363"/>
                    <a:gd name="connsiteX7" fmla="*/ 23906 w 79687"/>
                    <a:gd name="connsiteY7" fmla="*/ 42901 h 83363"/>
                    <a:gd name="connsiteX8" fmla="*/ 40290 w 79687"/>
                    <a:gd name="connsiteY8" fmla="*/ 34185 h 83363"/>
                    <a:gd name="connsiteX9" fmla="*/ 55144 w 79687"/>
                    <a:gd name="connsiteY9" fmla="*/ 31640 h 83363"/>
                    <a:gd name="connsiteX10" fmla="*/ 62029 w 79687"/>
                    <a:gd name="connsiteY10" fmla="*/ 1738 h 83363"/>
                    <a:gd name="connsiteX11" fmla="*/ 79688 w 79687"/>
                    <a:gd name="connsiteY11" fmla="*/ 3328 h 83363"/>
                    <a:gd name="connsiteX12" fmla="*/ 60117 w 79687"/>
                    <a:gd name="connsiteY12" fmla="*/ 35457 h 8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9687" h="83363">
                      <a:moveTo>
                        <a:pt x="60117" y="35521"/>
                      </a:moveTo>
                      <a:cubicBezTo>
                        <a:pt x="62348" y="38002"/>
                        <a:pt x="75544" y="57979"/>
                        <a:pt x="60244" y="83364"/>
                      </a:cubicBezTo>
                      <a:cubicBezTo>
                        <a:pt x="64452" y="64723"/>
                        <a:pt x="52785" y="28968"/>
                        <a:pt x="39908" y="47227"/>
                      </a:cubicBezTo>
                      <a:cubicBezTo>
                        <a:pt x="48641" y="51044"/>
                        <a:pt x="51510" y="58106"/>
                        <a:pt x="49151" y="64977"/>
                      </a:cubicBezTo>
                      <a:cubicBezTo>
                        <a:pt x="45581" y="58361"/>
                        <a:pt x="36465" y="51171"/>
                        <a:pt x="27540" y="54162"/>
                      </a:cubicBezTo>
                      <a:cubicBezTo>
                        <a:pt x="23077" y="55689"/>
                        <a:pt x="17085" y="55689"/>
                        <a:pt x="12687" y="49136"/>
                      </a:cubicBezTo>
                      <a:cubicBezTo>
                        <a:pt x="6885" y="40674"/>
                        <a:pt x="16575" y="30176"/>
                        <a:pt x="0" y="31004"/>
                      </a:cubicBezTo>
                      <a:cubicBezTo>
                        <a:pt x="20081" y="20824"/>
                        <a:pt x="14280" y="40547"/>
                        <a:pt x="23906" y="42901"/>
                      </a:cubicBezTo>
                      <a:cubicBezTo>
                        <a:pt x="35126" y="45573"/>
                        <a:pt x="36465" y="38702"/>
                        <a:pt x="40290" y="34185"/>
                      </a:cubicBezTo>
                      <a:cubicBezTo>
                        <a:pt x="43414" y="30495"/>
                        <a:pt x="49151" y="27695"/>
                        <a:pt x="55144" y="31640"/>
                      </a:cubicBezTo>
                      <a:cubicBezTo>
                        <a:pt x="58013" y="22860"/>
                        <a:pt x="53869" y="9054"/>
                        <a:pt x="62029" y="1738"/>
                      </a:cubicBezTo>
                      <a:cubicBezTo>
                        <a:pt x="65025" y="-934"/>
                        <a:pt x="74715" y="-616"/>
                        <a:pt x="79688" y="3328"/>
                      </a:cubicBezTo>
                      <a:cubicBezTo>
                        <a:pt x="72611" y="3201"/>
                        <a:pt x="64260" y="11663"/>
                        <a:pt x="60117" y="35457"/>
                      </a:cubicBezTo>
                    </a:path>
                  </a:pathLst>
                </a:custGeom>
                <a:solidFill>
                  <a:srgbClr val="000000"/>
                </a:solidFill>
                <a:ln w="6375" cap="flat">
                  <a:noFill/>
                  <a:prstDash val="solid"/>
                  <a:miter/>
                </a:ln>
              </p:spPr>
              <p:txBody>
                <a:bodyPr rtlCol="0" anchor="ctr"/>
                <a:lstStyle/>
                <a:p>
                  <a:endParaRPr lang="en-US"/>
                </a:p>
              </p:txBody>
            </p:sp>
            <p:sp>
              <p:nvSpPr>
                <p:cNvPr id="118" name="Freeform 117">
                  <a:extLst>
                    <a:ext uri="{FF2B5EF4-FFF2-40B4-BE49-F238E27FC236}">
                      <a16:creationId xmlns:a16="http://schemas.microsoft.com/office/drawing/2014/main" id="{E940C87E-4E19-4E8D-1CB0-7F579D3104AD}"/>
                    </a:ext>
                  </a:extLst>
                </p:cNvPr>
                <p:cNvSpPr/>
                <p:nvPr/>
              </p:nvSpPr>
              <p:spPr>
                <a:xfrm>
                  <a:off x="5413110" y="-571378"/>
                  <a:ext cx="224465" cy="165351"/>
                </a:xfrm>
                <a:custGeom>
                  <a:avLst/>
                  <a:gdLst>
                    <a:gd name="connsiteX0" fmla="*/ 210247 w 224465"/>
                    <a:gd name="connsiteY0" fmla="*/ 0 h 165351"/>
                    <a:gd name="connsiteX1" fmla="*/ 207060 w 224465"/>
                    <a:gd name="connsiteY1" fmla="*/ 90151 h 165351"/>
                    <a:gd name="connsiteX2" fmla="*/ 201641 w 224465"/>
                    <a:gd name="connsiteY2" fmla="*/ 36773 h 165351"/>
                    <a:gd name="connsiteX3" fmla="*/ 165240 w 224465"/>
                    <a:gd name="connsiteY3" fmla="*/ 141430 h 165351"/>
                    <a:gd name="connsiteX4" fmla="*/ 173209 w 224465"/>
                    <a:gd name="connsiteY4" fmla="*/ 90469 h 165351"/>
                    <a:gd name="connsiteX5" fmla="*/ 180030 w 224465"/>
                    <a:gd name="connsiteY5" fmla="*/ 97340 h 165351"/>
                    <a:gd name="connsiteX6" fmla="*/ 176970 w 224465"/>
                    <a:gd name="connsiteY6" fmla="*/ 46316 h 165351"/>
                    <a:gd name="connsiteX7" fmla="*/ 187552 w 224465"/>
                    <a:gd name="connsiteY7" fmla="*/ 51406 h 165351"/>
                    <a:gd name="connsiteX8" fmla="*/ 163200 w 224465"/>
                    <a:gd name="connsiteY8" fmla="*/ 11834 h 165351"/>
                    <a:gd name="connsiteX9" fmla="*/ 175058 w 224465"/>
                    <a:gd name="connsiteY9" fmla="*/ 38873 h 165351"/>
                    <a:gd name="connsiteX10" fmla="*/ 159247 w 224465"/>
                    <a:gd name="connsiteY10" fmla="*/ 35564 h 165351"/>
                    <a:gd name="connsiteX11" fmla="*/ 173209 w 224465"/>
                    <a:gd name="connsiteY11" fmla="*/ 81690 h 165351"/>
                    <a:gd name="connsiteX12" fmla="*/ 157909 w 224465"/>
                    <a:gd name="connsiteY12" fmla="*/ 74882 h 165351"/>
                    <a:gd name="connsiteX13" fmla="*/ 158929 w 224465"/>
                    <a:gd name="connsiteY13" fmla="*/ 121580 h 165351"/>
                    <a:gd name="connsiteX14" fmla="*/ 154721 w 224465"/>
                    <a:gd name="connsiteY14" fmla="*/ 108220 h 165351"/>
                    <a:gd name="connsiteX15" fmla="*/ 132154 w 224465"/>
                    <a:gd name="connsiteY15" fmla="*/ 130233 h 165351"/>
                    <a:gd name="connsiteX16" fmla="*/ 125906 w 224465"/>
                    <a:gd name="connsiteY16" fmla="*/ 98104 h 165351"/>
                    <a:gd name="connsiteX17" fmla="*/ 91099 w 224465"/>
                    <a:gd name="connsiteY17" fmla="*/ 132014 h 165351"/>
                    <a:gd name="connsiteX18" fmla="*/ 71145 w 224465"/>
                    <a:gd name="connsiteY18" fmla="*/ 111464 h 165351"/>
                    <a:gd name="connsiteX19" fmla="*/ 104423 w 224465"/>
                    <a:gd name="connsiteY19" fmla="*/ 86207 h 165351"/>
                    <a:gd name="connsiteX20" fmla="*/ 75225 w 224465"/>
                    <a:gd name="connsiteY20" fmla="*/ 64257 h 165351"/>
                    <a:gd name="connsiteX21" fmla="*/ 38696 w 224465"/>
                    <a:gd name="connsiteY21" fmla="*/ 84044 h 165351"/>
                    <a:gd name="connsiteX22" fmla="*/ 20209 w 224465"/>
                    <a:gd name="connsiteY22" fmla="*/ 67820 h 165351"/>
                    <a:gd name="connsiteX23" fmla="*/ 28114 w 224465"/>
                    <a:gd name="connsiteY23" fmla="*/ 45553 h 165351"/>
                    <a:gd name="connsiteX24" fmla="*/ 5419 w 224465"/>
                    <a:gd name="connsiteY24" fmla="*/ 47398 h 165351"/>
                    <a:gd name="connsiteX25" fmla="*/ 6184 w 224465"/>
                    <a:gd name="connsiteY25" fmla="*/ 40654 h 165351"/>
                    <a:gd name="connsiteX26" fmla="*/ 0 w 224465"/>
                    <a:gd name="connsiteY26" fmla="*/ 51851 h 165351"/>
                    <a:gd name="connsiteX27" fmla="*/ 12814 w 224465"/>
                    <a:gd name="connsiteY27" fmla="*/ 65721 h 165351"/>
                    <a:gd name="connsiteX28" fmla="*/ 38059 w 224465"/>
                    <a:gd name="connsiteY28" fmla="*/ 90724 h 165351"/>
                    <a:gd name="connsiteX29" fmla="*/ 54060 w 224465"/>
                    <a:gd name="connsiteY29" fmla="*/ 101667 h 165351"/>
                    <a:gd name="connsiteX30" fmla="*/ 53295 w 224465"/>
                    <a:gd name="connsiteY30" fmla="*/ 83153 h 165351"/>
                    <a:gd name="connsiteX31" fmla="*/ 85871 w 224465"/>
                    <a:gd name="connsiteY31" fmla="*/ 80926 h 165351"/>
                    <a:gd name="connsiteX32" fmla="*/ 55144 w 224465"/>
                    <a:gd name="connsiteY32" fmla="*/ 102812 h 165351"/>
                    <a:gd name="connsiteX33" fmla="*/ 58841 w 224465"/>
                    <a:gd name="connsiteY33" fmla="*/ 119799 h 165351"/>
                    <a:gd name="connsiteX34" fmla="*/ 99514 w 224465"/>
                    <a:gd name="connsiteY34" fmla="*/ 141239 h 165351"/>
                    <a:gd name="connsiteX35" fmla="*/ 121571 w 224465"/>
                    <a:gd name="connsiteY35" fmla="*/ 103893 h 165351"/>
                    <a:gd name="connsiteX36" fmla="*/ 116790 w 224465"/>
                    <a:gd name="connsiteY36" fmla="*/ 139140 h 165351"/>
                    <a:gd name="connsiteX37" fmla="*/ 150769 w 224465"/>
                    <a:gd name="connsiteY37" fmla="*/ 130996 h 165351"/>
                    <a:gd name="connsiteX38" fmla="*/ 135214 w 224465"/>
                    <a:gd name="connsiteY38" fmla="*/ 165351 h 165351"/>
                    <a:gd name="connsiteX39" fmla="*/ 210184 w 224465"/>
                    <a:gd name="connsiteY39" fmla="*/ 64 h 165351"/>
                    <a:gd name="connsiteX40" fmla="*/ 16830 w 224465"/>
                    <a:gd name="connsiteY40" fmla="*/ 62667 h 165351"/>
                    <a:gd name="connsiteX41" fmla="*/ 6885 w 224465"/>
                    <a:gd name="connsiteY41" fmla="*/ 52042 h 165351"/>
                    <a:gd name="connsiteX42" fmla="*/ 14535 w 224465"/>
                    <a:gd name="connsiteY42" fmla="*/ 46825 h 165351"/>
                    <a:gd name="connsiteX43" fmla="*/ 18806 w 224465"/>
                    <a:gd name="connsiteY43" fmla="*/ 48543 h 165351"/>
                    <a:gd name="connsiteX44" fmla="*/ 15173 w 224465"/>
                    <a:gd name="connsiteY44" fmla="*/ 51597 h 165351"/>
                    <a:gd name="connsiteX45" fmla="*/ 18424 w 224465"/>
                    <a:gd name="connsiteY45" fmla="*/ 57386 h 165351"/>
                    <a:gd name="connsiteX46" fmla="*/ 16894 w 224465"/>
                    <a:gd name="connsiteY46" fmla="*/ 62667 h 165351"/>
                    <a:gd name="connsiteX47" fmla="*/ 42266 w 224465"/>
                    <a:gd name="connsiteY47" fmla="*/ 88115 h 165351"/>
                    <a:gd name="connsiteX48" fmla="*/ 48641 w 224465"/>
                    <a:gd name="connsiteY48" fmla="*/ 83280 h 165351"/>
                    <a:gd name="connsiteX49" fmla="*/ 50044 w 224465"/>
                    <a:gd name="connsiteY49" fmla="*/ 96768 h 165351"/>
                    <a:gd name="connsiteX50" fmla="*/ 42266 w 224465"/>
                    <a:gd name="connsiteY50" fmla="*/ 88052 h 165351"/>
                    <a:gd name="connsiteX51" fmla="*/ 82174 w 224465"/>
                    <a:gd name="connsiteY51" fmla="*/ 93523 h 165351"/>
                    <a:gd name="connsiteX52" fmla="*/ 87656 w 224465"/>
                    <a:gd name="connsiteY52" fmla="*/ 94032 h 165351"/>
                    <a:gd name="connsiteX53" fmla="*/ 86254 w 224465"/>
                    <a:gd name="connsiteY53" fmla="*/ 85634 h 165351"/>
                    <a:gd name="connsiteX54" fmla="*/ 94605 w 224465"/>
                    <a:gd name="connsiteY54" fmla="*/ 88497 h 165351"/>
                    <a:gd name="connsiteX55" fmla="*/ 79688 w 224465"/>
                    <a:gd name="connsiteY55" fmla="*/ 101985 h 165351"/>
                    <a:gd name="connsiteX56" fmla="*/ 82174 w 224465"/>
                    <a:gd name="connsiteY56" fmla="*/ 93459 h 165351"/>
                    <a:gd name="connsiteX57" fmla="*/ 61965 w 224465"/>
                    <a:gd name="connsiteY57" fmla="*/ 115472 h 165351"/>
                    <a:gd name="connsiteX58" fmla="*/ 58650 w 224465"/>
                    <a:gd name="connsiteY58" fmla="*/ 107520 h 165351"/>
                    <a:gd name="connsiteX59" fmla="*/ 66619 w 224465"/>
                    <a:gd name="connsiteY59" fmla="*/ 110701 h 165351"/>
                    <a:gd name="connsiteX60" fmla="*/ 62029 w 224465"/>
                    <a:gd name="connsiteY60" fmla="*/ 115472 h 16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24465" h="165351">
                      <a:moveTo>
                        <a:pt x="210247" y="0"/>
                      </a:moveTo>
                      <a:cubicBezTo>
                        <a:pt x="220448" y="35501"/>
                        <a:pt x="217579" y="69729"/>
                        <a:pt x="207060" y="90151"/>
                      </a:cubicBezTo>
                      <a:cubicBezTo>
                        <a:pt x="208399" y="77363"/>
                        <a:pt x="197115" y="58595"/>
                        <a:pt x="201641" y="36773"/>
                      </a:cubicBezTo>
                      <a:cubicBezTo>
                        <a:pt x="180285" y="57450"/>
                        <a:pt x="213626" y="108156"/>
                        <a:pt x="165240" y="141430"/>
                      </a:cubicBezTo>
                      <a:cubicBezTo>
                        <a:pt x="172444" y="129851"/>
                        <a:pt x="175759" y="100967"/>
                        <a:pt x="173209" y="90469"/>
                      </a:cubicBezTo>
                      <a:cubicBezTo>
                        <a:pt x="175759" y="91487"/>
                        <a:pt x="178372" y="94668"/>
                        <a:pt x="180030" y="97340"/>
                      </a:cubicBezTo>
                      <a:cubicBezTo>
                        <a:pt x="184046" y="84107"/>
                        <a:pt x="184556" y="65275"/>
                        <a:pt x="176970" y="46316"/>
                      </a:cubicBezTo>
                      <a:cubicBezTo>
                        <a:pt x="179584" y="46634"/>
                        <a:pt x="185066" y="49052"/>
                        <a:pt x="187552" y="51406"/>
                      </a:cubicBezTo>
                      <a:cubicBezTo>
                        <a:pt x="188764" y="22013"/>
                        <a:pt x="167216" y="19786"/>
                        <a:pt x="163200" y="11834"/>
                      </a:cubicBezTo>
                      <a:cubicBezTo>
                        <a:pt x="163200" y="20422"/>
                        <a:pt x="173272" y="27675"/>
                        <a:pt x="175058" y="38873"/>
                      </a:cubicBezTo>
                      <a:cubicBezTo>
                        <a:pt x="167981" y="35564"/>
                        <a:pt x="162881" y="35183"/>
                        <a:pt x="159247" y="35564"/>
                      </a:cubicBezTo>
                      <a:cubicBezTo>
                        <a:pt x="164666" y="39509"/>
                        <a:pt x="176779" y="62921"/>
                        <a:pt x="173209" y="81690"/>
                      </a:cubicBezTo>
                      <a:cubicBezTo>
                        <a:pt x="167981" y="77300"/>
                        <a:pt x="163136" y="75264"/>
                        <a:pt x="157909" y="74882"/>
                      </a:cubicBezTo>
                      <a:cubicBezTo>
                        <a:pt x="164347" y="84553"/>
                        <a:pt x="166961" y="110001"/>
                        <a:pt x="158929" y="121580"/>
                      </a:cubicBezTo>
                      <a:cubicBezTo>
                        <a:pt x="158738" y="118972"/>
                        <a:pt x="157717" y="111401"/>
                        <a:pt x="154721" y="108220"/>
                      </a:cubicBezTo>
                      <a:cubicBezTo>
                        <a:pt x="150896" y="122407"/>
                        <a:pt x="139804" y="128451"/>
                        <a:pt x="132154" y="130233"/>
                      </a:cubicBezTo>
                      <a:cubicBezTo>
                        <a:pt x="141652" y="120371"/>
                        <a:pt x="139804" y="102812"/>
                        <a:pt x="125906" y="98104"/>
                      </a:cubicBezTo>
                      <a:cubicBezTo>
                        <a:pt x="113411" y="93841"/>
                        <a:pt x="97537" y="102303"/>
                        <a:pt x="91099" y="132014"/>
                      </a:cubicBezTo>
                      <a:cubicBezTo>
                        <a:pt x="82046" y="134686"/>
                        <a:pt x="54952" y="128833"/>
                        <a:pt x="71145" y="111464"/>
                      </a:cubicBezTo>
                      <a:cubicBezTo>
                        <a:pt x="81026" y="114773"/>
                        <a:pt x="106144" y="97977"/>
                        <a:pt x="104423" y="86207"/>
                      </a:cubicBezTo>
                      <a:cubicBezTo>
                        <a:pt x="102000" y="69856"/>
                        <a:pt x="87082" y="64130"/>
                        <a:pt x="75225" y="64257"/>
                      </a:cubicBezTo>
                      <a:cubicBezTo>
                        <a:pt x="60563" y="64448"/>
                        <a:pt x="50681" y="78063"/>
                        <a:pt x="38696" y="84044"/>
                      </a:cubicBezTo>
                      <a:cubicBezTo>
                        <a:pt x="28688" y="82517"/>
                        <a:pt x="25309" y="81117"/>
                        <a:pt x="20209" y="67820"/>
                      </a:cubicBezTo>
                      <a:cubicBezTo>
                        <a:pt x="19571" y="59677"/>
                        <a:pt x="28241" y="53951"/>
                        <a:pt x="28114" y="45553"/>
                      </a:cubicBezTo>
                      <a:cubicBezTo>
                        <a:pt x="21037" y="47080"/>
                        <a:pt x="19253" y="36391"/>
                        <a:pt x="5419" y="47398"/>
                      </a:cubicBezTo>
                      <a:cubicBezTo>
                        <a:pt x="4335" y="45362"/>
                        <a:pt x="6184" y="40654"/>
                        <a:pt x="6184" y="40654"/>
                      </a:cubicBezTo>
                      <a:cubicBezTo>
                        <a:pt x="1084" y="45235"/>
                        <a:pt x="128" y="50770"/>
                        <a:pt x="0" y="51851"/>
                      </a:cubicBezTo>
                      <a:cubicBezTo>
                        <a:pt x="2486" y="56750"/>
                        <a:pt x="5993" y="61267"/>
                        <a:pt x="12814" y="65721"/>
                      </a:cubicBezTo>
                      <a:cubicBezTo>
                        <a:pt x="20974" y="87479"/>
                        <a:pt x="29389" y="89960"/>
                        <a:pt x="38059" y="90724"/>
                      </a:cubicBezTo>
                      <a:cubicBezTo>
                        <a:pt x="39525" y="92823"/>
                        <a:pt x="45964" y="100458"/>
                        <a:pt x="54060" y="101667"/>
                      </a:cubicBezTo>
                      <a:cubicBezTo>
                        <a:pt x="52658" y="97595"/>
                        <a:pt x="52466" y="86016"/>
                        <a:pt x="53295" y="83153"/>
                      </a:cubicBezTo>
                      <a:cubicBezTo>
                        <a:pt x="71018" y="65403"/>
                        <a:pt x="84214" y="76218"/>
                        <a:pt x="85871" y="80926"/>
                      </a:cubicBezTo>
                      <a:cubicBezTo>
                        <a:pt x="70125" y="84171"/>
                        <a:pt x="81281" y="117763"/>
                        <a:pt x="55144" y="102812"/>
                      </a:cubicBezTo>
                      <a:cubicBezTo>
                        <a:pt x="54060" y="106247"/>
                        <a:pt x="55526" y="114836"/>
                        <a:pt x="58841" y="119799"/>
                      </a:cubicBezTo>
                      <a:cubicBezTo>
                        <a:pt x="61519" y="142830"/>
                        <a:pt x="90525" y="137167"/>
                        <a:pt x="99514" y="141239"/>
                      </a:cubicBezTo>
                      <a:cubicBezTo>
                        <a:pt x="98558" y="118908"/>
                        <a:pt x="110925" y="102557"/>
                        <a:pt x="121571" y="103893"/>
                      </a:cubicBezTo>
                      <a:cubicBezTo>
                        <a:pt x="132281" y="105229"/>
                        <a:pt x="135022" y="122662"/>
                        <a:pt x="116790" y="139140"/>
                      </a:cubicBezTo>
                      <a:cubicBezTo>
                        <a:pt x="121316" y="141493"/>
                        <a:pt x="140824" y="138249"/>
                        <a:pt x="150769" y="130996"/>
                      </a:cubicBezTo>
                      <a:cubicBezTo>
                        <a:pt x="151661" y="136722"/>
                        <a:pt x="144330" y="153518"/>
                        <a:pt x="135214" y="165351"/>
                      </a:cubicBezTo>
                      <a:cubicBezTo>
                        <a:pt x="211841" y="147856"/>
                        <a:pt x="246075" y="64894"/>
                        <a:pt x="210184" y="64"/>
                      </a:cubicBezTo>
                      <a:moveTo>
                        <a:pt x="16830" y="62667"/>
                      </a:moveTo>
                      <a:cubicBezTo>
                        <a:pt x="13196" y="60058"/>
                        <a:pt x="7459" y="54269"/>
                        <a:pt x="6885" y="52042"/>
                      </a:cubicBezTo>
                      <a:cubicBezTo>
                        <a:pt x="7586" y="51215"/>
                        <a:pt x="10646" y="47907"/>
                        <a:pt x="14535" y="46825"/>
                      </a:cubicBezTo>
                      <a:cubicBezTo>
                        <a:pt x="17340" y="46062"/>
                        <a:pt x="19189" y="47652"/>
                        <a:pt x="18806" y="48543"/>
                      </a:cubicBezTo>
                      <a:cubicBezTo>
                        <a:pt x="18424" y="49434"/>
                        <a:pt x="15938" y="49434"/>
                        <a:pt x="15173" y="51597"/>
                      </a:cubicBezTo>
                      <a:cubicBezTo>
                        <a:pt x="14025" y="54969"/>
                        <a:pt x="17659" y="55859"/>
                        <a:pt x="18424" y="57386"/>
                      </a:cubicBezTo>
                      <a:cubicBezTo>
                        <a:pt x="18870" y="58341"/>
                        <a:pt x="19826" y="60695"/>
                        <a:pt x="16894" y="62667"/>
                      </a:cubicBezTo>
                      <a:moveTo>
                        <a:pt x="42266" y="88115"/>
                      </a:moveTo>
                      <a:cubicBezTo>
                        <a:pt x="43095" y="86079"/>
                        <a:pt x="46920" y="83471"/>
                        <a:pt x="48641" y="83280"/>
                      </a:cubicBezTo>
                      <a:cubicBezTo>
                        <a:pt x="48004" y="89006"/>
                        <a:pt x="50044" y="96768"/>
                        <a:pt x="50044" y="96768"/>
                      </a:cubicBezTo>
                      <a:cubicBezTo>
                        <a:pt x="50044" y="96768"/>
                        <a:pt x="42330" y="91933"/>
                        <a:pt x="42266" y="88052"/>
                      </a:cubicBezTo>
                      <a:moveTo>
                        <a:pt x="82174" y="93523"/>
                      </a:moveTo>
                      <a:cubicBezTo>
                        <a:pt x="84150" y="93714"/>
                        <a:pt x="85871" y="95368"/>
                        <a:pt x="87656" y="94032"/>
                      </a:cubicBezTo>
                      <a:cubicBezTo>
                        <a:pt x="89441" y="92760"/>
                        <a:pt x="87656" y="87352"/>
                        <a:pt x="86254" y="85634"/>
                      </a:cubicBezTo>
                      <a:cubicBezTo>
                        <a:pt x="87975" y="85316"/>
                        <a:pt x="94924" y="85952"/>
                        <a:pt x="94605" y="88497"/>
                      </a:cubicBezTo>
                      <a:cubicBezTo>
                        <a:pt x="93776" y="94986"/>
                        <a:pt x="89696" y="97086"/>
                        <a:pt x="79688" y="101985"/>
                      </a:cubicBezTo>
                      <a:cubicBezTo>
                        <a:pt x="81409" y="100394"/>
                        <a:pt x="81090" y="96959"/>
                        <a:pt x="82174" y="93459"/>
                      </a:cubicBezTo>
                      <a:moveTo>
                        <a:pt x="61965" y="115472"/>
                      </a:moveTo>
                      <a:cubicBezTo>
                        <a:pt x="61073" y="114709"/>
                        <a:pt x="58395" y="111210"/>
                        <a:pt x="58650" y="107520"/>
                      </a:cubicBezTo>
                      <a:cubicBezTo>
                        <a:pt x="61965" y="109683"/>
                        <a:pt x="66619" y="110701"/>
                        <a:pt x="66619" y="110701"/>
                      </a:cubicBezTo>
                      <a:cubicBezTo>
                        <a:pt x="66619" y="110701"/>
                        <a:pt x="64451" y="114391"/>
                        <a:pt x="62029" y="115472"/>
                      </a:cubicBezTo>
                    </a:path>
                  </a:pathLst>
                </a:custGeom>
                <a:solidFill>
                  <a:srgbClr val="000000"/>
                </a:solidFill>
                <a:ln w="6375" cap="flat">
                  <a:noFill/>
                  <a:prstDash val="solid"/>
                  <a:miter/>
                </a:ln>
              </p:spPr>
              <p:txBody>
                <a:bodyPr rtlCol="0" anchor="ctr"/>
                <a:lstStyle/>
                <a:p>
                  <a:endParaRPr lang="en-US"/>
                </a:p>
              </p:txBody>
            </p:sp>
          </p:grpSp>
        </p:grpSp>
      </p:grpSp>
    </p:spTree>
    <p:extLst>
      <p:ext uri="{BB962C8B-B14F-4D97-AF65-F5344CB8AC3E}">
        <p14:creationId xmlns:p14="http://schemas.microsoft.com/office/powerpoint/2010/main" val="16396971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432DD7FB-93D1-4B88-94EA-E6180A7B1859}"/>
              </a:ext>
            </a:extLst>
          </p:cNvPr>
          <p:cNvGraphicFramePr>
            <a:graphicFrameLocks noChangeAspect="1"/>
          </p:cNvGraphicFramePr>
          <p:nvPr userDrawn="1">
            <p:custDataLst>
              <p:tags r:id="rId1"/>
            </p:custDataLst>
            <p:extLst>
              <p:ext uri="{D42A27DB-BD31-4B8C-83A1-F6EECF244321}">
                <p14:modId xmlns:p14="http://schemas.microsoft.com/office/powerpoint/2010/main" val="5048151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1" imgH="363" progId="TCLayout.ActiveDocument.1">
                  <p:embed/>
                </p:oleObj>
              </mc:Choice>
              <mc:Fallback>
                <p:oleObj name="think-cell Slide" r:id="rId3" imgW="351" imgH="363" progId="TCLayout.ActiveDocument.1">
                  <p:embed/>
                  <p:pic>
                    <p:nvPicPr>
                      <p:cNvPr id="10" name="Object 9" hidden="1">
                        <a:extLst>
                          <a:ext uri="{FF2B5EF4-FFF2-40B4-BE49-F238E27FC236}">
                            <a16:creationId xmlns:a16="http://schemas.microsoft.com/office/drawing/2014/main" id="{432DD7FB-93D1-4B88-94EA-E6180A7B185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5" name="Text Placeholder 8">
            <a:extLst>
              <a:ext uri="{FF2B5EF4-FFF2-40B4-BE49-F238E27FC236}">
                <a16:creationId xmlns:a16="http://schemas.microsoft.com/office/drawing/2014/main" id="{B59BC482-5744-4F7F-88E0-D75F7DC23495}"/>
              </a:ext>
            </a:extLst>
          </p:cNvPr>
          <p:cNvSpPr txBox="1">
            <a:spLocks/>
          </p:cNvSpPr>
          <p:nvPr userDrawn="1"/>
        </p:nvSpPr>
        <p:spPr>
          <a:xfrm>
            <a:off x="9278470" y="6356350"/>
            <a:ext cx="2328314" cy="360000"/>
          </a:xfrm>
          <a:prstGeom prst="rect">
            <a:avLst/>
          </a:prstGeom>
        </p:spPr>
        <p:txBody>
          <a:bodyPr lIns="0" tIns="0" rIns="0" bIns="0" anchor="ctr"/>
          <a:lstStyle>
            <a:lvl1pPr marL="0" indent="0" algn="l" defTabSz="914400" rtl="0" eaLnBrk="1" latinLnBrk="0" hangingPunct="1">
              <a:lnSpc>
                <a:spcPct val="100000"/>
              </a:lnSpc>
              <a:spcBef>
                <a:spcPts val="0"/>
              </a:spcBef>
              <a:spcAft>
                <a:spcPts val="0"/>
              </a:spcAft>
              <a:buFont typeface="Arial" panose="020B0604020202020204" pitchFamily="34" charset="0"/>
              <a:buChar char="​"/>
              <a:defRPr lang="en-US" sz="1000" kern="1200">
                <a:solidFill>
                  <a:schemeClr val="tx1">
                    <a:lumMod val="50000"/>
                    <a:lumOff val="50000"/>
                  </a:schemeClr>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r>
              <a:rPr lang="en-US" sz="900" b="1" dirty="0">
                <a:solidFill>
                  <a:schemeClr val="bg1">
                    <a:lumMod val="65000"/>
                  </a:schemeClr>
                </a:solidFill>
                <a:latin typeface="Poppins" pitchFamily="2" charset="77"/>
                <a:ea typeface="+mn-ea"/>
                <a:cs typeface="Poppins" pitchFamily="2" charset="77"/>
              </a:rPr>
              <a:t>Data Office</a:t>
            </a:r>
          </a:p>
        </p:txBody>
      </p:sp>
      <p:cxnSp>
        <p:nvCxnSpPr>
          <p:cNvPr id="26" name="Straight Connector 25">
            <a:extLst>
              <a:ext uri="{FF2B5EF4-FFF2-40B4-BE49-F238E27FC236}">
                <a16:creationId xmlns:a16="http://schemas.microsoft.com/office/drawing/2014/main" id="{ABC419F9-1255-4FA2-ABE1-39900C321F4E}"/>
              </a:ext>
            </a:extLst>
          </p:cNvPr>
          <p:cNvCxnSpPr/>
          <p:nvPr userDrawn="1"/>
        </p:nvCxnSpPr>
        <p:spPr>
          <a:xfrm>
            <a:off x="504825" y="6206935"/>
            <a:ext cx="11273981" cy="0"/>
          </a:xfrm>
          <a:prstGeom prst="line">
            <a:avLst/>
          </a:prstGeom>
          <a:ln w="22225">
            <a:solidFill>
              <a:schemeClr val="accent4">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0E8C972-CAC1-3048-7851-9E73CD0BC18B}"/>
              </a:ext>
            </a:extLst>
          </p:cNvPr>
          <p:cNvSpPr>
            <a:spLocks noGrp="1"/>
          </p:cNvSpPr>
          <p:nvPr>
            <p:ph sz="quarter" idx="10"/>
          </p:nvPr>
        </p:nvSpPr>
        <p:spPr>
          <a:xfrm>
            <a:off x="504825" y="1325563"/>
            <a:ext cx="11274425" cy="4572000"/>
          </a:xfrm>
          <a:prstGeom prst="rect">
            <a:avLst/>
          </a:prstGeom>
        </p:spPr>
        <p:txBody>
          <a:bodyPr/>
          <a:lstStyle>
            <a:lvl1pPr marL="0" indent="0" defTabSz="252000">
              <a:spcBef>
                <a:spcPts val="0"/>
              </a:spcBef>
              <a:buFont typeface="Arial" panose="020B0604020202020204" pitchFamily="34" charset="0"/>
              <a:buNone/>
              <a:defRPr>
                <a:latin typeface="Poppins" pitchFamily="2" charset="77"/>
                <a:cs typeface="Poppins" pitchFamily="2" charset="77"/>
              </a:defRPr>
            </a:lvl1pPr>
            <a:lvl2pPr>
              <a:defRPr>
                <a:latin typeface="Poppins" pitchFamily="2" charset="77"/>
                <a:cs typeface="Poppins" pitchFamily="2" charset="77"/>
              </a:defRPr>
            </a:lvl2pPr>
            <a:lvl3pPr>
              <a:defRPr>
                <a:latin typeface="Poppins" pitchFamily="2" charset="77"/>
                <a:cs typeface="Poppins" pitchFamily="2" charset="77"/>
              </a:defRPr>
            </a:lvl3pPr>
            <a:lvl4pPr>
              <a:defRPr>
                <a:latin typeface="Poppins" pitchFamily="2" charset="77"/>
                <a:cs typeface="Poppins" pitchFamily="2" charset="77"/>
              </a:defRPr>
            </a:lvl4pPr>
            <a:lvl5pPr>
              <a:defRPr>
                <a:latin typeface="Poppins" pitchFamily="2" charset="77"/>
                <a:cs typeface="Poppins"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a:p>
            <a:pPr lvl="0"/>
            <a:r>
              <a:rPr lang="en-US" dirty="0"/>
              <a:t>This is separate</a:t>
            </a:r>
          </a:p>
          <a:p>
            <a:pPr lvl="0"/>
            <a:r>
              <a:rPr lang="en-US" dirty="0"/>
              <a:t>	This is tab</a:t>
            </a:r>
          </a:p>
        </p:txBody>
      </p:sp>
      <p:sp>
        <p:nvSpPr>
          <p:cNvPr id="9" name="Title Placeholder 4"/>
          <p:cNvSpPr>
            <a:spLocks noGrp="1"/>
          </p:cNvSpPr>
          <p:nvPr>
            <p:ph type="title" hasCustomPrompt="1"/>
          </p:nvPr>
        </p:nvSpPr>
        <p:spPr>
          <a:xfrm>
            <a:off x="298934" y="248731"/>
            <a:ext cx="10820525" cy="574229"/>
          </a:xfrm>
          <a:prstGeom prst="rect">
            <a:avLst/>
          </a:prstGeom>
        </p:spPr>
        <p:txBody>
          <a:bodyPr vert="horz" lIns="91440" tIns="45720" rIns="91440" bIns="45720" rtlCol="0" anchor="ctr">
            <a:normAutofit/>
          </a:bodyPr>
          <a:lstStyle>
            <a:lvl1pPr>
              <a:defRPr/>
            </a:lvl1pPr>
          </a:lstStyle>
          <a:p>
            <a:r>
              <a:rPr lang="en-US" dirty="0"/>
              <a:t>Title</a:t>
            </a:r>
            <a:endParaRPr lang="en-SG" dirty="0"/>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lack screen">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648CC44-F1F1-4A7F-8800-6AF05C4BED84}"/>
              </a:ext>
            </a:extLst>
          </p:cNvPr>
          <p:cNvGraphicFramePr>
            <a:graphicFrameLocks noChangeAspect="1"/>
          </p:cNvGraphicFramePr>
          <p:nvPr userDrawn="1">
            <p:custDataLst>
              <p:tags r:id="rId1"/>
            </p:custDataLst>
            <p:extLst>
              <p:ext uri="{D42A27DB-BD31-4B8C-83A1-F6EECF244321}">
                <p14:modId xmlns:p14="http://schemas.microsoft.com/office/powerpoint/2010/main" val="29747124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1" imgH="363" progId="TCLayout.ActiveDocument.1">
                  <p:embed/>
                </p:oleObj>
              </mc:Choice>
              <mc:Fallback>
                <p:oleObj name="think-cell Slide" r:id="rId3" imgW="351" imgH="363" progId="TCLayout.ActiveDocument.1">
                  <p:embed/>
                  <p:pic>
                    <p:nvPicPr>
                      <p:cNvPr id="3" name="Object 2" hidden="1">
                        <a:extLst>
                          <a:ext uri="{FF2B5EF4-FFF2-40B4-BE49-F238E27FC236}">
                            <a16:creationId xmlns:a16="http://schemas.microsoft.com/office/drawing/2014/main" id="{3648CC44-F1F1-4A7F-8800-6AF05C4BED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E0791F66-15B0-4F42-8923-287A21C3C570}"/>
              </a:ext>
            </a:extLst>
          </p:cNvPr>
          <p:cNvPicPr>
            <a:picLocks noChangeAspect="1"/>
          </p:cNvPicPr>
          <p:nvPr userDrawn="1"/>
        </p:nvPicPr>
        <p:blipFill>
          <a:blip r:embed="rId5" cstate="email">
            <a:lum/>
            <a:extLst>
              <a:ext uri="{28A0092B-C50C-407E-A947-70E740481C1C}">
                <a14:useLocalDpi xmlns:a14="http://schemas.microsoft.com/office/drawing/2010/main"/>
              </a:ext>
            </a:extLst>
          </a:blip>
          <a:stretch>
            <a:fillRect/>
          </a:stretch>
        </p:blipFill>
        <p:spPr>
          <a:xfrm>
            <a:off x="11233794" y="375739"/>
            <a:ext cx="603250" cy="603250"/>
          </a:xfrm>
          <a:prstGeom prst="rect">
            <a:avLst/>
          </a:prstGeom>
        </p:spPr>
      </p:pic>
      <p:sp>
        <p:nvSpPr>
          <p:cNvPr id="7" name="Content Placeholder 2">
            <a:extLst>
              <a:ext uri="{FF2B5EF4-FFF2-40B4-BE49-F238E27FC236}">
                <a16:creationId xmlns:a16="http://schemas.microsoft.com/office/drawing/2014/main" id="{78EA1D1F-4DB6-F7F8-4D5F-A0CA31090853}"/>
              </a:ext>
            </a:extLst>
          </p:cNvPr>
          <p:cNvSpPr>
            <a:spLocks noGrp="1"/>
          </p:cNvSpPr>
          <p:nvPr>
            <p:ph sz="quarter" idx="10"/>
          </p:nvPr>
        </p:nvSpPr>
        <p:spPr>
          <a:xfrm>
            <a:off x="504825" y="1325563"/>
            <a:ext cx="11274425" cy="4572000"/>
          </a:xfrm>
          <a:prstGeom prst="rect">
            <a:avLst/>
          </a:prstGeom>
        </p:spPr>
        <p:txBody>
          <a:bodyPr/>
          <a:lstStyle>
            <a:lvl1pPr>
              <a:defRPr>
                <a:latin typeface="Poppins" pitchFamily="2" charset="77"/>
                <a:ea typeface="Segoe UI Historic" panose="020B0502040204020203" pitchFamily="34" charset="0"/>
                <a:cs typeface="Poppins" pitchFamily="2" charset="77"/>
              </a:defRPr>
            </a:lvl1pPr>
            <a:lvl2pPr>
              <a:defRPr>
                <a:latin typeface="Poppins" pitchFamily="2" charset="77"/>
                <a:ea typeface="Segoe UI Historic" panose="020B0502040204020203" pitchFamily="34" charset="0"/>
                <a:cs typeface="Poppins" pitchFamily="2" charset="77"/>
              </a:defRPr>
            </a:lvl2pPr>
            <a:lvl3pPr>
              <a:defRPr>
                <a:latin typeface="Poppins" pitchFamily="2" charset="77"/>
                <a:ea typeface="Segoe UI Historic" panose="020B0502040204020203" pitchFamily="34" charset="0"/>
                <a:cs typeface="Poppins" pitchFamily="2" charset="77"/>
              </a:defRPr>
            </a:lvl3pPr>
            <a:lvl4pPr>
              <a:defRPr>
                <a:latin typeface="Poppins" pitchFamily="2" charset="77"/>
                <a:ea typeface="Segoe UI Historic" panose="020B0502040204020203" pitchFamily="34" charset="0"/>
                <a:cs typeface="Poppins" pitchFamily="2" charset="77"/>
              </a:defRPr>
            </a:lvl4pPr>
            <a:lvl5pPr>
              <a:defRPr>
                <a:latin typeface="Poppins" pitchFamily="2" charset="77"/>
                <a:ea typeface="Segoe UI Historic" panose="020B0502040204020203" pitchFamily="34" charset="0"/>
                <a:cs typeface="Poppins"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494126D8-3AF4-1FF5-09FB-127176EFE053}"/>
              </a:ext>
            </a:extLst>
          </p:cNvPr>
          <p:cNvCxnSpPr/>
          <p:nvPr userDrawn="1"/>
        </p:nvCxnSpPr>
        <p:spPr>
          <a:xfrm>
            <a:off x="504825" y="6206935"/>
            <a:ext cx="11273981" cy="0"/>
          </a:xfrm>
          <a:prstGeom prst="line">
            <a:avLst/>
          </a:prstGeom>
          <a:ln w="22225">
            <a:solidFill>
              <a:srgbClr val="FFC600"/>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37ACAE8-3281-1386-623E-15E3EB05F789}"/>
              </a:ext>
            </a:extLst>
          </p:cNvPr>
          <p:cNvSpPr txBox="1"/>
          <p:nvPr userDrawn="1"/>
        </p:nvSpPr>
        <p:spPr>
          <a:xfrm>
            <a:off x="11648049" y="6467100"/>
            <a:ext cx="209096" cy="138499"/>
          </a:xfrm>
          <a:prstGeom prst="rect">
            <a:avLst/>
          </a:prstGeom>
          <a:noFill/>
        </p:spPr>
        <p:txBody>
          <a:bodyPr wrap="square" lIns="0" tIns="0" rIns="0" bIns="0" rtlCol="0" anchor="ctr">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900" kern="1200" smtClean="0">
                <a:solidFill>
                  <a:schemeClr val="tx1">
                    <a:lumMod val="75000"/>
                  </a:schemeClr>
                </a:solidFill>
                <a:latin typeface="Poppins" pitchFamily="2" charset="77"/>
                <a:ea typeface="+mn-ea"/>
                <a:cs typeface="Poppins" pitchFamily="2" charset="77"/>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900" kern="1200" dirty="0">
              <a:solidFill>
                <a:schemeClr val="tx1">
                  <a:lumMod val="75000"/>
                </a:schemeClr>
              </a:solidFill>
              <a:latin typeface="Poppins" pitchFamily="2" charset="77"/>
              <a:ea typeface="+mn-ea"/>
              <a:cs typeface="Poppins" pitchFamily="2" charset="77"/>
              <a:sym typeface="Trebuchet MS" panose="020B0603020202020204" pitchFamily="34" charset="0"/>
            </a:endParaRPr>
          </a:p>
        </p:txBody>
      </p:sp>
      <p:sp>
        <p:nvSpPr>
          <p:cNvPr id="14" name="Text Placeholder 8">
            <a:extLst>
              <a:ext uri="{FF2B5EF4-FFF2-40B4-BE49-F238E27FC236}">
                <a16:creationId xmlns:a16="http://schemas.microsoft.com/office/drawing/2014/main" id="{B573B656-1C8D-D7B0-3689-381E1F2A70A6}"/>
              </a:ext>
            </a:extLst>
          </p:cNvPr>
          <p:cNvSpPr txBox="1">
            <a:spLocks/>
          </p:cNvSpPr>
          <p:nvPr userDrawn="1"/>
        </p:nvSpPr>
        <p:spPr>
          <a:xfrm>
            <a:off x="9278470" y="6356350"/>
            <a:ext cx="2328314" cy="360000"/>
          </a:xfrm>
          <a:prstGeom prst="rect">
            <a:avLst/>
          </a:prstGeom>
        </p:spPr>
        <p:txBody>
          <a:bodyPr lIns="0" tIns="0" rIns="0" bIns="0" anchor="ctr"/>
          <a:lstStyle>
            <a:lvl1pPr marL="0" indent="0" algn="l" defTabSz="914400" rtl="0" eaLnBrk="1" latinLnBrk="0" hangingPunct="1">
              <a:lnSpc>
                <a:spcPct val="100000"/>
              </a:lnSpc>
              <a:spcBef>
                <a:spcPts val="0"/>
              </a:spcBef>
              <a:spcAft>
                <a:spcPts val="0"/>
              </a:spcAft>
              <a:buFont typeface="Arial" panose="020B0604020202020204" pitchFamily="34" charset="0"/>
              <a:buChar char="​"/>
              <a:defRPr lang="en-US" sz="1000" kern="1200">
                <a:solidFill>
                  <a:schemeClr val="tx1">
                    <a:lumMod val="50000"/>
                    <a:lumOff val="50000"/>
                  </a:schemeClr>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r>
              <a:rPr lang="en-US" sz="900" b="1" dirty="0">
                <a:solidFill>
                  <a:schemeClr val="tx1">
                    <a:lumMod val="75000"/>
                  </a:schemeClr>
                </a:solidFill>
                <a:latin typeface="Poppins" pitchFamily="2" charset="77"/>
                <a:ea typeface="+mn-ea"/>
                <a:cs typeface="Poppins" pitchFamily="2" charset="77"/>
              </a:rPr>
              <a:t>Data Office</a:t>
            </a:r>
          </a:p>
        </p:txBody>
      </p:sp>
      <p:sp>
        <p:nvSpPr>
          <p:cNvPr id="9" name="Title Placeholder 4"/>
          <p:cNvSpPr>
            <a:spLocks noGrp="1"/>
          </p:cNvSpPr>
          <p:nvPr>
            <p:ph type="title" hasCustomPrompt="1"/>
          </p:nvPr>
        </p:nvSpPr>
        <p:spPr>
          <a:xfrm>
            <a:off x="298934" y="248731"/>
            <a:ext cx="10820525" cy="574229"/>
          </a:xfrm>
          <a:prstGeom prst="rect">
            <a:avLst/>
          </a:prstGeom>
        </p:spPr>
        <p:txBody>
          <a:bodyPr vert="horz" lIns="91440" tIns="45720" rIns="91440" bIns="45720" rtlCol="0" anchor="ctr">
            <a:normAutofit/>
          </a:bodyPr>
          <a:lstStyle>
            <a:lvl1pPr>
              <a:defRPr/>
            </a:lvl1pPr>
          </a:lstStyle>
          <a:p>
            <a:r>
              <a:rPr lang="en-US" dirty="0"/>
              <a:t>Title</a:t>
            </a:r>
            <a:endParaRPr lang="en-SG" dirty="0"/>
          </a:p>
        </p:txBody>
      </p:sp>
    </p:spTree>
    <p:extLst>
      <p:ext uri="{BB962C8B-B14F-4D97-AF65-F5344CB8AC3E}">
        <p14:creationId xmlns:p14="http://schemas.microsoft.com/office/powerpoint/2010/main" val="38486803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2D9630E-6D51-4F40-B553-93532227F0A4}"/>
              </a:ext>
            </a:extLst>
          </p:cNvPr>
          <p:cNvGraphicFramePr>
            <a:graphicFrameLocks noChangeAspect="1"/>
          </p:cNvGraphicFramePr>
          <p:nvPr userDrawn="1">
            <p:custDataLst>
              <p:tags r:id="rId1"/>
            </p:custDataLst>
            <p:extLst>
              <p:ext uri="{D42A27DB-BD31-4B8C-83A1-F6EECF244321}">
                <p14:modId xmlns:p14="http://schemas.microsoft.com/office/powerpoint/2010/main" val="22475260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1" imgH="363" progId="TCLayout.ActiveDocument.1">
                  <p:embed/>
                </p:oleObj>
              </mc:Choice>
              <mc:Fallback>
                <p:oleObj name="think-cell Slide" r:id="rId3" imgW="351" imgH="363" progId="TCLayout.ActiveDocument.1">
                  <p:embed/>
                  <p:pic>
                    <p:nvPicPr>
                      <p:cNvPr id="4" name="Object 3" hidden="1">
                        <a:extLst>
                          <a:ext uri="{FF2B5EF4-FFF2-40B4-BE49-F238E27FC236}">
                            <a16:creationId xmlns:a16="http://schemas.microsoft.com/office/drawing/2014/main" id="{22D9630E-6D51-4F40-B553-93532227F0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502919" y="1325880"/>
            <a:ext cx="10682605" cy="4855464"/>
          </a:xfrm>
          <a:prstGeom prst="rect">
            <a:avLst/>
          </a:prstGeom>
        </p:spPr>
        <p:txBody>
          <a:bodyPr lIns="91440" tIns="0" rIns="0" bIns="0"/>
          <a:lstStyle>
            <a:lvl1pPr marL="72000" indent="0" defTabSz="252000">
              <a:lnSpc>
                <a:spcPct val="100000"/>
              </a:lnSpc>
              <a:spcBef>
                <a:spcPts val="0"/>
              </a:spcBef>
              <a:spcAft>
                <a:spcPts val="0"/>
              </a:spcAft>
              <a:buFont typeface="Arial" panose="020B0604020202020204" pitchFamily="34" charset="0"/>
              <a:buNone/>
              <a:defRPr sz="2000">
                <a:latin typeface="Poppins" pitchFamily="2" charset="77"/>
                <a:ea typeface="+mn-ea"/>
                <a:cs typeface="Poppins" pitchFamily="2" charset="77"/>
              </a:defRPr>
            </a:lvl1pPr>
            <a:lvl2pPr marL="666900" indent="-342900">
              <a:lnSpc>
                <a:spcPct val="100000"/>
              </a:lnSpc>
              <a:spcBef>
                <a:spcPts val="0"/>
              </a:spcBef>
              <a:spcAft>
                <a:spcPts val="0"/>
              </a:spcAft>
              <a:buClr>
                <a:schemeClr val="tx1"/>
              </a:buClr>
              <a:buSzPct val="100000"/>
              <a:buFont typeface="Arial" panose="020B0604020202020204" pitchFamily="34" charset="0"/>
              <a:buChar char="•"/>
              <a:defRPr sz="2000">
                <a:latin typeface="Poppins" pitchFamily="2" charset="77"/>
                <a:ea typeface="+mn-ea"/>
                <a:cs typeface="Poppins" pitchFamily="2" charset="77"/>
              </a:defRPr>
            </a:lvl2pPr>
            <a:lvl3pPr marL="828000" indent="-252000">
              <a:lnSpc>
                <a:spcPct val="100000"/>
              </a:lnSpc>
              <a:spcBef>
                <a:spcPts val="0"/>
              </a:spcBef>
              <a:spcAft>
                <a:spcPts val="0"/>
              </a:spcAft>
              <a:buClrTx/>
              <a:buFont typeface="Wingdings" panose="05000000000000000000" pitchFamily="2" charset="2"/>
              <a:buChar char="§"/>
              <a:defRPr sz="1800">
                <a:latin typeface="Poppins" pitchFamily="2" charset="77"/>
                <a:ea typeface="+mn-ea"/>
                <a:cs typeface="Poppins" pitchFamily="2" charset="77"/>
              </a:defRPr>
            </a:lvl3pPr>
            <a:lvl4pPr marL="1080000" indent="-252000">
              <a:lnSpc>
                <a:spcPct val="100000"/>
              </a:lnSpc>
              <a:spcBef>
                <a:spcPts val="0"/>
              </a:spcBef>
              <a:spcAft>
                <a:spcPts val="0"/>
              </a:spcAft>
              <a:buClr>
                <a:schemeClr val="tx1"/>
              </a:buClr>
              <a:buSzPct val="100000"/>
              <a:buFont typeface="Wingdings" panose="05000000000000000000" pitchFamily="2" charset="2"/>
              <a:buChar char="Ø"/>
              <a:defRPr sz="1600">
                <a:solidFill>
                  <a:schemeClr val="tx1"/>
                </a:solidFill>
                <a:latin typeface="Poppins" pitchFamily="2" charset="77"/>
                <a:ea typeface="+mn-ea"/>
                <a:cs typeface="Poppins" pitchFamily="2" charset="77"/>
              </a:defRPr>
            </a:lvl4pPr>
            <a:lvl5pPr marL="1332000" indent="-252000">
              <a:lnSpc>
                <a:spcPct val="100000"/>
              </a:lnSpc>
              <a:spcBef>
                <a:spcPts val="0"/>
              </a:spcBef>
              <a:spcAft>
                <a:spcPts val="0"/>
              </a:spcAft>
              <a:buSzPct val="50000"/>
              <a:buFont typeface="Wingdings" panose="05000000000000000000" pitchFamily="2" charset="2"/>
              <a:buChar char="q"/>
              <a:defRPr sz="1600" b="0">
                <a:latin typeface="Poppins" pitchFamily="2" charset="77"/>
                <a:ea typeface="+mn-ea"/>
                <a:cs typeface="Poppins"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8" name="Straight Connector 17">
            <a:extLst>
              <a:ext uri="{FF2B5EF4-FFF2-40B4-BE49-F238E27FC236}">
                <a16:creationId xmlns:a16="http://schemas.microsoft.com/office/drawing/2014/main" id="{DF00E8A6-6A71-4B78-8B90-4EF0EB3B32F6}"/>
              </a:ext>
            </a:extLst>
          </p:cNvPr>
          <p:cNvCxnSpPr/>
          <p:nvPr userDrawn="1"/>
        </p:nvCxnSpPr>
        <p:spPr>
          <a:xfrm>
            <a:off x="504825" y="6206935"/>
            <a:ext cx="11273981" cy="0"/>
          </a:xfrm>
          <a:prstGeom prst="line">
            <a:avLst/>
          </a:prstGeom>
          <a:ln w="22225">
            <a:solidFill>
              <a:schemeClr val="accent4">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 name="Text Placeholder 8">
            <a:extLst>
              <a:ext uri="{FF2B5EF4-FFF2-40B4-BE49-F238E27FC236}">
                <a16:creationId xmlns:a16="http://schemas.microsoft.com/office/drawing/2014/main" id="{20D00C3C-AC39-C6F4-0602-913ED91B4D26}"/>
              </a:ext>
            </a:extLst>
          </p:cNvPr>
          <p:cNvSpPr txBox="1">
            <a:spLocks/>
          </p:cNvSpPr>
          <p:nvPr userDrawn="1"/>
        </p:nvSpPr>
        <p:spPr>
          <a:xfrm>
            <a:off x="9278470" y="6356350"/>
            <a:ext cx="2328314" cy="360000"/>
          </a:xfrm>
          <a:prstGeom prst="rect">
            <a:avLst/>
          </a:prstGeom>
        </p:spPr>
        <p:txBody>
          <a:bodyPr lIns="0" tIns="0" rIns="0" bIns="0" anchor="ctr"/>
          <a:lstStyle>
            <a:lvl1pPr marL="0" indent="0" algn="l" defTabSz="914400" rtl="0" eaLnBrk="1" latinLnBrk="0" hangingPunct="1">
              <a:lnSpc>
                <a:spcPct val="100000"/>
              </a:lnSpc>
              <a:spcBef>
                <a:spcPts val="0"/>
              </a:spcBef>
              <a:spcAft>
                <a:spcPts val="0"/>
              </a:spcAft>
              <a:buFont typeface="Arial" panose="020B0604020202020204" pitchFamily="34" charset="0"/>
              <a:buChar char="​"/>
              <a:defRPr lang="en-US" sz="1000" kern="1200">
                <a:solidFill>
                  <a:schemeClr val="tx1">
                    <a:lumMod val="50000"/>
                    <a:lumOff val="50000"/>
                  </a:schemeClr>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r>
              <a:rPr lang="en-US" sz="900" b="1" dirty="0">
                <a:solidFill>
                  <a:schemeClr val="bg1">
                    <a:lumMod val="65000"/>
                  </a:schemeClr>
                </a:solidFill>
                <a:latin typeface="Poppins" pitchFamily="2" charset="77"/>
                <a:ea typeface="+mn-ea"/>
                <a:cs typeface="Poppins" pitchFamily="2" charset="77"/>
              </a:rPr>
              <a:t>Data Office</a:t>
            </a:r>
          </a:p>
        </p:txBody>
      </p:sp>
      <p:sp>
        <p:nvSpPr>
          <p:cNvPr id="7" name="Title Placeholder 4"/>
          <p:cNvSpPr>
            <a:spLocks noGrp="1"/>
          </p:cNvSpPr>
          <p:nvPr>
            <p:ph type="title" hasCustomPrompt="1"/>
          </p:nvPr>
        </p:nvSpPr>
        <p:spPr>
          <a:xfrm>
            <a:off x="298934" y="248731"/>
            <a:ext cx="10820525" cy="574229"/>
          </a:xfrm>
          <a:prstGeom prst="rect">
            <a:avLst/>
          </a:prstGeom>
        </p:spPr>
        <p:txBody>
          <a:bodyPr vert="horz" lIns="91440" tIns="45720" rIns="91440" bIns="45720" rtlCol="0" anchor="ctr">
            <a:normAutofit/>
          </a:bodyPr>
          <a:lstStyle>
            <a:lvl1pPr>
              <a:defRPr/>
            </a:lvl1pPr>
          </a:lstStyle>
          <a:p>
            <a:r>
              <a:rPr lang="en-US" dirty="0"/>
              <a:t>Title</a:t>
            </a:r>
            <a:endParaRPr lang="en-SG" dirty="0"/>
          </a:p>
        </p:txBody>
      </p:sp>
    </p:spTree>
    <p:extLst>
      <p:ext uri="{BB962C8B-B14F-4D97-AF65-F5344CB8AC3E}">
        <p14:creationId xmlns:p14="http://schemas.microsoft.com/office/powerpoint/2010/main" val="6842417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16" name="Graphic 9">
            <a:extLst>
              <a:ext uri="{FF2B5EF4-FFF2-40B4-BE49-F238E27FC236}">
                <a16:creationId xmlns:a16="http://schemas.microsoft.com/office/drawing/2014/main" id="{9EE0FF1D-A7A7-4F51-F77E-FF52174D1EF8}"/>
              </a:ext>
            </a:extLst>
          </p:cNvPr>
          <p:cNvSpPr/>
          <p:nvPr/>
        </p:nvSpPr>
        <p:spPr>
          <a:xfrm>
            <a:off x="890840" y="1149773"/>
            <a:ext cx="1427153" cy="1063466"/>
          </a:xfrm>
          <a:custGeom>
            <a:avLst/>
            <a:gdLst>
              <a:gd name="connsiteX0" fmla="*/ 332529 w 1427153"/>
              <a:gd name="connsiteY0" fmla="*/ 1063413 h 1063466"/>
              <a:gd name="connsiteX1" fmla="*/ 150686 w 1427153"/>
              <a:gd name="connsiteY1" fmla="*/ 1009711 h 1063466"/>
              <a:gd name="connsiteX2" fmla="*/ 38123 w 1427153"/>
              <a:gd name="connsiteY2" fmla="*/ 865938 h 1063466"/>
              <a:gd name="connsiteX3" fmla="*/ 0 w 1427153"/>
              <a:gd name="connsiteY3" fmla="*/ 671971 h 1063466"/>
              <a:gd name="connsiteX4" fmla="*/ 58860 w 1427153"/>
              <a:gd name="connsiteY4" fmla="*/ 396600 h 1063466"/>
              <a:gd name="connsiteX5" fmla="*/ 216458 w 1427153"/>
              <a:gd name="connsiteY5" fmla="*/ 162809 h 1063466"/>
              <a:gd name="connsiteX6" fmla="*/ 443337 w 1427153"/>
              <a:gd name="connsiteY6" fmla="*/ 0 h 1063466"/>
              <a:gd name="connsiteX7" fmla="*/ 651181 w 1427153"/>
              <a:gd name="connsiteY7" fmla="*/ 162809 h 1063466"/>
              <a:gd name="connsiteX8" fmla="*/ 478004 w 1427153"/>
              <a:gd name="connsiteY8" fmla="*/ 254581 h 1063466"/>
              <a:gd name="connsiteX9" fmla="*/ 344652 w 1427153"/>
              <a:gd name="connsiteY9" fmla="*/ 381021 h 1063466"/>
              <a:gd name="connsiteX10" fmla="*/ 263248 w 1427153"/>
              <a:gd name="connsiteY10" fmla="*/ 523040 h 1063466"/>
              <a:gd name="connsiteX11" fmla="*/ 280582 w 1427153"/>
              <a:gd name="connsiteY11" fmla="*/ 533408 h 1063466"/>
              <a:gd name="connsiteX12" fmla="*/ 322161 w 1427153"/>
              <a:gd name="connsiteY12" fmla="*/ 512618 h 1063466"/>
              <a:gd name="connsiteX13" fmla="*/ 391442 w 1427153"/>
              <a:gd name="connsiteY13" fmla="*/ 505706 h 1063466"/>
              <a:gd name="connsiteX14" fmla="*/ 502303 w 1427153"/>
              <a:gd name="connsiteY14" fmla="*/ 535163 h 1063466"/>
              <a:gd name="connsiteX15" fmla="*/ 595831 w 1427153"/>
              <a:gd name="connsiteY15" fmla="*/ 621778 h 1063466"/>
              <a:gd name="connsiteX16" fmla="*/ 633954 w 1427153"/>
              <a:gd name="connsiteY16" fmla="*/ 765551 h 1063466"/>
              <a:gd name="connsiteX17" fmla="*/ 594129 w 1427153"/>
              <a:gd name="connsiteY17" fmla="*/ 924904 h 1063466"/>
              <a:gd name="connsiteX18" fmla="*/ 485023 w 1427153"/>
              <a:gd name="connsiteY18" fmla="*/ 1027098 h 1063466"/>
              <a:gd name="connsiteX19" fmla="*/ 332636 w 1427153"/>
              <a:gd name="connsiteY19" fmla="*/ 1063467 h 1063466"/>
              <a:gd name="connsiteX20" fmla="*/ 1108449 w 1427153"/>
              <a:gd name="connsiteY20" fmla="*/ 1063413 h 1063466"/>
              <a:gd name="connsiteX21" fmla="*/ 926605 w 1427153"/>
              <a:gd name="connsiteY21" fmla="*/ 1009711 h 1063466"/>
              <a:gd name="connsiteX22" fmla="*/ 815744 w 1427153"/>
              <a:gd name="connsiteY22" fmla="*/ 865938 h 1063466"/>
              <a:gd name="connsiteX23" fmla="*/ 779376 w 1427153"/>
              <a:gd name="connsiteY23" fmla="*/ 671971 h 1063466"/>
              <a:gd name="connsiteX24" fmla="*/ 836534 w 1427153"/>
              <a:gd name="connsiteY24" fmla="*/ 396600 h 1063466"/>
              <a:gd name="connsiteX25" fmla="*/ 992431 w 1427153"/>
              <a:gd name="connsiteY25" fmla="*/ 162809 h 1063466"/>
              <a:gd name="connsiteX26" fmla="*/ 1222766 w 1427153"/>
              <a:gd name="connsiteY26" fmla="*/ 0 h 1063466"/>
              <a:gd name="connsiteX27" fmla="*/ 1427154 w 1427153"/>
              <a:gd name="connsiteY27" fmla="*/ 162809 h 1063466"/>
              <a:gd name="connsiteX28" fmla="*/ 1253977 w 1427153"/>
              <a:gd name="connsiteY28" fmla="*/ 254581 h 1063466"/>
              <a:gd name="connsiteX29" fmla="*/ 1120625 w 1427153"/>
              <a:gd name="connsiteY29" fmla="*/ 381021 h 1063466"/>
              <a:gd name="connsiteX30" fmla="*/ 1039221 w 1427153"/>
              <a:gd name="connsiteY30" fmla="*/ 523040 h 1063466"/>
              <a:gd name="connsiteX31" fmla="*/ 1056554 w 1427153"/>
              <a:gd name="connsiteY31" fmla="*/ 533408 h 1063466"/>
              <a:gd name="connsiteX32" fmla="*/ 1098134 w 1427153"/>
              <a:gd name="connsiteY32" fmla="*/ 512618 h 1063466"/>
              <a:gd name="connsiteX33" fmla="*/ 1167415 w 1427153"/>
              <a:gd name="connsiteY33" fmla="*/ 505706 h 1063466"/>
              <a:gd name="connsiteX34" fmla="*/ 1279978 w 1427153"/>
              <a:gd name="connsiteY34" fmla="*/ 535163 h 1063466"/>
              <a:gd name="connsiteX35" fmla="*/ 1373505 w 1427153"/>
              <a:gd name="connsiteY35" fmla="*/ 621778 h 1063466"/>
              <a:gd name="connsiteX36" fmla="*/ 1409873 w 1427153"/>
              <a:gd name="connsiteY36" fmla="*/ 765551 h 1063466"/>
              <a:gd name="connsiteX37" fmla="*/ 1370049 w 1427153"/>
              <a:gd name="connsiteY37" fmla="*/ 924904 h 1063466"/>
              <a:gd name="connsiteX38" fmla="*/ 1260942 w 1427153"/>
              <a:gd name="connsiteY38" fmla="*/ 1027098 h 1063466"/>
              <a:gd name="connsiteX39" fmla="*/ 1108555 w 1427153"/>
              <a:gd name="connsiteY39" fmla="*/ 1063467 h 1063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427153" h="1063466">
                <a:moveTo>
                  <a:pt x="332529" y="1063413"/>
                </a:moveTo>
                <a:cubicBezTo>
                  <a:pt x="260908" y="1063413"/>
                  <a:pt x="200294" y="1045548"/>
                  <a:pt x="150686" y="1009711"/>
                </a:cubicBezTo>
                <a:cubicBezTo>
                  <a:pt x="101024" y="973927"/>
                  <a:pt x="63486" y="926020"/>
                  <a:pt x="38123" y="865938"/>
                </a:cubicBezTo>
                <a:cubicBezTo>
                  <a:pt x="12708" y="805908"/>
                  <a:pt x="0" y="741252"/>
                  <a:pt x="0" y="671971"/>
                </a:cubicBezTo>
                <a:cubicBezTo>
                  <a:pt x="0" y="574988"/>
                  <a:pt x="19567" y="483215"/>
                  <a:pt x="58860" y="396600"/>
                </a:cubicBezTo>
                <a:cubicBezTo>
                  <a:pt x="98100" y="309985"/>
                  <a:pt x="150633" y="232090"/>
                  <a:pt x="216458" y="162809"/>
                </a:cubicBezTo>
                <a:cubicBezTo>
                  <a:pt x="282283" y="93527"/>
                  <a:pt x="357892" y="39293"/>
                  <a:pt x="443337" y="0"/>
                </a:cubicBezTo>
                <a:lnTo>
                  <a:pt x="651181" y="162809"/>
                </a:lnTo>
                <a:cubicBezTo>
                  <a:pt x="588812" y="185938"/>
                  <a:pt x="531069" y="216511"/>
                  <a:pt x="478004" y="254581"/>
                </a:cubicBezTo>
                <a:cubicBezTo>
                  <a:pt x="424834" y="292705"/>
                  <a:pt x="380436" y="334869"/>
                  <a:pt x="344652" y="381021"/>
                </a:cubicBezTo>
                <a:cubicBezTo>
                  <a:pt x="308815" y="427226"/>
                  <a:pt x="281698" y="474548"/>
                  <a:pt x="263248" y="523040"/>
                </a:cubicBezTo>
                <a:lnTo>
                  <a:pt x="280582" y="533408"/>
                </a:lnTo>
                <a:cubicBezTo>
                  <a:pt x="292120" y="524210"/>
                  <a:pt x="305944" y="517297"/>
                  <a:pt x="322161" y="512618"/>
                </a:cubicBezTo>
                <a:cubicBezTo>
                  <a:pt x="338272" y="507993"/>
                  <a:pt x="361401" y="505706"/>
                  <a:pt x="391442" y="505706"/>
                </a:cubicBezTo>
                <a:cubicBezTo>
                  <a:pt x="428343" y="505706"/>
                  <a:pt x="465297" y="515543"/>
                  <a:pt x="502303" y="535163"/>
                </a:cubicBezTo>
                <a:cubicBezTo>
                  <a:pt x="539204" y="554836"/>
                  <a:pt x="570415" y="583654"/>
                  <a:pt x="595831" y="621778"/>
                </a:cubicBezTo>
                <a:cubicBezTo>
                  <a:pt x="621193" y="659901"/>
                  <a:pt x="633954" y="707808"/>
                  <a:pt x="633954" y="765551"/>
                </a:cubicBezTo>
                <a:cubicBezTo>
                  <a:pt x="633954" y="827921"/>
                  <a:pt x="620661" y="881038"/>
                  <a:pt x="594129" y="924904"/>
                </a:cubicBezTo>
                <a:cubicBezTo>
                  <a:pt x="567544" y="968823"/>
                  <a:pt x="531175" y="1002852"/>
                  <a:pt x="485023" y="1027098"/>
                </a:cubicBezTo>
                <a:cubicBezTo>
                  <a:pt x="438818" y="1051344"/>
                  <a:pt x="388040" y="1063467"/>
                  <a:pt x="332636" y="1063467"/>
                </a:cubicBezTo>
                <a:close/>
                <a:moveTo>
                  <a:pt x="1108449" y="1063413"/>
                </a:moveTo>
                <a:cubicBezTo>
                  <a:pt x="1036828" y="1063413"/>
                  <a:pt x="976213" y="1045548"/>
                  <a:pt x="926605" y="1009711"/>
                </a:cubicBezTo>
                <a:cubicBezTo>
                  <a:pt x="876944" y="973927"/>
                  <a:pt x="839990" y="926020"/>
                  <a:pt x="815744" y="865938"/>
                </a:cubicBezTo>
                <a:cubicBezTo>
                  <a:pt x="791499" y="805908"/>
                  <a:pt x="779376" y="741252"/>
                  <a:pt x="779376" y="671971"/>
                </a:cubicBezTo>
                <a:cubicBezTo>
                  <a:pt x="779376" y="574988"/>
                  <a:pt x="798411" y="483215"/>
                  <a:pt x="836534" y="396600"/>
                </a:cubicBezTo>
                <a:cubicBezTo>
                  <a:pt x="874658" y="309985"/>
                  <a:pt x="926605" y="232090"/>
                  <a:pt x="992431" y="162809"/>
                </a:cubicBezTo>
                <a:cubicBezTo>
                  <a:pt x="1058256" y="93527"/>
                  <a:pt x="1134981" y="39293"/>
                  <a:pt x="1222766" y="0"/>
                </a:cubicBezTo>
                <a:lnTo>
                  <a:pt x="1427154" y="162809"/>
                </a:lnTo>
                <a:cubicBezTo>
                  <a:pt x="1364785" y="185938"/>
                  <a:pt x="1307041" y="216511"/>
                  <a:pt x="1253977" y="254581"/>
                </a:cubicBezTo>
                <a:cubicBezTo>
                  <a:pt x="1200806" y="292705"/>
                  <a:pt x="1156409" y="334869"/>
                  <a:pt x="1120625" y="381021"/>
                </a:cubicBezTo>
                <a:cubicBezTo>
                  <a:pt x="1084788" y="427226"/>
                  <a:pt x="1057671" y="474548"/>
                  <a:pt x="1039221" y="523040"/>
                </a:cubicBezTo>
                <a:lnTo>
                  <a:pt x="1056554" y="533408"/>
                </a:lnTo>
                <a:cubicBezTo>
                  <a:pt x="1068092" y="524210"/>
                  <a:pt x="1081917" y="517297"/>
                  <a:pt x="1098134" y="512618"/>
                </a:cubicBezTo>
                <a:cubicBezTo>
                  <a:pt x="1114245" y="507993"/>
                  <a:pt x="1137374" y="505706"/>
                  <a:pt x="1167415" y="505706"/>
                </a:cubicBezTo>
                <a:cubicBezTo>
                  <a:pt x="1204316" y="505706"/>
                  <a:pt x="1241907" y="515543"/>
                  <a:pt x="1279978" y="535163"/>
                </a:cubicBezTo>
                <a:cubicBezTo>
                  <a:pt x="1318101" y="554836"/>
                  <a:pt x="1349259" y="583654"/>
                  <a:pt x="1373505" y="621778"/>
                </a:cubicBezTo>
                <a:cubicBezTo>
                  <a:pt x="1397751" y="659901"/>
                  <a:pt x="1409873" y="707808"/>
                  <a:pt x="1409873" y="765551"/>
                </a:cubicBezTo>
                <a:cubicBezTo>
                  <a:pt x="1409873" y="827921"/>
                  <a:pt x="1396581" y="881038"/>
                  <a:pt x="1370049" y="924904"/>
                </a:cubicBezTo>
                <a:cubicBezTo>
                  <a:pt x="1343463" y="968823"/>
                  <a:pt x="1307095" y="1002852"/>
                  <a:pt x="1260942" y="1027098"/>
                </a:cubicBezTo>
                <a:cubicBezTo>
                  <a:pt x="1214737" y="1051344"/>
                  <a:pt x="1163959" y="1063467"/>
                  <a:pt x="1108555" y="1063467"/>
                </a:cubicBezTo>
                <a:close/>
              </a:path>
            </a:pathLst>
          </a:custGeom>
          <a:solidFill>
            <a:srgbClr val="FFC600"/>
          </a:solidFill>
          <a:ln w="5302" cap="flat">
            <a:noFill/>
            <a:prstDash val="solid"/>
            <a:miter/>
          </a:ln>
        </p:spPr>
        <p:txBody>
          <a:bodyPr rtlCol="0" anchor="ctr"/>
          <a:lstStyle/>
          <a:p>
            <a:endParaRPr lang="en-US"/>
          </a:p>
        </p:txBody>
      </p:sp>
      <p:sp>
        <p:nvSpPr>
          <p:cNvPr id="15" name="Graphic 13">
            <a:extLst>
              <a:ext uri="{FF2B5EF4-FFF2-40B4-BE49-F238E27FC236}">
                <a16:creationId xmlns:a16="http://schemas.microsoft.com/office/drawing/2014/main" id="{BE2B4D7E-1017-42C1-14B1-18F64EBA7E9A}"/>
              </a:ext>
            </a:extLst>
          </p:cNvPr>
          <p:cNvSpPr/>
          <p:nvPr/>
        </p:nvSpPr>
        <p:spPr>
          <a:xfrm>
            <a:off x="9958895" y="4888700"/>
            <a:ext cx="1427094" cy="1060853"/>
          </a:xfrm>
          <a:custGeom>
            <a:avLst/>
            <a:gdLst>
              <a:gd name="connsiteX0" fmla="*/ 317869 w 1427094"/>
              <a:gd name="connsiteY0" fmla="*/ 0 h 1060853"/>
              <a:gd name="connsiteX1" fmla="*/ 501016 w 1427094"/>
              <a:gd name="connsiteY1" fmla="*/ 53570 h 1060853"/>
              <a:gd name="connsiteX2" fmla="*/ 611604 w 1427094"/>
              <a:gd name="connsiteY2" fmla="*/ 195240 h 1060853"/>
              <a:gd name="connsiteX3" fmla="*/ 649634 w 1427094"/>
              <a:gd name="connsiteY3" fmla="*/ 390481 h 1060853"/>
              <a:gd name="connsiteX4" fmla="*/ 592616 w 1427094"/>
              <a:gd name="connsiteY4" fmla="*/ 663477 h 1060853"/>
              <a:gd name="connsiteX5" fmla="*/ 435405 w 1427094"/>
              <a:gd name="connsiteY5" fmla="*/ 898445 h 1060853"/>
              <a:gd name="connsiteX6" fmla="*/ 207333 w 1427094"/>
              <a:gd name="connsiteY6" fmla="*/ 1060853 h 1060853"/>
              <a:gd name="connsiteX7" fmla="*/ 0 w 1427094"/>
              <a:gd name="connsiteY7" fmla="*/ 898445 h 1060853"/>
              <a:gd name="connsiteX8" fmla="*/ 174502 w 1427094"/>
              <a:gd name="connsiteY8" fmla="*/ 805147 h 1060853"/>
              <a:gd name="connsiteX9" fmla="*/ 307526 w 1427094"/>
              <a:gd name="connsiteY9" fmla="*/ 680768 h 1060853"/>
              <a:gd name="connsiteX10" fmla="*/ 386980 w 1427094"/>
              <a:gd name="connsiteY10" fmla="*/ 539099 h 1060853"/>
              <a:gd name="connsiteX11" fmla="*/ 369689 w 1427094"/>
              <a:gd name="connsiteY11" fmla="*/ 528756 h 1060853"/>
              <a:gd name="connsiteX12" fmla="*/ 328212 w 1427094"/>
              <a:gd name="connsiteY12" fmla="*/ 547744 h 1060853"/>
              <a:gd name="connsiteX13" fmla="*/ 259100 w 1427094"/>
              <a:gd name="connsiteY13" fmla="*/ 556390 h 1060853"/>
              <a:gd name="connsiteX14" fmla="*/ 148512 w 1427094"/>
              <a:gd name="connsiteY14" fmla="*/ 527005 h 1060853"/>
              <a:gd name="connsiteX15" fmla="*/ 55215 w 1427094"/>
              <a:gd name="connsiteY15" fmla="*/ 440603 h 1060853"/>
              <a:gd name="connsiteX16" fmla="*/ 17185 w 1427094"/>
              <a:gd name="connsiteY16" fmla="*/ 297183 h 1060853"/>
              <a:gd name="connsiteX17" fmla="*/ 58662 w 1427094"/>
              <a:gd name="connsiteY17" fmla="*/ 138222 h 1060853"/>
              <a:gd name="connsiteX18" fmla="*/ 169251 w 1427094"/>
              <a:gd name="connsiteY18" fmla="*/ 36279 h 1060853"/>
              <a:gd name="connsiteX19" fmla="*/ 317816 w 1427094"/>
              <a:gd name="connsiteY19" fmla="*/ 0 h 1060853"/>
              <a:gd name="connsiteX20" fmla="*/ 1095329 w 1427094"/>
              <a:gd name="connsiteY20" fmla="*/ 0 h 1060853"/>
              <a:gd name="connsiteX21" fmla="*/ 1278476 w 1427094"/>
              <a:gd name="connsiteY21" fmla="*/ 53570 h 1060853"/>
              <a:gd name="connsiteX22" fmla="*/ 1389065 w 1427094"/>
              <a:gd name="connsiteY22" fmla="*/ 195240 h 1060853"/>
              <a:gd name="connsiteX23" fmla="*/ 1427094 w 1427094"/>
              <a:gd name="connsiteY23" fmla="*/ 390481 h 1060853"/>
              <a:gd name="connsiteX24" fmla="*/ 1370076 w 1427094"/>
              <a:gd name="connsiteY24" fmla="*/ 663477 h 1060853"/>
              <a:gd name="connsiteX25" fmla="*/ 1212866 w 1427094"/>
              <a:gd name="connsiteY25" fmla="*/ 898445 h 1060853"/>
              <a:gd name="connsiteX26" fmla="*/ 984794 w 1427094"/>
              <a:gd name="connsiteY26" fmla="*/ 1060853 h 1060853"/>
              <a:gd name="connsiteX27" fmla="*/ 777460 w 1427094"/>
              <a:gd name="connsiteY27" fmla="*/ 898445 h 1060853"/>
              <a:gd name="connsiteX28" fmla="*/ 951962 w 1427094"/>
              <a:gd name="connsiteY28" fmla="*/ 805147 h 1060853"/>
              <a:gd name="connsiteX29" fmla="*/ 1084986 w 1427094"/>
              <a:gd name="connsiteY29" fmla="*/ 680768 h 1060853"/>
              <a:gd name="connsiteX30" fmla="*/ 1164440 w 1427094"/>
              <a:gd name="connsiteY30" fmla="*/ 539099 h 1060853"/>
              <a:gd name="connsiteX31" fmla="*/ 1147149 w 1427094"/>
              <a:gd name="connsiteY31" fmla="*/ 528756 h 1060853"/>
              <a:gd name="connsiteX32" fmla="*/ 1105672 w 1427094"/>
              <a:gd name="connsiteY32" fmla="*/ 547744 h 1060853"/>
              <a:gd name="connsiteX33" fmla="*/ 1036561 w 1427094"/>
              <a:gd name="connsiteY33" fmla="*/ 556390 h 1060853"/>
              <a:gd name="connsiteX34" fmla="*/ 925972 w 1427094"/>
              <a:gd name="connsiteY34" fmla="*/ 527005 h 1060853"/>
              <a:gd name="connsiteX35" fmla="*/ 832675 w 1427094"/>
              <a:gd name="connsiteY35" fmla="*/ 440603 h 1060853"/>
              <a:gd name="connsiteX36" fmla="*/ 794645 w 1427094"/>
              <a:gd name="connsiteY36" fmla="*/ 297183 h 1060853"/>
              <a:gd name="connsiteX37" fmla="*/ 836123 w 1427094"/>
              <a:gd name="connsiteY37" fmla="*/ 138222 h 1060853"/>
              <a:gd name="connsiteX38" fmla="*/ 946711 w 1427094"/>
              <a:gd name="connsiteY38" fmla="*/ 36279 h 1060853"/>
              <a:gd name="connsiteX39" fmla="*/ 1095276 w 1427094"/>
              <a:gd name="connsiteY39" fmla="*/ 0 h 106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427094" h="1060853">
                <a:moveTo>
                  <a:pt x="317869" y="0"/>
                </a:moveTo>
                <a:cubicBezTo>
                  <a:pt x="391541" y="0"/>
                  <a:pt x="452643" y="17874"/>
                  <a:pt x="501016" y="53570"/>
                </a:cubicBezTo>
                <a:cubicBezTo>
                  <a:pt x="549388" y="89319"/>
                  <a:pt x="586198" y="136525"/>
                  <a:pt x="611604" y="195240"/>
                </a:cubicBezTo>
                <a:cubicBezTo>
                  <a:pt x="636904" y="253956"/>
                  <a:pt x="649634" y="319089"/>
                  <a:pt x="649634" y="390481"/>
                </a:cubicBezTo>
                <a:cubicBezTo>
                  <a:pt x="649634" y="484945"/>
                  <a:pt x="630646" y="575961"/>
                  <a:pt x="592616" y="663477"/>
                </a:cubicBezTo>
                <a:cubicBezTo>
                  <a:pt x="554586" y="751046"/>
                  <a:pt x="502183" y="829333"/>
                  <a:pt x="435405" y="898445"/>
                </a:cubicBezTo>
                <a:cubicBezTo>
                  <a:pt x="368575" y="967556"/>
                  <a:pt x="292569" y="1021710"/>
                  <a:pt x="207333" y="1060853"/>
                </a:cubicBezTo>
                <a:lnTo>
                  <a:pt x="0" y="898445"/>
                </a:lnTo>
                <a:cubicBezTo>
                  <a:pt x="64444" y="873144"/>
                  <a:pt x="122682" y="842010"/>
                  <a:pt x="174502" y="805147"/>
                </a:cubicBezTo>
                <a:cubicBezTo>
                  <a:pt x="226322" y="768337"/>
                  <a:pt x="270663" y="726860"/>
                  <a:pt x="307526" y="680768"/>
                </a:cubicBezTo>
                <a:cubicBezTo>
                  <a:pt x="344336" y="634730"/>
                  <a:pt x="370856" y="587471"/>
                  <a:pt x="386980" y="539099"/>
                </a:cubicBezTo>
                <a:lnTo>
                  <a:pt x="369689" y="528756"/>
                </a:lnTo>
                <a:cubicBezTo>
                  <a:pt x="358126" y="535651"/>
                  <a:pt x="344336" y="542016"/>
                  <a:pt x="328212" y="547744"/>
                </a:cubicBezTo>
                <a:cubicBezTo>
                  <a:pt x="312087" y="553525"/>
                  <a:pt x="289015" y="556390"/>
                  <a:pt x="259100" y="556390"/>
                </a:cubicBezTo>
                <a:cubicBezTo>
                  <a:pt x="222238" y="556390"/>
                  <a:pt x="185375" y="546630"/>
                  <a:pt x="148512" y="527005"/>
                </a:cubicBezTo>
                <a:cubicBezTo>
                  <a:pt x="111649" y="507487"/>
                  <a:pt x="80515" y="478633"/>
                  <a:pt x="55215" y="440603"/>
                </a:cubicBezTo>
                <a:cubicBezTo>
                  <a:pt x="29862" y="402574"/>
                  <a:pt x="17185" y="354838"/>
                  <a:pt x="17185" y="297183"/>
                </a:cubicBezTo>
                <a:cubicBezTo>
                  <a:pt x="17185" y="234967"/>
                  <a:pt x="31028" y="182033"/>
                  <a:pt x="58662" y="138222"/>
                </a:cubicBezTo>
                <a:cubicBezTo>
                  <a:pt x="86296" y="94464"/>
                  <a:pt x="123106" y="60466"/>
                  <a:pt x="169251" y="36279"/>
                </a:cubicBezTo>
                <a:cubicBezTo>
                  <a:pt x="215289" y="12093"/>
                  <a:pt x="264829" y="0"/>
                  <a:pt x="317816" y="0"/>
                </a:cubicBezTo>
                <a:close/>
                <a:moveTo>
                  <a:pt x="1095329" y="0"/>
                </a:moveTo>
                <a:cubicBezTo>
                  <a:pt x="1169002" y="0"/>
                  <a:pt x="1230104" y="17874"/>
                  <a:pt x="1278476" y="53570"/>
                </a:cubicBezTo>
                <a:cubicBezTo>
                  <a:pt x="1326849" y="89319"/>
                  <a:pt x="1363658" y="136525"/>
                  <a:pt x="1389065" y="195240"/>
                </a:cubicBezTo>
                <a:cubicBezTo>
                  <a:pt x="1414365" y="253956"/>
                  <a:pt x="1427094" y="319089"/>
                  <a:pt x="1427094" y="390481"/>
                </a:cubicBezTo>
                <a:cubicBezTo>
                  <a:pt x="1427094" y="484945"/>
                  <a:pt x="1408106" y="575961"/>
                  <a:pt x="1370076" y="663477"/>
                </a:cubicBezTo>
                <a:cubicBezTo>
                  <a:pt x="1332047" y="751046"/>
                  <a:pt x="1279643" y="829333"/>
                  <a:pt x="1212866" y="898445"/>
                </a:cubicBezTo>
                <a:cubicBezTo>
                  <a:pt x="1146035" y="967556"/>
                  <a:pt x="1070029" y="1021710"/>
                  <a:pt x="984794" y="1060853"/>
                </a:cubicBezTo>
                <a:lnTo>
                  <a:pt x="777460" y="898445"/>
                </a:lnTo>
                <a:cubicBezTo>
                  <a:pt x="841904" y="873144"/>
                  <a:pt x="900142" y="842010"/>
                  <a:pt x="951962" y="805147"/>
                </a:cubicBezTo>
                <a:cubicBezTo>
                  <a:pt x="1003782" y="768337"/>
                  <a:pt x="1048123" y="726860"/>
                  <a:pt x="1084986" y="680768"/>
                </a:cubicBezTo>
                <a:cubicBezTo>
                  <a:pt x="1121796" y="634730"/>
                  <a:pt x="1148316" y="587471"/>
                  <a:pt x="1164440" y="539099"/>
                </a:cubicBezTo>
                <a:lnTo>
                  <a:pt x="1147149" y="528756"/>
                </a:lnTo>
                <a:cubicBezTo>
                  <a:pt x="1135586" y="535651"/>
                  <a:pt x="1121796" y="542016"/>
                  <a:pt x="1105672" y="547744"/>
                </a:cubicBezTo>
                <a:cubicBezTo>
                  <a:pt x="1089548" y="553525"/>
                  <a:pt x="1066475" y="556390"/>
                  <a:pt x="1036561" y="556390"/>
                </a:cubicBezTo>
                <a:cubicBezTo>
                  <a:pt x="999698" y="556390"/>
                  <a:pt x="962835" y="546630"/>
                  <a:pt x="925972" y="527005"/>
                </a:cubicBezTo>
                <a:cubicBezTo>
                  <a:pt x="889110" y="507487"/>
                  <a:pt x="857975" y="478633"/>
                  <a:pt x="832675" y="440603"/>
                </a:cubicBezTo>
                <a:cubicBezTo>
                  <a:pt x="807322" y="402574"/>
                  <a:pt x="794645" y="354838"/>
                  <a:pt x="794645" y="297183"/>
                </a:cubicBezTo>
                <a:cubicBezTo>
                  <a:pt x="794645" y="234967"/>
                  <a:pt x="808489" y="182033"/>
                  <a:pt x="836123" y="138222"/>
                </a:cubicBezTo>
                <a:cubicBezTo>
                  <a:pt x="863756" y="94464"/>
                  <a:pt x="900566" y="60466"/>
                  <a:pt x="946711" y="36279"/>
                </a:cubicBezTo>
                <a:cubicBezTo>
                  <a:pt x="992750" y="12093"/>
                  <a:pt x="1042289" y="0"/>
                  <a:pt x="1095276" y="0"/>
                </a:cubicBezTo>
                <a:close/>
              </a:path>
            </a:pathLst>
          </a:custGeom>
          <a:solidFill>
            <a:srgbClr val="FFC600"/>
          </a:solidFill>
          <a:ln w="5302" cap="flat">
            <a:noFill/>
            <a:prstDash val="solid"/>
            <a:miter/>
          </a:ln>
        </p:spPr>
        <p:txBody>
          <a:bodyPr rtlCol="0" anchor="ctr"/>
          <a:lstStyle/>
          <a:p>
            <a:endParaRPr lang="en-US"/>
          </a:p>
        </p:txBody>
      </p:sp>
      <p:graphicFrame>
        <p:nvGraphicFramePr>
          <p:cNvPr id="4" name="Object 3" hidden="1">
            <a:extLst>
              <a:ext uri="{FF2B5EF4-FFF2-40B4-BE49-F238E27FC236}">
                <a16:creationId xmlns:a16="http://schemas.microsoft.com/office/drawing/2014/main" id="{6FD49969-732A-40C2-A7F7-AF2AD20008B9}"/>
              </a:ext>
            </a:extLst>
          </p:cNvPr>
          <p:cNvGraphicFramePr>
            <a:graphicFrameLocks noChangeAspect="1"/>
          </p:cNvGraphicFramePr>
          <p:nvPr userDrawn="1">
            <p:custDataLst>
              <p:tags r:id="rId1"/>
            </p:custDataLst>
            <p:extLst>
              <p:ext uri="{D42A27DB-BD31-4B8C-83A1-F6EECF244321}">
                <p14:modId xmlns:p14="http://schemas.microsoft.com/office/powerpoint/2010/main" val="42539657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1" imgH="363" progId="TCLayout.ActiveDocument.1">
                  <p:embed/>
                </p:oleObj>
              </mc:Choice>
              <mc:Fallback>
                <p:oleObj name="think-cell Slide" r:id="rId3" imgW="351" imgH="363" progId="TCLayout.ActiveDocument.1">
                  <p:embed/>
                  <p:pic>
                    <p:nvPicPr>
                      <p:cNvPr id="4" name="Object 3" hidden="1">
                        <a:extLst>
                          <a:ext uri="{FF2B5EF4-FFF2-40B4-BE49-F238E27FC236}">
                            <a16:creationId xmlns:a16="http://schemas.microsoft.com/office/drawing/2014/main" id="{6FD49969-732A-40C2-A7F7-AF2AD20008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1"/>
          <p:cNvSpPr>
            <a:spLocks noGrp="1"/>
          </p:cNvSpPr>
          <p:nvPr>
            <p:ph type="title" hasCustomPrompt="1"/>
          </p:nvPr>
        </p:nvSpPr>
        <p:spPr bwMode="ltGray">
          <a:xfrm>
            <a:off x="2401951" y="2286395"/>
            <a:ext cx="7470919" cy="2828944"/>
          </a:xfrm>
          <a:prstGeom prst="rect">
            <a:avLst/>
          </a:prstGeom>
          <a:noFill/>
        </p:spPr>
        <p:txBody>
          <a:bodyPr vert="horz" wrap="square" lIns="91440" tIns="0" rIns="320040" bIns="0" anchor="ctr">
            <a:noAutofit/>
          </a:bodyPr>
          <a:lstStyle>
            <a:lvl1pPr algn="ctr">
              <a:defRPr sz="3200" b="0" i="0">
                <a:solidFill>
                  <a:schemeClr val="tx1"/>
                </a:solidFill>
                <a:latin typeface="Poppins Medium" pitchFamily="2" charset="77"/>
                <a:ea typeface="+mj-ea"/>
                <a:cs typeface="Poppins Medium" pitchFamily="2" charset="77"/>
              </a:defRPr>
            </a:lvl1pPr>
          </a:lstStyle>
          <a:p>
            <a:r>
              <a:rPr lang="en-US" dirty="0"/>
              <a:t>Click to add title</a:t>
            </a:r>
          </a:p>
        </p:txBody>
      </p:sp>
      <p:sp>
        <p:nvSpPr>
          <p:cNvPr id="5" name="TextBox 4">
            <a:extLst>
              <a:ext uri="{FF2B5EF4-FFF2-40B4-BE49-F238E27FC236}">
                <a16:creationId xmlns:a16="http://schemas.microsoft.com/office/drawing/2014/main" id="{A67DD17F-AFC9-156D-DBB6-731F97501E7E}"/>
              </a:ext>
            </a:extLst>
          </p:cNvPr>
          <p:cNvSpPr txBox="1"/>
          <p:nvPr userDrawn="1"/>
        </p:nvSpPr>
        <p:spPr>
          <a:xfrm>
            <a:off x="11648049" y="6467100"/>
            <a:ext cx="209096" cy="138499"/>
          </a:xfrm>
          <a:prstGeom prst="rect">
            <a:avLst/>
          </a:prstGeom>
          <a:noFill/>
        </p:spPr>
        <p:txBody>
          <a:bodyPr wrap="square" lIns="0" tIns="0" rIns="0" bIns="0" rtlCol="0" anchor="ctr">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900" kern="1200" smtClean="0">
                <a:solidFill>
                  <a:schemeClr val="bg1">
                    <a:lumMod val="50000"/>
                  </a:schemeClr>
                </a:solidFill>
                <a:latin typeface="Poppins" pitchFamily="2" charset="77"/>
                <a:ea typeface="+mn-ea"/>
                <a:cs typeface="Poppins" pitchFamily="2" charset="77"/>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900" kern="1200" dirty="0">
              <a:solidFill>
                <a:schemeClr val="bg1">
                  <a:lumMod val="50000"/>
                </a:schemeClr>
              </a:solidFill>
              <a:latin typeface="Poppins" pitchFamily="2" charset="77"/>
              <a:ea typeface="+mn-ea"/>
              <a:cs typeface="Poppins" pitchFamily="2" charset="77"/>
              <a:sym typeface="Trebuchet MS" panose="020B0603020202020204" pitchFamily="34" charset="0"/>
            </a:endParaRPr>
          </a:p>
        </p:txBody>
      </p:sp>
      <p:sp>
        <p:nvSpPr>
          <p:cNvPr id="6" name="TextBox 5">
            <a:extLst>
              <a:ext uri="{FF2B5EF4-FFF2-40B4-BE49-F238E27FC236}">
                <a16:creationId xmlns:a16="http://schemas.microsoft.com/office/drawing/2014/main" id="{2291D109-2552-542F-C669-F09202C026FF}"/>
              </a:ext>
            </a:extLst>
          </p:cNvPr>
          <p:cNvSpPr txBox="1"/>
          <p:nvPr userDrawn="1"/>
        </p:nvSpPr>
        <p:spPr>
          <a:xfrm>
            <a:off x="11800449" y="6619500"/>
            <a:ext cx="209096" cy="138499"/>
          </a:xfrm>
          <a:prstGeom prst="rect">
            <a:avLst/>
          </a:prstGeom>
          <a:noFill/>
        </p:spPr>
        <p:txBody>
          <a:bodyPr wrap="square" lIns="0" tIns="0" rIns="0" bIns="0" rtlCol="0" anchor="ctr">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900" kern="1200" smtClean="0">
                <a:solidFill>
                  <a:schemeClr val="bg1"/>
                </a:solidFill>
                <a:latin typeface="Poppins" pitchFamily="2" charset="77"/>
                <a:ea typeface="+mn-ea"/>
                <a:cs typeface="Poppins" pitchFamily="2" charset="77"/>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900" kern="1200" dirty="0">
              <a:solidFill>
                <a:schemeClr val="bg1"/>
              </a:solidFill>
              <a:latin typeface="Poppins" pitchFamily="2" charset="77"/>
              <a:ea typeface="+mn-ea"/>
              <a:cs typeface="Poppins" pitchFamily="2" charset="77"/>
              <a:sym typeface="Trebuchet MS" panose="020B0603020202020204" pitchFamily="34" charset="0"/>
            </a:endParaRPr>
          </a:p>
        </p:txBody>
      </p:sp>
      <p:sp>
        <p:nvSpPr>
          <p:cNvPr id="8" name="Text Placeholder 8">
            <a:extLst>
              <a:ext uri="{FF2B5EF4-FFF2-40B4-BE49-F238E27FC236}">
                <a16:creationId xmlns:a16="http://schemas.microsoft.com/office/drawing/2014/main" id="{782F1410-2450-3B1F-F600-4BB4161B7BDD}"/>
              </a:ext>
            </a:extLst>
          </p:cNvPr>
          <p:cNvSpPr txBox="1">
            <a:spLocks/>
          </p:cNvSpPr>
          <p:nvPr userDrawn="1"/>
        </p:nvSpPr>
        <p:spPr>
          <a:xfrm>
            <a:off x="9278470" y="6356350"/>
            <a:ext cx="2328314" cy="360000"/>
          </a:xfrm>
          <a:prstGeom prst="rect">
            <a:avLst/>
          </a:prstGeom>
        </p:spPr>
        <p:txBody>
          <a:bodyPr lIns="0" tIns="0" rIns="0" bIns="0" anchor="ctr"/>
          <a:lstStyle>
            <a:lvl1pPr marL="0" indent="0" algn="l" defTabSz="914400" rtl="0" eaLnBrk="1" latinLnBrk="0" hangingPunct="1">
              <a:lnSpc>
                <a:spcPct val="100000"/>
              </a:lnSpc>
              <a:spcBef>
                <a:spcPts val="0"/>
              </a:spcBef>
              <a:spcAft>
                <a:spcPts val="0"/>
              </a:spcAft>
              <a:buFont typeface="Arial" panose="020B0604020202020204" pitchFamily="34" charset="0"/>
              <a:buChar char="​"/>
              <a:defRPr lang="en-US" sz="1000" kern="1200">
                <a:solidFill>
                  <a:schemeClr val="tx1">
                    <a:lumMod val="50000"/>
                    <a:lumOff val="50000"/>
                  </a:schemeClr>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r>
              <a:rPr lang="en-US" sz="900" b="1" dirty="0">
                <a:solidFill>
                  <a:schemeClr val="bg1">
                    <a:lumMod val="65000"/>
                  </a:schemeClr>
                </a:solidFill>
                <a:latin typeface="Poppins" pitchFamily="2" charset="77"/>
                <a:ea typeface="+mn-ea"/>
                <a:cs typeface="Poppins" pitchFamily="2" charset="77"/>
              </a:rPr>
              <a:t>Data Office</a:t>
            </a:r>
          </a:p>
        </p:txBody>
      </p:sp>
    </p:spTree>
    <p:extLst>
      <p:ext uri="{BB962C8B-B14F-4D97-AF65-F5344CB8AC3E}">
        <p14:creationId xmlns:p14="http://schemas.microsoft.com/office/powerpoint/2010/main" val="6206046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hite Backgroun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E8C972-CAC1-3048-7851-9E73CD0BC18B}"/>
              </a:ext>
            </a:extLst>
          </p:cNvPr>
          <p:cNvSpPr>
            <a:spLocks noGrp="1"/>
          </p:cNvSpPr>
          <p:nvPr>
            <p:ph sz="quarter" idx="10"/>
          </p:nvPr>
        </p:nvSpPr>
        <p:spPr>
          <a:xfrm>
            <a:off x="504825" y="1325563"/>
            <a:ext cx="11274425" cy="4572000"/>
          </a:xfrm>
          <a:prstGeom prst="rect">
            <a:avLst/>
          </a:prstGeom>
        </p:spPr>
        <p:txBody>
          <a:bodyPr/>
          <a:lstStyle>
            <a:lvl1pPr marL="0" indent="0" defTabSz="252000">
              <a:spcBef>
                <a:spcPts val="0"/>
              </a:spcBef>
              <a:buFont typeface="Arial" panose="020B0604020202020204" pitchFamily="34" charset="0"/>
              <a:buNone/>
              <a:defRPr>
                <a:latin typeface="Poppins" pitchFamily="2" charset="77"/>
                <a:cs typeface="Poppins" pitchFamily="2" charset="77"/>
              </a:defRPr>
            </a:lvl1pPr>
            <a:lvl2pPr>
              <a:defRPr>
                <a:latin typeface="Poppins" pitchFamily="2" charset="77"/>
                <a:cs typeface="Poppins" pitchFamily="2" charset="77"/>
              </a:defRPr>
            </a:lvl2pPr>
            <a:lvl3pPr>
              <a:defRPr>
                <a:latin typeface="Poppins" pitchFamily="2" charset="77"/>
                <a:cs typeface="Poppins" pitchFamily="2" charset="77"/>
              </a:defRPr>
            </a:lvl3pPr>
            <a:lvl4pPr>
              <a:defRPr>
                <a:latin typeface="Poppins" pitchFamily="2" charset="77"/>
                <a:cs typeface="Poppins" pitchFamily="2" charset="77"/>
              </a:defRPr>
            </a:lvl4pPr>
            <a:lvl5pPr>
              <a:defRPr>
                <a:latin typeface="Poppins" pitchFamily="2" charset="77"/>
                <a:cs typeface="Poppins" pitchFamily="2" charset="77"/>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0"/>
            <a:endParaRPr lang="en-US" dirty="0"/>
          </a:p>
          <a:p>
            <a:pPr lvl="0"/>
            <a:r>
              <a:rPr lang="en-US" dirty="0"/>
              <a:t>This is separate</a:t>
            </a:r>
          </a:p>
          <a:p>
            <a:pPr lvl="0"/>
            <a:r>
              <a:rPr lang="en-US" dirty="0"/>
              <a:t>	This is tab</a:t>
            </a:r>
          </a:p>
        </p:txBody>
      </p:sp>
      <p:sp>
        <p:nvSpPr>
          <p:cNvPr id="4" name="Title Placeholder 4"/>
          <p:cNvSpPr>
            <a:spLocks noGrp="1"/>
          </p:cNvSpPr>
          <p:nvPr>
            <p:ph type="title" hasCustomPrompt="1"/>
          </p:nvPr>
        </p:nvSpPr>
        <p:spPr>
          <a:xfrm>
            <a:off x="298934" y="248731"/>
            <a:ext cx="10820525" cy="574229"/>
          </a:xfrm>
          <a:prstGeom prst="rect">
            <a:avLst/>
          </a:prstGeom>
        </p:spPr>
        <p:txBody>
          <a:bodyPr vert="horz" lIns="91440" tIns="45720" rIns="91440" bIns="45720" rtlCol="0" anchor="ctr">
            <a:normAutofit/>
          </a:bodyPr>
          <a:lstStyle>
            <a:lvl1pPr>
              <a:defRPr/>
            </a:lvl1pPr>
          </a:lstStyle>
          <a:p>
            <a:r>
              <a:rPr lang="en-US" dirty="0"/>
              <a:t>Title</a:t>
            </a:r>
            <a:endParaRPr lang="en-SG" dirty="0"/>
          </a:p>
        </p:txBody>
      </p:sp>
      <p:sp>
        <p:nvSpPr>
          <p:cNvPr id="7" name="Text Placeholder 8">
            <a:extLst>
              <a:ext uri="{FF2B5EF4-FFF2-40B4-BE49-F238E27FC236}">
                <a16:creationId xmlns:a16="http://schemas.microsoft.com/office/drawing/2014/main" id="{B59BC482-5744-4F7F-88E0-D75F7DC23495}"/>
              </a:ext>
            </a:extLst>
          </p:cNvPr>
          <p:cNvSpPr txBox="1">
            <a:spLocks/>
          </p:cNvSpPr>
          <p:nvPr userDrawn="1"/>
        </p:nvSpPr>
        <p:spPr>
          <a:xfrm>
            <a:off x="9278470" y="6356350"/>
            <a:ext cx="2328314" cy="360000"/>
          </a:xfrm>
          <a:prstGeom prst="rect">
            <a:avLst/>
          </a:prstGeom>
        </p:spPr>
        <p:txBody>
          <a:bodyPr lIns="0" tIns="0" rIns="0" bIns="0" anchor="ctr"/>
          <a:lstStyle>
            <a:lvl1pPr marL="0" indent="0" algn="l" defTabSz="914400" rtl="0" eaLnBrk="1" latinLnBrk="0" hangingPunct="1">
              <a:lnSpc>
                <a:spcPct val="100000"/>
              </a:lnSpc>
              <a:spcBef>
                <a:spcPts val="0"/>
              </a:spcBef>
              <a:spcAft>
                <a:spcPts val="0"/>
              </a:spcAft>
              <a:buFont typeface="Arial" panose="020B0604020202020204" pitchFamily="34" charset="0"/>
              <a:buChar char="​"/>
              <a:defRPr lang="en-US" sz="1000" kern="1200">
                <a:solidFill>
                  <a:schemeClr val="tx1">
                    <a:lumMod val="50000"/>
                    <a:lumOff val="50000"/>
                  </a:schemeClr>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r>
              <a:rPr lang="en-US" sz="900" b="1" dirty="0">
                <a:solidFill>
                  <a:schemeClr val="bg1">
                    <a:lumMod val="65000"/>
                  </a:schemeClr>
                </a:solidFill>
                <a:latin typeface="Poppins" pitchFamily="2" charset="77"/>
                <a:ea typeface="+mn-ea"/>
                <a:cs typeface="Poppins" pitchFamily="2" charset="77"/>
              </a:rPr>
              <a:t>Data Office</a:t>
            </a:r>
          </a:p>
        </p:txBody>
      </p:sp>
    </p:spTree>
    <p:extLst>
      <p:ext uri="{BB962C8B-B14F-4D97-AF65-F5344CB8AC3E}">
        <p14:creationId xmlns:p14="http://schemas.microsoft.com/office/powerpoint/2010/main" val="3250954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Gray slice heading">
    <p:bg>
      <p:bgPr>
        <a:solidFill>
          <a:schemeClr val="tx1"/>
        </a:solidFill>
        <a:effectLst/>
      </p:bgPr>
    </p:bg>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D515E9B3-8D4C-C79E-5C9B-189AB63C582F}"/>
              </a:ext>
            </a:extLst>
          </p:cNvPr>
          <p:cNvSpPr/>
          <p:nvPr userDrawn="1"/>
        </p:nvSpPr>
        <p:spPr>
          <a:xfrm>
            <a:off x="0" y="22499"/>
            <a:ext cx="3394716" cy="6813004"/>
          </a:xfrm>
          <a:custGeom>
            <a:avLst/>
            <a:gdLst>
              <a:gd name="connsiteX0" fmla="*/ 0 w 3394716"/>
              <a:gd name="connsiteY0" fmla="*/ 0 h 6813004"/>
              <a:gd name="connsiteX1" fmla="*/ 163222 w 3394716"/>
              <a:gd name="connsiteY1" fmla="*/ 4127 h 6813004"/>
              <a:gd name="connsiteX2" fmla="*/ 3394716 w 3394716"/>
              <a:gd name="connsiteY2" fmla="*/ 3406502 h 6813004"/>
              <a:gd name="connsiteX3" fmla="*/ 163222 w 3394716"/>
              <a:gd name="connsiteY3" fmla="*/ 6808877 h 6813004"/>
              <a:gd name="connsiteX4" fmla="*/ 0 w 3394716"/>
              <a:gd name="connsiteY4" fmla="*/ 6813004 h 6813004"/>
              <a:gd name="connsiteX5" fmla="*/ 0 w 3394716"/>
              <a:gd name="connsiteY5" fmla="*/ 0 h 681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94716" h="6813004">
                <a:moveTo>
                  <a:pt x="0" y="0"/>
                </a:moveTo>
                <a:lnTo>
                  <a:pt x="163222" y="4127"/>
                </a:lnTo>
                <a:cubicBezTo>
                  <a:pt x="1963277" y="95372"/>
                  <a:pt x="3394716" y="1583772"/>
                  <a:pt x="3394716" y="3406502"/>
                </a:cubicBezTo>
                <a:cubicBezTo>
                  <a:pt x="3394716" y="5229232"/>
                  <a:pt x="1963277" y="6717632"/>
                  <a:pt x="163222" y="6808877"/>
                </a:cubicBezTo>
                <a:lnTo>
                  <a:pt x="0" y="6813004"/>
                </a:lnTo>
                <a:lnTo>
                  <a:pt x="0" y="0"/>
                </a:lnTo>
                <a:close/>
              </a:path>
            </a:pathLst>
          </a:cu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4" name="Object 3" hidden="1">
            <a:extLst>
              <a:ext uri="{FF2B5EF4-FFF2-40B4-BE49-F238E27FC236}">
                <a16:creationId xmlns:a16="http://schemas.microsoft.com/office/drawing/2014/main" id="{6FD49969-732A-40C2-A7F7-AF2AD20008B9}"/>
              </a:ext>
            </a:extLst>
          </p:cNvPr>
          <p:cNvGraphicFramePr>
            <a:graphicFrameLocks noChangeAspect="1"/>
          </p:cNvGraphicFramePr>
          <p:nvPr userDrawn="1">
            <p:custDataLst>
              <p:tags r:id="rId1"/>
            </p:custDataLst>
            <p:extLst>
              <p:ext uri="{D42A27DB-BD31-4B8C-83A1-F6EECF244321}">
                <p14:modId xmlns:p14="http://schemas.microsoft.com/office/powerpoint/2010/main" val="42539657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1" imgH="363" progId="TCLayout.ActiveDocument.1">
                  <p:embed/>
                </p:oleObj>
              </mc:Choice>
              <mc:Fallback>
                <p:oleObj name="think-cell Slide" r:id="rId3" imgW="351" imgH="363" progId="TCLayout.ActiveDocument.1">
                  <p:embed/>
                  <p:pic>
                    <p:nvPicPr>
                      <p:cNvPr id="4" name="Object 3" hidden="1">
                        <a:extLst>
                          <a:ext uri="{FF2B5EF4-FFF2-40B4-BE49-F238E27FC236}">
                            <a16:creationId xmlns:a16="http://schemas.microsoft.com/office/drawing/2014/main" id="{6FD49969-732A-40C2-A7F7-AF2AD20008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1"/>
          <p:cNvSpPr>
            <a:spLocks noGrp="1"/>
          </p:cNvSpPr>
          <p:nvPr>
            <p:ph type="title" hasCustomPrompt="1"/>
          </p:nvPr>
        </p:nvSpPr>
        <p:spPr bwMode="ltGray">
          <a:xfrm>
            <a:off x="4005226" y="2014528"/>
            <a:ext cx="7470919" cy="2828944"/>
          </a:xfrm>
          <a:prstGeom prst="rect">
            <a:avLst/>
          </a:prstGeom>
          <a:noFill/>
        </p:spPr>
        <p:txBody>
          <a:bodyPr vert="horz" wrap="square" lIns="91440" tIns="0" rIns="320040" bIns="0" anchor="ctr">
            <a:noAutofit/>
          </a:bodyPr>
          <a:lstStyle>
            <a:lvl1pPr algn="l">
              <a:defRPr sz="3200">
                <a:solidFill>
                  <a:schemeClr val="bg1"/>
                </a:solidFill>
                <a:latin typeface="Poppins" pitchFamily="2" charset="77"/>
                <a:ea typeface="+mj-ea"/>
                <a:cs typeface="Poppins" pitchFamily="2" charset="77"/>
              </a:defRPr>
            </a:lvl1pPr>
          </a:lstStyle>
          <a:p>
            <a:r>
              <a:rPr lang="en-US" dirty="0"/>
              <a:t>Click to add title</a:t>
            </a:r>
          </a:p>
        </p:txBody>
      </p:sp>
      <p:sp>
        <p:nvSpPr>
          <p:cNvPr id="3" name="TextBox 2">
            <a:extLst>
              <a:ext uri="{FF2B5EF4-FFF2-40B4-BE49-F238E27FC236}">
                <a16:creationId xmlns:a16="http://schemas.microsoft.com/office/drawing/2014/main" id="{365E6CC8-B4E1-2448-A4EE-C0FD445E8E9C}"/>
              </a:ext>
            </a:extLst>
          </p:cNvPr>
          <p:cNvSpPr txBox="1"/>
          <p:nvPr userDrawn="1"/>
        </p:nvSpPr>
        <p:spPr>
          <a:xfrm>
            <a:off x="11648049" y="6467100"/>
            <a:ext cx="209096" cy="138499"/>
          </a:xfrm>
          <a:prstGeom prst="rect">
            <a:avLst/>
          </a:prstGeom>
          <a:noFill/>
        </p:spPr>
        <p:txBody>
          <a:bodyPr wrap="square" lIns="0" tIns="0" rIns="0" bIns="0" rtlCol="0" anchor="ctr">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900" kern="1200" smtClean="0">
                <a:solidFill>
                  <a:schemeClr val="bg1">
                    <a:lumMod val="50000"/>
                  </a:schemeClr>
                </a:solidFill>
                <a:latin typeface="Poppins" pitchFamily="2" charset="77"/>
                <a:ea typeface="+mn-ea"/>
                <a:cs typeface="Poppins" pitchFamily="2" charset="77"/>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900" kern="1200" dirty="0">
              <a:solidFill>
                <a:schemeClr val="bg1">
                  <a:lumMod val="50000"/>
                </a:schemeClr>
              </a:solidFill>
              <a:latin typeface="Poppins" pitchFamily="2" charset="77"/>
              <a:ea typeface="+mn-ea"/>
              <a:cs typeface="Poppins" pitchFamily="2" charset="77"/>
              <a:sym typeface="Trebuchet MS" panose="020B0603020202020204" pitchFamily="34" charset="0"/>
            </a:endParaRPr>
          </a:p>
        </p:txBody>
      </p:sp>
      <p:sp>
        <p:nvSpPr>
          <p:cNvPr id="11" name="Graphic 5">
            <a:extLst>
              <a:ext uri="{FF2B5EF4-FFF2-40B4-BE49-F238E27FC236}">
                <a16:creationId xmlns:a16="http://schemas.microsoft.com/office/drawing/2014/main" id="{A19ED581-CDE6-571F-EA9A-54A89ECBAFBD}"/>
              </a:ext>
            </a:extLst>
          </p:cNvPr>
          <p:cNvSpPr/>
          <p:nvPr/>
        </p:nvSpPr>
        <p:spPr>
          <a:xfrm>
            <a:off x="513295" y="2434528"/>
            <a:ext cx="2254643" cy="1680083"/>
          </a:xfrm>
          <a:custGeom>
            <a:avLst/>
            <a:gdLst>
              <a:gd name="connsiteX0" fmla="*/ 525336 w 2254643"/>
              <a:gd name="connsiteY0" fmla="*/ 1680000 h 1680083"/>
              <a:gd name="connsiteX1" fmla="*/ 238056 w 2254643"/>
              <a:gd name="connsiteY1" fmla="*/ 1595160 h 1680083"/>
              <a:gd name="connsiteX2" fmla="*/ 60228 w 2254643"/>
              <a:gd name="connsiteY2" fmla="*/ 1368024 h 1680083"/>
              <a:gd name="connsiteX3" fmla="*/ 0 w 2254643"/>
              <a:gd name="connsiteY3" fmla="*/ 1061592 h 1680083"/>
              <a:gd name="connsiteX4" fmla="*/ 92988 w 2254643"/>
              <a:gd name="connsiteY4" fmla="*/ 626556 h 1680083"/>
              <a:gd name="connsiteX5" fmla="*/ 341964 w 2254643"/>
              <a:gd name="connsiteY5" fmla="*/ 257208 h 1680083"/>
              <a:gd name="connsiteX6" fmla="*/ 700392 w 2254643"/>
              <a:gd name="connsiteY6" fmla="*/ 0 h 1680083"/>
              <a:gd name="connsiteX7" fmla="*/ 1028748 w 2254643"/>
              <a:gd name="connsiteY7" fmla="*/ 257208 h 1680083"/>
              <a:gd name="connsiteX8" fmla="*/ 755160 w 2254643"/>
              <a:gd name="connsiteY8" fmla="*/ 402192 h 1680083"/>
              <a:gd name="connsiteX9" fmla="*/ 544488 w 2254643"/>
              <a:gd name="connsiteY9" fmla="*/ 601944 h 1680083"/>
              <a:gd name="connsiteX10" fmla="*/ 415884 w 2254643"/>
              <a:gd name="connsiteY10" fmla="*/ 826308 h 1680083"/>
              <a:gd name="connsiteX11" fmla="*/ 443268 w 2254643"/>
              <a:gd name="connsiteY11" fmla="*/ 842688 h 1680083"/>
              <a:gd name="connsiteX12" fmla="*/ 508956 w 2254643"/>
              <a:gd name="connsiteY12" fmla="*/ 809844 h 1680083"/>
              <a:gd name="connsiteX13" fmla="*/ 618408 w 2254643"/>
              <a:gd name="connsiteY13" fmla="*/ 798924 h 1680083"/>
              <a:gd name="connsiteX14" fmla="*/ 793548 w 2254643"/>
              <a:gd name="connsiteY14" fmla="*/ 845460 h 1680083"/>
              <a:gd name="connsiteX15" fmla="*/ 941304 w 2254643"/>
              <a:gd name="connsiteY15" fmla="*/ 982296 h 1680083"/>
              <a:gd name="connsiteX16" fmla="*/ 1001532 w 2254643"/>
              <a:gd name="connsiteY16" fmla="*/ 1209432 h 1680083"/>
              <a:gd name="connsiteX17" fmla="*/ 938616 w 2254643"/>
              <a:gd name="connsiteY17" fmla="*/ 1461180 h 1680083"/>
              <a:gd name="connsiteX18" fmla="*/ 766248 w 2254643"/>
              <a:gd name="connsiteY18" fmla="*/ 1622628 h 1680083"/>
              <a:gd name="connsiteX19" fmla="*/ 525504 w 2254643"/>
              <a:gd name="connsiteY19" fmla="*/ 1680084 h 1680083"/>
              <a:gd name="connsiteX20" fmla="*/ 1751148 w 2254643"/>
              <a:gd name="connsiteY20" fmla="*/ 1680000 h 1680083"/>
              <a:gd name="connsiteX21" fmla="*/ 1463868 w 2254643"/>
              <a:gd name="connsiteY21" fmla="*/ 1595160 h 1680083"/>
              <a:gd name="connsiteX22" fmla="*/ 1288728 w 2254643"/>
              <a:gd name="connsiteY22" fmla="*/ 1368024 h 1680083"/>
              <a:gd name="connsiteX23" fmla="*/ 1231272 w 2254643"/>
              <a:gd name="connsiteY23" fmla="*/ 1061592 h 1680083"/>
              <a:gd name="connsiteX24" fmla="*/ 1321572 w 2254643"/>
              <a:gd name="connsiteY24" fmla="*/ 626556 h 1680083"/>
              <a:gd name="connsiteX25" fmla="*/ 1567860 w 2254643"/>
              <a:gd name="connsiteY25" fmla="*/ 257208 h 1680083"/>
              <a:gd name="connsiteX26" fmla="*/ 1931748 w 2254643"/>
              <a:gd name="connsiteY26" fmla="*/ 0 h 1680083"/>
              <a:gd name="connsiteX27" fmla="*/ 2254644 w 2254643"/>
              <a:gd name="connsiteY27" fmla="*/ 257208 h 1680083"/>
              <a:gd name="connsiteX28" fmla="*/ 1981056 w 2254643"/>
              <a:gd name="connsiteY28" fmla="*/ 402192 h 1680083"/>
              <a:gd name="connsiteX29" fmla="*/ 1770384 w 2254643"/>
              <a:gd name="connsiteY29" fmla="*/ 601944 h 1680083"/>
              <a:gd name="connsiteX30" fmla="*/ 1641780 w 2254643"/>
              <a:gd name="connsiteY30" fmla="*/ 826308 h 1680083"/>
              <a:gd name="connsiteX31" fmla="*/ 1669164 w 2254643"/>
              <a:gd name="connsiteY31" fmla="*/ 842688 h 1680083"/>
              <a:gd name="connsiteX32" fmla="*/ 1734852 w 2254643"/>
              <a:gd name="connsiteY32" fmla="*/ 809844 h 1680083"/>
              <a:gd name="connsiteX33" fmla="*/ 1844304 w 2254643"/>
              <a:gd name="connsiteY33" fmla="*/ 798924 h 1680083"/>
              <a:gd name="connsiteX34" fmla="*/ 2022132 w 2254643"/>
              <a:gd name="connsiteY34" fmla="*/ 845460 h 1680083"/>
              <a:gd name="connsiteX35" fmla="*/ 2169888 w 2254643"/>
              <a:gd name="connsiteY35" fmla="*/ 982296 h 1680083"/>
              <a:gd name="connsiteX36" fmla="*/ 2227344 w 2254643"/>
              <a:gd name="connsiteY36" fmla="*/ 1209432 h 1680083"/>
              <a:gd name="connsiteX37" fmla="*/ 2164428 w 2254643"/>
              <a:gd name="connsiteY37" fmla="*/ 1461180 h 1680083"/>
              <a:gd name="connsiteX38" fmla="*/ 1992060 w 2254643"/>
              <a:gd name="connsiteY38" fmla="*/ 1622628 h 1680083"/>
              <a:gd name="connsiteX39" fmla="*/ 1751316 w 2254643"/>
              <a:gd name="connsiteY39" fmla="*/ 1680084 h 168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54643" h="1680083">
                <a:moveTo>
                  <a:pt x="525336" y="1680000"/>
                </a:moveTo>
                <a:cubicBezTo>
                  <a:pt x="412188" y="1680000"/>
                  <a:pt x="316428" y="1651776"/>
                  <a:pt x="238056" y="1595160"/>
                </a:cubicBezTo>
                <a:cubicBezTo>
                  <a:pt x="159600" y="1538628"/>
                  <a:pt x="100296" y="1462944"/>
                  <a:pt x="60228" y="1368024"/>
                </a:cubicBezTo>
                <a:cubicBezTo>
                  <a:pt x="20076" y="1273188"/>
                  <a:pt x="0" y="1171044"/>
                  <a:pt x="0" y="1061592"/>
                </a:cubicBezTo>
                <a:cubicBezTo>
                  <a:pt x="0" y="908376"/>
                  <a:pt x="30912" y="763392"/>
                  <a:pt x="92988" y="626556"/>
                </a:cubicBezTo>
                <a:cubicBezTo>
                  <a:pt x="154980" y="489720"/>
                  <a:pt x="237972" y="366660"/>
                  <a:pt x="341964" y="257208"/>
                </a:cubicBezTo>
                <a:cubicBezTo>
                  <a:pt x="445956" y="147756"/>
                  <a:pt x="565404" y="62076"/>
                  <a:pt x="700392" y="0"/>
                </a:cubicBezTo>
                <a:lnTo>
                  <a:pt x="1028748" y="257208"/>
                </a:lnTo>
                <a:cubicBezTo>
                  <a:pt x="930216" y="293748"/>
                  <a:pt x="838992" y="342048"/>
                  <a:pt x="755160" y="402192"/>
                </a:cubicBezTo>
                <a:cubicBezTo>
                  <a:pt x="671160" y="462420"/>
                  <a:pt x="601020" y="529032"/>
                  <a:pt x="544488" y="601944"/>
                </a:cubicBezTo>
                <a:cubicBezTo>
                  <a:pt x="487872" y="674940"/>
                  <a:pt x="445032" y="749700"/>
                  <a:pt x="415884" y="826308"/>
                </a:cubicBezTo>
                <a:lnTo>
                  <a:pt x="443268" y="842688"/>
                </a:lnTo>
                <a:cubicBezTo>
                  <a:pt x="461496" y="828156"/>
                  <a:pt x="483336" y="817236"/>
                  <a:pt x="508956" y="809844"/>
                </a:cubicBezTo>
                <a:cubicBezTo>
                  <a:pt x="534408" y="802536"/>
                  <a:pt x="570948" y="798924"/>
                  <a:pt x="618408" y="798924"/>
                </a:cubicBezTo>
                <a:cubicBezTo>
                  <a:pt x="676704" y="798924"/>
                  <a:pt x="735084" y="814464"/>
                  <a:pt x="793548" y="845460"/>
                </a:cubicBezTo>
                <a:cubicBezTo>
                  <a:pt x="851844" y="876540"/>
                  <a:pt x="901152" y="922068"/>
                  <a:pt x="941304" y="982296"/>
                </a:cubicBezTo>
                <a:cubicBezTo>
                  <a:pt x="981372" y="1042524"/>
                  <a:pt x="1001532" y="1118208"/>
                  <a:pt x="1001532" y="1209432"/>
                </a:cubicBezTo>
                <a:cubicBezTo>
                  <a:pt x="1001532" y="1307964"/>
                  <a:pt x="980532" y="1391880"/>
                  <a:pt x="938616" y="1461180"/>
                </a:cubicBezTo>
                <a:cubicBezTo>
                  <a:pt x="896616" y="1530564"/>
                  <a:pt x="839160" y="1584324"/>
                  <a:pt x="766248" y="1622628"/>
                </a:cubicBezTo>
                <a:cubicBezTo>
                  <a:pt x="693252" y="1660932"/>
                  <a:pt x="613032" y="1680084"/>
                  <a:pt x="525504" y="1680084"/>
                </a:cubicBezTo>
                <a:close/>
                <a:moveTo>
                  <a:pt x="1751148" y="1680000"/>
                </a:moveTo>
                <a:cubicBezTo>
                  <a:pt x="1638000" y="1680000"/>
                  <a:pt x="1542240" y="1651776"/>
                  <a:pt x="1463868" y="1595160"/>
                </a:cubicBezTo>
                <a:cubicBezTo>
                  <a:pt x="1385412" y="1538628"/>
                  <a:pt x="1327032" y="1462944"/>
                  <a:pt x="1288728" y="1368024"/>
                </a:cubicBezTo>
                <a:cubicBezTo>
                  <a:pt x="1250424" y="1273188"/>
                  <a:pt x="1231272" y="1171044"/>
                  <a:pt x="1231272" y="1061592"/>
                </a:cubicBezTo>
                <a:cubicBezTo>
                  <a:pt x="1231272" y="908376"/>
                  <a:pt x="1261344" y="763392"/>
                  <a:pt x="1321572" y="626556"/>
                </a:cubicBezTo>
                <a:cubicBezTo>
                  <a:pt x="1381800" y="489720"/>
                  <a:pt x="1463868" y="366660"/>
                  <a:pt x="1567860" y="257208"/>
                </a:cubicBezTo>
                <a:cubicBezTo>
                  <a:pt x="1671852" y="147756"/>
                  <a:pt x="1793064" y="62076"/>
                  <a:pt x="1931748" y="0"/>
                </a:cubicBezTo>
                <a:lnTo>
                  <a:pt x="2254644" y="257208"/>
                </a:lnTo>
                <a:cubicBezTo>
                  <a:pt x="2156112" y="293748"/>
                  <a:pt x="2064888" y="342048"/>
                  <a:pt x="1981056" y="402192"/>
                </a:cubicBezTo>
                <a:cubicBezTo>
                  <a:pt x="1897056" y="462420"/>
                  <a:pt x="1826916" y="529032"/>
                  <a:pt x="1770384" y="601944"/>
                </a:cubicBezTo>
                <a:cubicBezTo>
                  <a:pt x="1713768" y="674940"/>
                  <a:pt x="1670928" y="749700"/>
                  <a:pt x="1641780" y="826308"/>
                </a:cubicBezTo>
                <a:lnTo>
                  <a:pt x="1669164" y="842688"/>
                </a:lnTo>
                <a:cubicBezTo>
                  <a:pt x="1687392" y="828156"/>
                  <a:pt x="1709232" y="817236"/>
                  <a:pt x="1734852" y="809844"/>
                </a:cubicBezTo>
                <a:cubicBezTo>
                  <a:pt x="1760304" y="802536"/>
                  <a:pt x="1796844" y="798924"/>
                  <a:pt x="1844304" y="798924"/>
                </a:cubicBezTo>
                <a:cubicBezTo>
                  <a:pt x="1902600" y="798924"/>
                  <a:pt x="1961988" y="814464"/>
                  <a:pt x="2022132" y="845460"/>
                </a:cubicBezTo>
                <a:cubicBezTo>
                  <a:pt x="2082360" y="876540"/>
                  <a:pt x="2131584" y="922068"/>
                  <a:pt x="2169888" y="982296"/>
                </a:cubicBezTo>
                <a:cubicBezTo>
                  <a:pt x="2208192" y="1042524"/>
                  <a:pt x="2227344" y="1118208"/>
                  <a:pt x="2227344" y="1209432"/>
                </a:cubicBezTo>
                <a:cubicBezTo>
                  <a:pt x="2227344" y="1307964"/>
                  <a:pt x="2206344" y="1391880"/>
                  <a:pt x="2164428" y="1461180"/>
                </a:cubicBezTo>
                <a:cubicBezTo>
                  <a:pt x="2122428" y="1530564"/>
                  <a:pt x="2064972" y="1584324"/>
                  <a:pt x="1992060" y="1622628"/>
                </a:cubicBezTo>
                <a:cubicBezTo>
                  <a:pt x="1919064" y="1660932"/>
                  <a:pt x="1838844" y="1680084"/>
                  <a:pt x="1751316" y="1680084"/>
                </a:cubicBezTo>
                <a:close/>
              </a:path>
            </a:pathLst>
          </a:custGeom>
          <a:solidFill>
            <a:srgbClr val="000000"/>
          </a:solidFill>
          <a:ln w="8382" cap="flat">
            <a:noFill/>
            <a:prstDash val="solid"/>
            <a:miter/>
          </a:ln>
        </p:spPr>
        <p:txBody>
          <a:bodyPr rtlCol="0" anchor="ctr"/>
          <a:lstStyle/>
          <a:p>
            <a:endParaRPr lang="en-US"/>
          </a:p>
        </p:txBody>
      </p:sp>
      <p:sp>
        <p:nvSpPr>
          <p:cNvPr id="8" name="Text Placeholder 8">
            <a:extLst>
              <a:ext uri="{FF2B5EF4-FFF2-40B4-BE49-F238E27FC236}">
                <a16:creationId xmlns:a16="http://schemas.microsoft.com/office/drawing/2014/main" id="{782F1410-2450-3B1F-F600-4BB4161B7BDD}"/>
              </a:ext>
            </a:extLst>
          </p:cNvPr>
          <p:cNvSpPr txBox="1">
            <a:spLocks/>
          </p:cNvSpPr>
          <p:nvPr userDrawn="1"/>
        </p:nvSpPr>
        <p:spPr>
          <a:xfrm>
            <a:off x="9278470" y="6356350"/>
            <a:ext cx="2328314" cy="360000"/>
          </a:xfrm>
          <a:prstGeom prst="rect">
            <a:avLst/>
          </a:prstGeom>
        </p:spPr>
        <p:txBody>
          <a:bodyPr lIns="0" tIns="0" rIns="0" bIns="0" anchor="ctr"/>
          <a:lstStyle>
            <a:lvl1pPr marL="0" indent="0" algn="l" defTabSz="914400" rtl="0" eaLnBrk="1" latinLnBrk="0" hangingPunct="1">
              <a:lnSpc>
                <a:spcPct val="100000"/>
              </a:lnSpc>
              <a:spcBef>
                <a:spcPts val="0"/>
              </a:spcBef>
              <a:spcAft>
                <a:spcPts val="0"/>
              </a:spcAft>
              <a:buFont typeface="Arial" panose="020B0604020202020204" pitchFamily="34" charset="0"/>
              <a:buChar char="​"/>
              <a:defRPr lang="en-US" sz="1000" kern="1200">
                <a:solidFill>
                  <a:schemeClr val="tx1">
                    <a:lumMod val="50000"/>
                    <a:lumOff val="50000"/>
                  </a:schemeClr>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r>
              <a:rPr lang="en-US" sz="900" b="1" dirty="0">
                <a:solidFill>
                  <a:schemeClr val="bg1">
                    <a:lumMod val="65000"/>
                  </a:schemeClr>
                </a:solidFill>
                <a:latin typeface="Poppins" pitchFamily="2" charset="77"/>
                <a:ea typeface="+mn-ea"/>
                <a:cs typeface="Poppins" pitchFamily="2" charset="77"/>
              </a:rPr>
              <a:t>Data Office</a:t>
            </a:r>
          </a:p>
        </p:txBody>
      </p:sp>
    </p:spTree>
    <p:extLst>
      <p:ext uri="{BB962C8B-B14F-4D97-AF65-F5344CB8AC3E}">
        <p14:creationId xmlns:p14="http://schemas.microsoft.com/office/powerpoint/2010/main" val="27071320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En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8801408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B788E2FA-917C-3721-DBCD-D3B8C937B3A3}"/>
              </a:ext>
            </a:extLst>
          </p:cNvPr>
          <p:cNvSpPr txBox="1"/>
          <p:nvPr userDrawn="1"/>
        </p:nvSpPr>
        <p:spPr>
          <a:xfrm>
            <a:off x="-193431" y="4712677"/>
            <a:ext cx="0" cy="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err="1">
              <a:solidFill>
                <a:schemeClr val="tx1"/>
              </a:solidFill>
            </a:endParaRPr>
          </a:p>
        </p:txBody>
      </p:sp>
      <p:pic>
        <p:nvPicPr>
          <p:cNvPr id="9" name="Picture 8">
            <a:extLst>
              <a:ext uri="{FF2B5EF4-FFF2-40B4-BE49-F238E27FC236}">
                <a16:creationId xmlns:a16="http://schemas.microsoft.com/office/drawing/2014/main" id="{86846EC1-075D-C35E-D756-ADC5AB753F37}"/>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2089147" y="4439478"/>
            <a:ext cx="8013705" cy="1118579"/>
          </a:xfrm>
          <a:prstGeom prst="rect">
            <a:avLst/>
          </a:prstGeom>
        </p:spPr>
      </p:pic>
      <p:sp>
        <p:nvSpPr>
          <p:cNvPr id="3" name="TextBox 2">
            <a:extLst>
              <a:ext uri="{FF2B5EF4-FFF2-40B4-BE49-F238E27FC236}">
                <a16:creationId xmlns:a16="http://schemas.microsoft.com/office/drawing/2014/main" id="{6E6EB47A-68F3-A7DB-06C4-20A3F84EE13B}"/>
              </a:ext>
            </a:extLst>
          </p:cNvPr>
          <p:cNvSpPr txBox="1"/>
          <p:nvPr userDrawn="1"/>
        </p:nvSpPr>
        <p:spPr>
          <a:xfrm>
            <a:off x="11648049" y="6467100"/>
            <a:ext cx="209096" cy="138499"/>
          </a:xfrm>
          <a:prstGeom prst="rect">
            <a:avLst/>
          </a:prstGeom>
          <a:noFill/>
        </p:spPr>
        <p:txBody>
          <a:bodyPr wrap="square" lIns="0" tIns="0" rIns="0" bIns="0" rtlCol="0" anchor="ctr">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900" kern="1200" smtClean="0">
                <a:solidFill>
                  <a:schemeClr val="tx1">
                    <a:lumMod val="75000"/>
                  </a:schemeClr>
                </a:solidFill>
                <a:latin typeface="Poppins" pitchFamily="2" charset="77"/>
                <a:ea typeface="+mn-ea"/>
                <a:cs typeface="Poppins" pitchFamily="2" charset="77"/>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900" kern="1200" dirty="0">
              <a:solidFill>
                <a:schemeClr val="tx1">
                  <a:lumMod val="75000"/>
                </a:schemeClr>
              </a:solidFill>
              <a:latin typeface="Poppins" pitchFamily="2" charset="77"/>
              <a:ea typeface="+mn-ea"/>
              <a:cs typeface="Poppins" pitchFamily="2" charset="77"/>
              <a:sym typeface="Trebuchet MS" panose="020B0603020202020204" pitchFamily="34" charset="0"/>
            </a:endParaRPr>
          </a:p>
        </p:txBody>
      </p:sp>
      <p:grpSp>
        <p:nvGrpSpPr>
          <p:cNvPr id="5" name="Group 4">
            <a:extLst>
              <a:ext uri="{FF2B5EF4-FFF2-40B4-BE49-F238E27FC236}">
                <a16:creationId xmlns:a16="http://schemas.microsoft.com/office/drawing/2014/main" id="{D0784055-28EB-BC33-B62D-DF2FFAB6AFEA}"/>
              </a:ext>
            </a:extLst>
          </p:cNvPr>
          <p:cNvGrpSpPr/>
          <p:nvPr userDrawn="1"/>
        </p:nvGrpSpPr>
        <p:grpSpPr>
          <a:xfrm>
            <a:off x="-1343683" y="2271295"/>
            <a:ext cx="14879367" cy="1672090"/>
            <a:chOff x="-156089" y="-1691111"/>
            <a:chExt cx="12455729" cy="1399730"/>
          </a:xfrm>
        </p:grpSpPr>
        <p:grpSp>
          <p:nvGrpSpPr>
            <p:cNvPr id="7" name="Graphic 15">
              <a:extLst>
                <a:ext uri="{FF2B5EF4-FFF2-40B4-BE49-F238E27FC236}">
                  <a16:creationId xmlns:a16="http://schemas.microsoft.com/office/drawing/2014/main" id="{391B22BF-350E-CAA8-2CBD-9D88D0D51011}"/>
                </a:ext>
              </a:extLst>
            </p:cNvPr>
            <p:cNvGrpSpPr/>
            <p:nvPr/>
          </p:nvGrpSpPr>
          <p:grpSpPr>
            <a:xfrm>
              <a:off x="-156089" y="-1691111"/>
              <a:ext cx="12455729" cy="690735"/>
              <a:chOff x="-156089" y="-1691111"/>
              <a:chExt cx="12455729" cy="690735"/>
            </a:xfrm>
            <a:solidFill>
              <a:srgbClr val="FFC600"/>
            </a:solidFill>
          </p:grpSpPr>
          <p:sp>
            <p:nvSpPr>
              <p:cNvPr id="48" name="Freeform 47">
                <a:extLst>
                  <a:ext uri="{FF2B5EF4-FFF2-40B4-BE49-F238E27FC236}">
                    <a16:creationId xmlns:a16="http://schemas.microsoft.com/office/drawing/2014/main" id="{DBF60E91-D087-9DF1-4C22-946785DC685E}"/>
                  </a:ext>
                </a:extLst>
              </p:cNvPr>
              <p:cNvSpPr/>
              <p:nvPr/>
            </p:nvSpPr>
            <p:spPr>
              <a:xfrm>
                <a:off x="5137391" y="-1483451"/>
                <a:ext cx="1367883" cy="289667"/>
              </a:xfrm>
              <a:custGeom>
                <a:avLst/>
                <a:gdLst>
                  <a:gd name="connsiteX0" fmla="*/ 1367757 w 1367883"/>
                  <a:gd name="connsiteY0" fmla="*/ 38045 h 289667"/>
                  <a:gd name="connsiteX1" fmla="*/ 1339706 w 1367883"/>
                  <a:gd name="connsiteY1" fmla="*/ 11388 h 289667"/>
                  <a:gd name="connsiteX2" fmla="*/ 1238216 w 1367883"/>
                  <a:gd name="connsiteY2" fmla="*/ 68393 h 289667"/>
                  <a:gd name="connsiteX3" fmla="*/ 1195440 w 1367883"/>
                  <a:gd name="connsiteY3" fmla="*/ 108347 h 289667"/>
                  <a:gd name="connsiteX4" fmla="*/ 1177463 w 1367883"/>
                  <a:gd name="connsiteY4" fmla="*/ 126924 h 289667"/>
                  <a:gd name="connsiteX5" fmla="*/ 1188364 w 1367883"/>
                  <a:gd name="connsiteY5" fmla="*/ 103893 h 289667"/>
                  <a:gd name="connsiteX6" fmla="*/ 1204046 w 1367883"/>
                  <a:gd name="connsiteY6" fmla="*/ 68520 h 289667"/>
                  <a:gd name="connsiteX7" fmla="*/ 1210421 w 1367883"/>
                  <a:gd name="connsiteY7" fmla="*/ 46698 h 289667"/>
                  <a:gd name="connsiteX8" fmla="*/ 1193209 w 1367883"/>
                  <a:gd name="connsiteY8" fmla="*/ 28820 h 289667"/>
                  <a:gd name="connsiteX9" fmla="*/ 1179311 w 1367883"/>
                  <a:gd name="connsiteY9" fmla="*/ 42626 h 289667"/>
                  <a:gd name="connsiteX10" fmla="*/ 1140615 w 1367883"/>
                  <a:gd name="connsiteY10" fmla="*/ 128960 h 289667"/>
                  <a:gd name="connsiteX11" fmla="*/ 1136025 w 1367883"/>
                  <a:gd name="connsiteY11" fmla="*/ 138249 h 289667"/>
                  <a:gd name="connsiteX12" fmla="*/ 1130542 w 1367883"/>
                  <a:gd name="connsiteY12" fmla="*/ 141366 h 289667"/>
                  <a:gd name="connsiteX13" fmla="*/ 1086173 w 1367883"/>
                  <a:gd name="connsiteY13" fmla="*/ 183993 h 289667"/>
                  <a:gd name="connsiteX14" fmla="*/ 1042121 w 1367883"/>
                  <a:gd name="connsiteY14" fmla="*/ 219048 h 289667"/>
                  <a:gd name="connsiteX15" fmla="*/ 1015601 w 1367883"/>
                  <a:gd name="connsiteY15" fmla="*/ 233490 h 289667"/>
                  <a:gd name="connsiteX16" fmla="*/ 986850 w 1367883"/>
                  <a:gd name="connsiteY16" fmla="*/ 240552 h 289667"/>
                  <a:gd name="connsiteX17" fmla="*/ 974674 w 1367883"/>
                  <a:gd name="connsiteY17" fmla="*/ 227446 h 289667"/>
                  <a:gd name="connsiteX18" fmla="*/ 999217 w 1367883"/>
                  <a:gd name="connsiteY18" fmla="*/ 167833 h 289667"/>
                  <a:gd name="connsiteX19" fmla="*/ 1025164 w 1367883"/>
                  <a:gd name="connsiteY19" fmla="*/ 128324 h 289667"/>
                  <a:gd name="connsiteX20" fmla="*/ 1025164 w 1367883"/>
                  <a:gd name="connsiteY20" fmla="*/ 126988 h 289667"/>
                  <a:gd name="connsiteX21" fmla="*/ 1010119 w 1367883"/>
                  <a:gd name="connsiteY21" fmla="*/ 111782 h 289667"/>
                  <a:gd name="connsiteX22" fmla="*/ 998835 w 1367883"/>
                  <a:gd name="connsiteY22" fmla="*/ 116681 h 289667"/>
                  <a:gd name="connsiteX23" fmla="*/ 982196 w 1367883"/>
                  <a:gd name="connsiteY23" fmla="*/ 136277 h 289667"/>
                  <a:gd name="connsiteX24" fmla="*/ 970147 w 1367883"/>
                  <a:gd name="connsiteY24" fmla="*/ 150528 h 289667"/>
                  <a:gd name="connsiteX25" fmla="*/ 911051 w 1367883"/>
                  <a:gd name="connsiteY25" fmla="*/ 210459 h 289667"/>
                  <a:gd name="connsiteX26" fmla="*/ 877455 w 1367883"/>
                  <a:gd name="connsiteY26" fmla="*/ 232281 h 289667"/>
                  <a:gd name="connsiteX27" fmla="*/ 842711 w 1367883"/>
                  <a:gd name="connsiteY27" fmla="*/ 242524 h 289667"/>
                  <a:gd name="connsiteX28" fmla="*/ 827156 w 1367883"/>
                  <a:gd name="connsiteY28" fmla="*/ 228718 h 289667"/>
                  <a:gd name="connsiteX29" fmla="*/ 835762 w 1367883"/>
                  <a:gd name="connsiteY29" fmla="*/ 190355 h 289667"/>
                  <a:gd name="connsiteX30" fmla="*/ 849533 w 1367883"/>
                  <a:gd name="connsiteY30" fmla="*/ 163125 h 289667"/>
                  <a:gd name="connsiteX31" fmla="*/ 852401 w 1367883"/>
                  <a:gd name="connsiteY31" fmla="*/ 158226 h 289667"/>
                  <a:gd name="connsiteX32" fmla="*/ 858266 w 1367883"/>
                  <a:gd name="connsiteY32" fmla="*/ 149001 h 289667"/>
                  <a:gd name="connsiteX33" fmla="*/ 886316 w 1367883"/>
                  <a:gd name="connsiteY33" fmla="*/ 113246 h 289667"/>
                  <a:gd name="connsiteX34" fmla="*/ 984810 w 1367883"/>
                  <a:gd name="connsiteY34" fmla="*/ 51915 h 289667"/>
                  <a:gd name="connsiteX35" fmla="*/ 1005656 w 1367883"/>
                  <a:gd name="connsiteY35" fmla="*/ 66357 h 289667"/>
                  <a:gd name="connsiteX36" fmla="*/ 1003744 w 1367883"/>
                  <a:gd name="connsiteY36" fmla="*/ 75646 h 289667"/>
                  <a:gd name="connsiteX37" fmla="*/ 1001003 w 1367883"/>
                  <a:gd name="connsiteY37" fmla="*/ 87288 h 289667"/>
                  <a:gd name="connsiteX38" fmla="*/ 1017386 w 1367883"/>
                  <a:gd name="connsiteY38" fmla="*/ 103130 h 289667"/>
                  <a:gd name="connsiteX39" fmla="*/ 1035109 w 1367883"/>
                  <a:gd name="connsiteY39" fmla="*/ 71065 h 289667"/>
                  <a:gd name="connsiteX40" fmla="*/ 988189 w 1367883"/>
                  <a:gd name="connsiteY40" fmla="*/ 24176 h 289667"/>
                  <a:gd name="connsiteX41" fmla="*/ 936360 w 1367883"/>
                  <a:gd name="connsiteY41" fmla="*/ 37791 h 289667"/>
                  <a:gd name="connsiteX42" fmla="*/ 884914 w 1367883"/>
                  <a:gd name="connsiteY42" fmla="*/ 73482 h 289667"/>
                  <a:gd name="connsiteX43" fmla="*/ 839779 w 1367883"/>
                  <a:gd name="connsiteY43" fmla="*/ 122662 h 289667"/>
                  <a:gd name="connsiteX44" fmla="*/ 823841 w 1367883"/>
                  <a:gd name="connsiteY44" fmla="*/ 146456 h 289667"/>
                  <a:gd name="connsiteX45" fmla="*/ 784635 w 1367883"/>
                  <a:gd name="connsiteY45" fmla="*/ 183993 h 289667"/>
                  <a:gd name="connsiteX46" fmla="*/ 740584 w 1367883"/>
                  <a:gd name="connsiteY46" fmla="*/ 219048 h 289667"/>
                  <a:gd name="connsiteX47" fmla="*/ 714064 w 1367883"/>
                  <a:gd name="connsiteY47" fmla="*/ 233490 h 289667"/>
                  <a:gd name="connsiteX48" fmla="*/ 685313 w 1367883"/>
                  <a:gd name="connsiteY48" fmla="*/ 240552 h 289667"/>
                  <a:gd name="connsiteX49" fmla="*/ 672435 w 1367883"/>
                  <a:gd name="connsiteY49" fmla="*/ 234062 h 289667"/>
                  <a:gd name="connsiteX50" fmla="*/ 665805 w 1367883"/>
                  <a:gd name="connsiteY50" fmla="*/ 212622 h 289667"/>
                  <a:gd name="connsiteX51" fmla="*/ 670331 w 1367883"/>
                  <a:gd name="connsiteY51" fmla="*/ 178521 h 289667"/>
                  <a:gd name="connsiteX52" fmla="*/ 685440 w 1367883"/>
                  <a:gd name="connsiteY52" fmla="*/ 128578 h 289667"/>
                  <a:gd name="connsiteX53" fmla="*/ 702079 w 1367883"/>
                  <a:gd name="connsiteY53" fmla="*/ 82389 h 289667"/>
                  <a:gd name="connsiteX54" fmla="*/ 717698 w 1367883"/>
                  <a:gd name="connsiteY54" fmla="*/ 47780 h 289667"/>
                  <a:gd name="connsiteX55" fmla="*/ 724264 w 1367883"/>
                  <a:gd name="connsiteY55" fmla="*/ 28693 h 289667"/>
                  <a:gd name="connsiteX56" fmla="*/ 718144 w 1367883"/>
                  <a:gd name="connsiteY56" fmla="*/ 9670 h 289667"/>
                  <a:gd name="connsiteX57" fmla="*/ 701186 w 1367883"/>
                  <a:gd name="connsiteY57" fmla="*/ 0 h 289667"/>
                  <a:gd name="connsiteX58" fmla="*/ 682826 w 1367883"/>
                  <a:gd name="connsiteY58" fmla="*/ 9989 h 289667"/>
                  <a:gd name="connsiteX59" fmla="*/ 610024 w 1367883"/>
                  <a:gd name="connsiteY59" fmla="*/ 82517 h 289667"/>
                  <a:gd name="connsiteX60" fmla="*/ 561319 w 1367883"/>
                  <a:gd name="connsiteY60" fmla="*/ 132268 h 289667"/>
                  <a:gd name="connsiteX61" fmla="*/ 591982 w 1367883"/>
                  <a:gd name="connsiteY61" fmla="*/ 46189 h 289667"/>
                  <a:gd name="connsiteX62" fmla="*/ 583950 w 1367883"/>
                  <a:gd name="connsiteY62" fmla="*/ 19150 h 289667"/>
                  <a:gd name="connsiteX63" fmla="*/ 559661 w 1367883"/>
                  <a:gd name="connsiteY63" fmla="*/ 6044 h 289667"/>
                  <a:gd name="connsiteX64" fmla="*/ 367582 w 1367883"/>
                  <a:gd name="connsiteY64" fmla="*/ 159562 h 289667"/>
                  <a:gd name="connsiteX65" fmla="*/ 388238 w 1367883"/>
                  <a:gd name="connsiteY65" fmla="*/ 111910 h 289667"/>
                  <a:gd name="connsiteX66" fmla="*/ 406725 w 1367883"/>
                  <a:gd name="connsiteY66" fmla="*/ 63939 h 289667"/>
                  <a:gd name="connsiteX67" fmla="*/ 412590 w 1367883"/>
                  <a:gd name="connsiteY67" fmla="*/ 35373 h 289667"/>
                  <a:gd name="connsiteX68" fmla="*/ 397545 w 1367883"/>
                  <a:gd name="connsiteY68" fmla="*/ 20168 h 289667"/>
                  <a:gd name="connsiteX69" fmla="*/ 382500 w 1367883"/>
                  <a:gd name="connsiteY69" fmla="*/ 35373 h 289667"/>
                  <a:gd name="connsiteX70" fmla="*/ 373766 w 1367883"/>
                  <a:gd name="connsiteY70" fmla="*/ 66930 h 289667"/>
                  <a:gd name="connsiteX71" fmla="*/ 344378 w 1367883"/>
                  <a:gd name="connsiteY71" fmla="*/ 135958 h 289667"/>
                  <a:gd name="connsiteX72" fmla="*/ 342146 w 1367883"/>
                  <a:gd name="connsiteY72" fmla="*/ 140730 h 289667"/>
                  <a:gd name="connsiteX73" fmla="*/ 332775 w 1367883"/>
                  <a:gd name="connsiteY73" fmla="*/ 146710 h 289667"/>
                  <a:gd name="connsiteX74" fmla="*/ 262714 w 1367883"/>
                  <a:gd name="connsiteY74" fmla="*/ 211413 h 289667"/>
                  <a:gd name="connsiteX75" fmla="*/ 217069 w 1367883"/>
                  <a:gd name="connsiteY75" fmla="*/ 247932 h 289667"/>
                  <a:gd name="connsiteX76" fmla="*/ 190357 w 1367883"/>
                  <a:gd name="connsiteY76" fmla="*/ 259384 h 289667"/>
                  <a:gd name="connsiteX77" fmla="*/ 185003 w 1367883"/>
                  <a:gd name="connsiteY77" fmla="*/ 256203 h 289667"/>
                  <a:gd name="connsiteX78" fmla="*/ 182771 w 1367883"/>
                  <a:gd name="connsiteY78" fmla="*/ 238198 h 289667"/>
                  <a:gd name="connsiteX79" fmla="*/ 249836 w 1367883"/>
                  <a:gd name="connsiteY79" fmla="*/ 49116 h 289667"/>
                  <a:gd name="connsiteX80" fmla="*/ 255510 w 1367883"/>
                  <a:gd name="connsiteY80" fmla="*/ 36646 h 289667"/>
                  <a:gd name="connsiteX81" fmla="*/ 237086 w 1367883"/>
                  <a:gd name="connsiteY81" fmla="*/ 21440 h 289667"/>
                  <a:gd name="connsiteX82" fmla="*/ 226376 w 1367883"/>
                  <a:gd name="connsiteY82" fmla="*/ 27166 h 289667"/>
                  <a:gd name="connsiteX83" fmla="*/ 220384 w 1367883"/>
                  <a:gd name="connsiteY83" fmla="*/ 39000 h 289667"/>
                  <a:gd name="connsiteX84" fmla="*/ 202916 w 1367883"/>
                  <a:gd name="connsiteY84" fmla="*/ 75964 h 289667"/>
                  <a:gd name="connsiteX85" fmla="*/ 181433 w 1367883"/>
                  <a:gd name="connsiteY85" fmla="*/ 112355 h 289667"/>
                  <a:gd name="connsiteX86" fmla="*/ 121954 w 1367883"/>
                  <a:gd name="connsiteY86" fmla="*/ 187810 h 289667"/>
                  <a:gd name="connsiteX87" fmla="*/ 93904 w 1367883"/>
                  <a:gd name="connsiteY87" fmla="*/ 213513 h 289667"/>
                  <a:gd name="connsiteX88" fmla="*/ 62794 w 1367883"/>
                  <a:gd name="connsiteY88" fmla="*/ 236353 h 289667"/>
                  <a:gd name="connsiteX89" fmla="*/ 40417 w 1367883"/>
                  <a:gd name="connsiteY89" fmla="*/ 245132 h 289667"/>
                  <a:gd name="connsiteX90" fmla="*/ 30154 w 1367883"/>
                  <a:gd name="connsiteY90" fmla="*/ 220575 h 289667"/>
                  <a:gd name="connsiteX91" fmla="*/ 45900 w 1367883"/>
                  <a:gd name="connsiteY91" fmla="*/ 148556 h 289667"/>
                  <a:gd name="connsiteX92" fmla="*/ 88166 w 1367883"/>
                  <a:gd name="connsiteY92" fmla="*/ 62540 h 289667"/>
                  <a:gd name="connsiteX93" fmla="*/ 93521 w 1367883"/>
                  <a:gd name="connsiteY93" fmla="*/ 48734 h 289667"/>
                  <a:gd name="connsiteX94" fmla="*/ 88294 w 1367883"/>
                  <a:gd name="connsiteY94" fmla="*/ 38045 h 289667"/>
                  <a:gd name="connsiteX95" fmla="*/ 79114 w 1367883"/>
                  <a:gd name="connsiteY95" fmla="*/ 34864 h 289667"/>
                  <a:gd name="connsiteX96" fmla="*/ 65662 w 1367883"/>
                  <a:gd name="connsiteY96" fmla="*/ 41227 h 289667"/>
                  <a:gd name="connsiteX97" fmla="*/ 42457 w 1367883"/>
                  <a:gd name="connsiteY97" fmla="*/ 79081 h 289667"/>
                  <a:gd name="connsiteX98" fmla="*/ 21292 w 1367883"/>
                  <a:gd name="connsiteY98" fmla="*/ 128706 h 289667"/>
                  <a:gd name="connsiteX99" fmla="*/ 5801 w 1367883"/>
                  <a:gd name="connsiteY99" fmla="*/ 180112 h 289667"/>
                  <a:gd name="connsiteX100" fmla="*/ 0 w 1367883"/>
                  <a:gd name="connsiteY100" fmla="*/ 223247 h 289667"/>
                  <a:gd name="connsiteX101" fmla="*/ 42394 w 1367883"/>
                  <a:gd name="connsiteY101" fmla="*/ 274144 h 289667"/>
                  <a:gd name="connsiteX102" fmla="*/ 159120 w 1367883"/>
                  <a:gd name="connsiteY102" fmla="*/ 192899 h 289667"/>
                  <a:gd name="connsiteX103" fmla="*/ 152681 w 1367883"/>
                  <a:gd name="connsiteY103" fmla="*/ 236734 h 289667"/>
                  <a:gd name="connsiteX104" fmla="*/ 189784 w 1367883"/>
                  <a:gd name="connsiteY104" fmla="*/ 288967 h 289667"/>
                  <a:gd name="connsiteX105" fmla="*/ 218535 w 1367883"/>
                  <a:gd name="connsiteY105" fmla="*/ 279361 h 289667"/>
                  <a:gd name="connsiteX106" fmla="*/ 259080 w 1367883"/>
                  <a:gd name="connsiteY106" fmla="*/ 253721 h 289667"/>
                  <a:gd name="connsiteX107" fmla="*/ 285281 w 1367883"/>
                  <a:gd name="connsiteY107" fmla="*/ 233363 h 289667"/>
                  <a:gd name="connsiteX108" fmla="*/ 307785 w 1367883"/>
                  <a:gd name="connsiteY108" fmla="*/ 213831 h 289667"/>
                  <a:gd name="connsiteX109" fmla="*/ 287959 w 1367883"/>
                  <a:gd name="connsiteY109" fmla="*/ 255694 h 289667"/>
                  <a:gd name="connsiteX110" fmla="*/ 279544 w 1367883"/>
                  <a:gd name="connsiteY110" fmla="*/ 274462 h 289667"/>
                  <a:gd name="connsiteX111" fmla="*/ 295226 w 1367883"/>
                  <a:gd name="connsiteY111" fmla="*/ 289667 h 289667"/>
                  <a:gd name="connsiteX112" fmla="*/ 305299 w 1367883"/>
                  <a:gd name="connsiteY112" fmla="*/ 285341 h 289667"/>
                  <a:gd name="connsiteX113" fmla="*/ 347246 w 1367883"/>
                  <a:gd name="connsiteY113" fmla="*/ 230690 h 289667"/>
                  <a:gd name="connsiteX114" fmla="*/ 554434 w 1367883"/>
                  <a:gd name="connsiteY114" fmla="*/ 36264 h 289667"/>
                  <a:gd name="connsiteX115" fmla="*/ 564634 w 1367883"/>
                  <a:gd name="connsiteY115" fmla="*/ 38618 h 289667"/>
                  <a:gd name="connsiteX116" fmla="*/ 527850 w 1367883"/>
                  <a:gd name="connsiteY116" fmla="*/ 126988 h 289667"/>
                  <a:gd name="connsiteX117" fmla="*/ 490174 w 1367883"/>
                  <a:gd name="connsiteY117" fmla="*/ 225283 h 289667"/>
                  <a:gd name="connsiteX118" fmla="*/ 505856 w 1367883"/>
                  <a:gd name="connsiteY118" fmla="*/ 239088 h 289667"/>
                  <a:gd name="connsiteX119" fmla="*/ 520073 w 1367883"/>
                  <a:gd name="connsiteY119" fmla="*/ 229800 h 289667"/>
                  <a:gd name="connsiteX120" fmla="*/ 536265 w 1367883"/>
                  <a:gd name="connsiteY120" fmla="*/ 207660 h 289667"/>
                  <a:gd name="connsiteX121" fmla="*/ 558323 w 1367883"/>
                  <a:gd name="connsiteY121" fmla="*/ 181639 h 289667"/>
                  <a:gd name="connsiteX122" fmla="*/ 575535 w 1367883"/>
                  <a:gd name="connsiteY122" fmla="*/ 162807 h 289667"/>
                  <a:gd name="connsiteX123" fmla="*/ 602692 w 1367883"/>
                  <a:gd name="connsiteY123" fmla="*/ 134559 h 289667"/>
                  <a:gd name="connsiteX124" fmla="*/ 681743 w 1367883"/>
                  <a:gd name="connsiteY124" fmla="*/ 53824 h 289667"/>
                  <a:gd name="connsiteX125" fmla="*/ 655222 w 1367883"/>
                  <a:gd name="connsiteY125" fmla="*/ 117699 h 289667"/>
                  <a:gd name="connsiteX126" fmla="*/ 639094 w 1367883"/>
                  <a:gd name="connsiteY126" fmla="*/ 165797 h 289667"/>
                  <a:gd name="connsiteX127" fmla="*/ 633611 w 1367883"/>
                  <a:gd name="connsiteY127" fmla="*/ 203588 h 289667"/>
                  <a:gd name="connsiteX128" fmla="*/ 647955 w 1367883"/>
                  <a:gd name="connsiteY128" fmla="*/ 258684 h 289667"/>
                  <a:gd name="connsiteX129" fmla="*/ 683209 w 1367883"/>
                  <a:gd name="connsiteY129" fmla="*/ 271981 h 289667"/>
                  <a:gd name="connsiteX130" fmla="*/ 723563 w 1367883"/>
                  <a:gd name="connsiteY130" fmla="*/ 263519 h 289667"/>
                  <a:gd name="connsiteX131" fmla="*/ 754673 w 1367883"/>
                  <a:gd name="connsiteY131" fmla="*/ 247741 h 289667"/>
                  <a:gd name="connsiteX132" fmla="*/ 795855 w 1367883"/>
                  <a:gd name="connsiteY132" fmla="*/ 215930 h 289667"/>
                  <a:gd name="connsiteX133" fmla="*/ 797194 w 1367883"/>
                  <a:gd name="connsiteY133" fmla="*/ 214721 h 289667"/>
                  <a:gd name="connsiteX134" fmla="*/ 795728 w 1367883"/>
                  <a:gd name="connsiteY134" fmla="*/ 231899 h 289667"/>
                  <a:gd name="connsiteX135" fmla="*/ 838695 w 1367883"/>
                  <a:gd name="connsiteY135" fmla="*/ 273380 h 289667"/>
                  <a:gd name="connsiteX136" fmla="*/ 943691 w 1367883"/>
                  <a:gd name="connsiteY136" fmla="*/ 223183 h 289667"/>
                  <a:gd name="connsiteX137" fmla="*/ 943245 w 1367883"/>
                  <a:gd name="connsiteY137" fmla="*/ 232599 h 289667"/>
                  <a:gd name="connsiteX138" fmla="*/ 980220 w 1367883"/>
                  <a:gd name="connsiteY138" fmla="*/ 272044 h 289667"/>
                  <a:gd name="connsiteX139" fmla="*/ 1024526 w 1367883"/>
                  <a:gd name="connsiteY139" fmla="*/ 263583 h 289667"/>
                  <a:gd name="connsiteX140" fmla="*/ 1056338 w 1367883"/>
                  <a:gd name="connsiteY140" fmla="*/ 247741 h 289667"/>
                  <a:gd name="connsiteX141" fmla="*/ 1097137 w 1367883"/>
                  <a:gd name="connsiteY141" fmla="*/ 216248 h 289667"/>
                  <a:gd name="connsiteX142" fmla="*/ 1080116 w 1367883"/>
                  <a:gd name="connsiteY142" fmla="*/ 250477 h 289667"/>
                  <a:gd name="connsiteX143" fmla="*/ 1075271 w 1367883"/>
                  <a:gd name="connsiteY143" fmla="*/ 259066 h 289667"/>
                  <a:gd name="connsiteX144" fmla="*/ 1072020 w 1367883"/>
                  <a:gd name="connsiteY144" fmla="*/ 269563 h 289667"/>
                  <a:gd name="connsiteX145" fmla="*/ 1087256 w 1367883"/>
                  <a:gd name="connsiteY145" fmla="*/ 282733 h 289667"/>
                  <a:gd name="connsiteX146" fmla="*/ 1101664 w 1367883"/>
                  <a:gd name="connsiteY146" fmla="*/ 274844 h 289667"/>
                  <a:gd name="connsiteX147" fmla="*/ 1148966 w 1367883"/>
                  <a:gd name="connsiteY147" fmla="*/ 209441 h 289667"/>
                  <a:gd name="connsiteX148" fmla="*/ 1216669 w 1367883"/>
                  <a:gd name="connsiteY148" fmla="*/ 129787 h 289667"/>
                  <a:gd name="connsiteX149" fmla="*/ 1287814 w 1367883"/>
                  <a:gd name="connsiteY149" fmla="*/ 68138 h 289667"/>
                  <a:gd name="connsiteX150" fmla="*/ 1333076 w 1367883"/>
                  <a:gd name="connsiteY150" fmla="*/ 44089 h 289667"/>
                  <a:gd name="connsiteX151" fmla="*/ 1334734 w 1367883"/>
                  <a:gd name="connsiteY151" fmla="*/ 47780 h 289667"/>
                  <a:gd name="connsiteX152" fmla="*/ 1302094 w 1367883"/>
                  <a:gd name="connsiteY152" fmla="*/ 124634 h 289667"/>
                  <a:gd name="connsiteX153" fmla="*/ 1268561 w 1367883"/>
                  <a:gd name="connsiteY153" fmla="*/ 225028 h 289667"/>
                  <a:gd name="connsiteX154" fmla="*/ 1275829 w 1367883"/>
                  <a:gd name="connsiteY154" fmla="*/ 245260 h 289667"/>
                  <a:gd name="connsiteX155" fmla="*/ 1298651 w 1367883"/>
                  <a:gd name="connsiteY155" fmla="*/ 253021 h 289667"/>
                  <a:gd name="connsiteX156" fmla="*/ 1332120 w 1367883"/>
                  <a:gd name="connsiteY156" fmla="*/ 235144 h 289667"/>
                  <a:gd name="connsiteX157" fmla="*/ 1316246 w 1367883"/>
                  <a:gd name="connsiteY157" fmla="*/ 219938 h 289667"/>
                  <a:gd name="connsiteX158" fmla="*/ 1305536 w 1367883"/>
                  <a:gd name="connsiteY158" fmla="*/ 221911 h 289667"/>
                  <a:gd name="connsiteX159" fmla="*/ 1300691 w 1367883"/>
                  <a:gd name="connsiteY159" fmla="*/ 223310 h 289667"/>
                  <a:gd name="connsiteX160" fmla="*/ 1299034 w 1367883"/>
                  <a:gd name="connsiteY160" fmla="*/ 218984 h 289667"/>
                  <a:gd name="connsiteX161" fmla="*/ 1333012 w 1367883"/>
                  <a:gd name="connsiteY161" fmla="*/ 130614 h 289667"/>
                  <a:gd name="connsiteX162" fmla="*/ 1367883 w 1367883"/>
                  <a:gd name="connsiteY162" fmla="*/ 37727 h 28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1367883" h="289667">
                    <a:moveTo>
                      <a:pt x="1367757" y="38045"/>
                    </a:moveTo>
                    <a:cubicBezTo>
                      <a:pt x="1367757" y="20868"/>
                      <a:pt x="1357811" y="11388"/>
                      <a:pt x="1339706" y="11388"/>
                    </a:cubicBezTo>
                    <a:cubicBezTo>
                      <a:pt x="1315417" y="11388"/>
                      <a:pt x="1282204" y="30029"/>
                      <a:pt x="1238216" y="68393"/>
                    </a:cubicBezTo>
                    <a:cubicBezTo>
                      <a:pt x="1223809" y="80990"/>
                      <a:pt x="1209465" y="94414"/>
                      <a:pt x="1195440" y="108347"/>
                    </a:cubicBezTo>
                    <a:cubicBezTo>
                      <a:pt x="1189448" y="114391"/>
                      <a:pt x="1183391" y="120562"/>
                      <a:pt x="1177463" y="126924"/>
                    </a:cubicBezTo>
                    <a:cubicBezTo>
                      <a:pt x="1180905" y="119926"/>
                      <a:pt x="1184539" y="112228"/>
                      <a:pt x="1188364" y="103893"/>
                    </a:cubicBezTo>
                    <a:cubicBezTo>
                      <a:pt x="1194675" y="90851"/>
                      <a:pt x="1199966" y="78954"/>
                      <a:pt x="1204046" y="68520"/>
                    </a:cubicBezTo>
                    <a:cubicBezTo>
                      <a:pt x="1209784" y="53951"/>
                      <a:pt x="1210421" y="49116"/>
                      <a:pt x="1210421" y="46698"/>
                    </a:cubicBezTo>
                    <a:cubicBezTo>
                      <a:pt x="1210421" y="35310"/>
                      <a:pt x="1204110" y="28820"/>
                      <a:pt x="1193209" y="28820"/>
                    </a:cubicBezTo>
                    <a:cubicBezTo>
                      <a:pt x="1184539" y="28820"/>
                      <a:pt x="1179311" y="33974"/>
                      <a:pt x="1179311" y="42626"/>
                    </a:cubicBezTo>
                    <a:cubicBezTo>
                      <a:pt x="1179311" y="45044"/>
                      <a:pt x="1175359" y="58341"/>
                      <a:pt x="1140615" y="128960"/>
                    </a:cubicBezTo>
                    <a:lnTo>
                      <a:pt x="1136025" y="138249"/>
                    </a:lnTo>
                    <a:cubicBezTo>
                      <a:pt x="1133921" y="138885"/>
                      <a:pt x="1132009" y="139903"/>
                      <a:pt x="1130542" y="141366"/>
                    </a:cubicBezTo>
                    <a:cubicBezTo>
                      <a:pt x="1116518" y="155554"/>
                      <a:pt x="1101600" y="169932"/>
                      <a:pt x="1086173" y="183993"/>
                    </a:cubicBezTo>
                    <a:cubicBezTo>
                      <a:pt x="1070872" y="197926"/>
                      <a:pt x="1056082" y="209695"/>
                      <a:pt x="1042121" y="219048"/>
                    </a:cubicBezTo>
                    <a:cubicBezTo>
                      <a:pt x="1035300" y="223819"/>
                      <a:pt x="1026375" y="228655"/>
                      <a:pt x="1015601" y="233490"/>
                    </a:cubicBezTo>
                    <a:cubicBezTo>
                      <a:pt x="1005146" y="238134"/>
                      <a:pt x="995456" y="240552"/>
                      <a:pt x="986850" y="240552"/>
                    </a:cubicBezTo>
                    <a:cubicBezTo>
                      <a:pt x="978244" y="240552"/>
                      <a:pt x="974674" y="236734"/>
                      <a:pt x="974674" y="227446"/>
                    </a:cubicBezTo>
                    <a:cubicBezTo>
                      <a:pt x="974674" y="212240"/>
                      <a:pt x="982897" y="192200"/>
                      <a:pt x="999217" y="167833"/>
                    </a:cubicBezTo>
                    <a:lnTo>
                      <a:pt x="1025164" y="128324"/>
                    </a:lnTo>
                    <a:lnTo>
                      <a:pt x="1025164" y="126988"/>
                    </a:lnTo>
                    <a:cubicBezTo>
                      <a:pt x="1025164" y="117317"/>
                      <a:pt x="1019681" y="111782"/>
                      <a:pt x="1010119" y="111782"/>
                    </a:cubicBezTo>
                    <a:cubicBezTo>
                      <a:pt x="1005847" y="111782"/>
                      <a:pt x="1002022" y="113373"/>
                      <a:pt x="998835" y="116681"/>
                    </a:cubicBezTo>
                    <a:cubicBezTo>
                      <a:pt x="992588" y="123870"/>
                      <a:pt x="987041" y="130423"/>
                      <a:pt x="982196" y="136277"/>
                    </a:cubicBezTo>
                    <a:cubicBezTo>
                      <a:pt x="977351" y="142130"/>
                      <a:pt x="973335" y="146774"/>
                      <a:pt x="970147" y="150528"/>
                    </a:cubicBezTo>
                    <a:cubicBezTo>
                      <a:pt x="950066" y="175722"/>
                      <a:pt x="930240" y="195890"/>
                      <a:pt x="911051" y="210459"/>
                    </a:cubicBezTo>
                    <a:cubicBezTo>
                      <a:pt x="901552" y="217903"/>
                      <a:pt x="890205" y="225283"/>
                      <a:pt x="877455" y="232281"/>
                    </a:cubicBezTo>
                    <a:cubicBezTo>
                      <a:pt x="865088" y="239088"/>
                      <a:pt x="853421" y="242524"/>
                      <a:pt x="842711" y="242524"/>
                    </a:cubicBezTo>
                    <a:cubicBezTo>
                      <a:pt x="832001" y="242524"/>
                      <a:pt x="827156" y="238389"/>
                      <a:pt x="827156" y="228718"/>
                    </a:cubicBezTo>
                    <a:cubicBezTo>
                      <a:pt x="827156" y="216757"/>
                      <a:pt x="830089" y="203842"/>
                      <a:pt x="835762" y="190355"/>
                    </a:cubicBezTo>
                    <a:cubicBezTo>
                      <a:pt x="839588" y="181320"/>
                      <a:pt x="844241" y="172159"/>
                      <a:pt x="849533" y="163125"/>
                    </a:cubicBezTo>
                    <a:cubicBezTo>
                      <a:pt x="850680" y="161471"/>
                      <a:pt x="851700" y="159816"/>
                      <a:pt x="852401" y="158226"/>
                    </a:cubicBezTo>
                    <a:cubicBezTo>
                      <a:pt x="854314" y="155108"/>
                      <a:pt x="856226" y="152055"/>
                      <a:pt x="858266" y="149001"/>
                    </a:cubicBezTo>
                    <a:cubicBezTo>
                      <a:pt x="867383" y="135322"/>
                      <a:pt x="876881" y="123298"/>
                      <a:pt x="886316" y="113246"/>
                    </a:cubicBezTo>
                    <a:cubicBezTo>
                      <a:pt x="926033" y="72528"/>
                      <a:pt x="959183" y="51915"/>
                      <a:pt x="984810" y="51915"/>
                    </a:cubicBezTo>
                    <a:cubicBezTo>
                      <a:pt x="1003298" y="51915"/>
                      <a:pt x="1005656" y="59677"/>
                      <a:pt x="1005656" y="66357"/>
                    </a:cubicBezTo>
                    <a:cubicBezTo>
                      <a:pt x="1005656" y="69729"/>
                      <a:pt x="1005019" y="72846"/>
                      <a:pt x="1003744" y="75646"/>
                    </a:cubicBezTo>
                    <a:cubicBezTo>
                      <a:pt x="1001959" y="79590"/>
                      <a:pt x="1001003" y="83471"/>
                      <a:pt x="1001003" y="87288"/>
                    </a:cubicBezTo>
                    <a:cubicBezTo>
                      <a:pt x="1001003" y="97340"/>
                      <a:pt x="1006995" y="103130"/>
                      <a:pt x="1017386" y="103130"/>
                    </a:cubicBezTo>
                    <a:cubicBezTo>
                      <a:pt x="1029116" y="103130"/>
                      <a:pt x="1035109" y="92378"/>
                      <a:pt x="1035109" y="71065"/>
                    </a:cubicBezTo>
                    <a:cubicBezTo>
                      <a:pt x="1035109" y="40399"/>
                      <a:pt x="1018853" y="24176"/>
                      <a:pt x="988189" y="24176"/>
                    </a:cubicBezTo>
                    <a:cubicBezTo>
                      <a:pt x="971614" y="24176"/>
                      <a:pt x="954146" y="28757"/>
                      <a:pt x="936360" y="37791"/>
                    </a:cubicBezTo>
                    <a:cubicBezTo>
                      <a:pt x="918829" y="46698"/>
                      <a:pt x="901552" y="58659"/>
                      <a:pt x="884914" y="73482"/>
                    </a:cubicBezTo>
                    <a:cubicBezTo>
                      <a:pt x="868402" y="88243"/>
                      <a:pt x="853230" y="104784"/>
                      <a:pt x="839779" y="122662"/>
                    </a:cubicBezTo>
                    <a:cubicBezTo>
                      <a:pt x="833914" y="130487"/>
                      <a:pt x="828686" y="138440"/>
                      <a:pt x="823841" y="146456"/>
                    </a:cubicBezTo>
                    <a:cubicBezTo>
                      <a:pt x="811346" y="158989"/>
                      <a:pt x="798214" y="171586"/>
                      <a:pt x="784635" y="183993"/>
                    </a:cubicBezTo>
                    <a:cubicBezTo>
                      <a:pt x="769335" y="197926"/>
                      <a:pt x="754545" y="209695"/>
                      <a:pt x="740584" y="219048"/>
                    </a:cubicBezTo>
                    <a:cubicBezTo>
                      <a:pt x="733762" y="223819"/>
                      <a:pt x="724838" y="228655"/>
                      <a:pt x="714064" y="233490"/>
                    </a:cubicBezTo>
                    <a:cubicBezTo>
                      <a:pt x="703609" y="238134"/>
                      <a:pt x="693919" y="240552"/>
                      <a:pt x="685313" y="240552"/>
                    </a:cubicBezTo>
                    <a:cubicBezTo>
                      <a:pt x="681232" y="240552"/>
                      <a:pt x="676897" y="238389"/>
                      <a:pt x="672435" y="234062"/>
                    </a:cubicBezTo>
                    <a:cubicBezTo>
                      <a:pt x="668036" y="229800"/>
                      <a:pt x="665805" y="222547"/>
                      <a:pt x="665805" y="212622"/>
                    </a:cubicBezTo>
                    <a:cubicBezTo>
                      <a:pt x="665805" y="203970"/>
                      <a:pt x="667335" y="192518"/>
                      <a:pt x="670331" y="178521"/>
                    </a:cubicBezTo>
                    <a:cubicBezTo>
                      <a:pt x="673328" y="164461"/>
                      <a:pt x="678427" y="147665"/>
                      <a:pt x="685440" y="128578"/>
                    </a:cubicBezTo>
                    <a:cubicBezTo>
                      <a:pt x="691624" y="111464"/>
                      <a:pt x="697170" y="96132"/>
                      <a:pt x="702079" y="82389"/>
                    </a:cubicBezTo>
                    <a:cubicBezTo>
                      <a:pt x="706860" y="69029"/>
                      <a:pt x="712088" y="57386"/>
                      <a:pt x="717698" y="47780"/>
                    </a:cubicBezTo>
                    <a:cubicBezTo>
                      <a:pt x="722160" y="40272"/>
                      <a:pt x="724264" y="34037"/>
                      <a:pt x="724264" y="28693"/>
                    </a:cubicBezTo>
                    <a:cubicBezTo>
                      <a:pt x="724264" y="22013"/>
                      <a:pt x="722224" y="15587"/>
                      <a:pt x="718144" y="9670"/>
                    </a:cubicBezTo>
                    <a:cubicBezTo>
                      <a:pt x="713745" y="3245"/>
                      <a:pt x="708008" y="0"/>
                      <a:pt x="701186" y="0"/>
                    </a:cubicBezTo>
                    <a:cubicBezTo>
                      <a:pt x="695959" y="0"/>
                      <a:pt x="689966" y="3245"/>
                      <a:pt x="682826" y="9989"/>
                    </a:cubicBezTo>
                    <a:cubicBezTo>
                      <a:pt x="658410" y="33846"/>
                      <a:pt x="633930" y="58213"/>
                      <a:pt x="610024" y="82517"/>
                    </a:cubicBezTo>
                    <a:cubicBezTo>
                      <a:pt x="593640" y="99185"/>
                      <a:pt x="577320" y="115791"/>
                      <a:pt x="561319" y="132268"/>
                    </a:cubicBezTo>
                    <a:cubicBezTo>
                      <a:pt x="581910" y="92887"/>
                      <a:pt x="591982" y="64576"/>
                      <a:pt x="591982" y="46189"/>
                    </a:cubicBezTo>
                    <a:cubicBezTo>
                      <a:pt x="591982" y="36391"/>
                      <a:pt x="589305" y="27293"/>
                      <a:pt x="583950" y="19150"/>
                    </a:cubicBezTo>
                    <a:cubicBezTo>
                      <a:pt x="578213" y="10434"/>
                      <a:pt x="570052" y="6044"/>
                      <a:pt x="559661" y="6044"/>
                    </a:cubicBezTo>
                    <a:cubicBezTo>
                      <a:pt x="514463" y="6044"/>
                      <a:pt x="451478" y="56305"/>
                      <a:pt x="367582" y="159562"/>
                    </a:cubicBezTo>
                    <a:lnTo>
                      <a:pt x="388238" y="111910"/>
                    </a:lnTo>
                    <a:cubicBezTo>
                      <a:pt x="396716" y="92505"/>
                      <a:pt x="402900" y="76345"/>
                      <a:pt x="406725" y="63939"/>
                    </a:cubicBezTo>
                    <a:cubicBezTo>
                      <a:pt x="410677" y="51024"/>
                      <a:pt x="412590" y="41672"/>
                      <a:pt x="412590" y="35373"/>
                    </a:cubicBezTo>
                    <a:cubicBezTo>
                      <a:pt x="412590" y="25703"/>
                      <a:pt x="407107" y="20168"/>
                      <a:pt x="397545" y="20168"/>
                    </a:cubicBezTo>
                    <a:cubicBezTo>
                      <a:pt x="387982" y="20168"/>
                      <a:pt x="382500" y="25703"/>
                      <a:pt x="382500" y="35373"/>
                    </a:cubicBezTo>
                    <a:cubicBezTo>
                      <a:pt x="382500" y="38427"/>
                      <a:pt x="380970" y="46380"/>
                      <a:pt x="373766" y="66930"/>
                    </a:cubicBezTo>
                    <a:cubicBezTo>
                      <a:pt x="367901" y="83726"/>
                      <a:pt x="358020" y="106947"/>
                      <a:pt x="344378" y="135958"/>
                    </a:cubicBezTo>
                    <a:lnTo>
                      <a:pt x="342146" y="140730"/>
                    </a:lnTo>
                    <a:cubicBezTo>
                      <a:pt x="339022" y="141621"/>
                      <a:pt x="335835" y="143593"/>
                      <a:pt x="332775" y="146710"/>
                    </a:cubicBezTo>
                    <a:lnTo>
                      <a:pt x="262714" y="211413"/>
                    </a:lnTo>
                    <a:cubicBezTo>
                      <a:pt x="245246" y="227764"/>
                      <a:pt x="229882" y="240043"/>
                      <a:pt x="217069" y="247932"/>
                    </a:cubicBezTo>
                    <a:cubicBezTo>
                      <a:pt x="201705" y="257411"/>
                      <a:pt x="194055" y="259384"/>
                      <a:pt x="190357" y="259384"/>
                    </a:cubicBezTo>
                    <a:cubicBezTo>
                      <a:pt x="187616" y="259384"/>
                      <a:pt x="186086" y="258493"/>
                      <a:pt x="185003" y="256203"/>
                    </a:cubicBezTo>
                    <a:cubicBezTo>
                      <a:pt x="183982" y="253976"/>
                      <a:pt x="182771" y="249077"/>
                      <a:pt x="182771" y="238198"/>
                    </a:cubicBezTo>
                    <a:cubicBezTo>
                      <a:pt x="182771" y="204097"/>
                      <a:pt x="205339" y="140539"/>
                      <a:pt x="249836" y="49116"/>
                    </a:cubicBezTo>
                    <a:cubicBezTo>
                      <a:pt x="252641" y="47080"/>
                      <a:pt x="255510" y="43326"/>
                      <a:pt x="255510" y="36646"/>
                    </a:cubicBezTo>
                    <a:cubicBezTo>
                      <a:pt x="255510" y="32065"/>
                      <a:pt x="253725" y="21440"/>
                      <a:pt x="237086" y="21440"/>
                    </a:cubicBezTo>
                    <a:cubicBezTo>
                      <a:pt x="232433" y="21440"/>
                      <a:pt x="228735" y="23413"/>
                      <a:pt x="226376" y="27166"/>
                    </a:cubicBezTo>
                    <a:cubicBezTo>
                      <a:pt x="224719" y="29838"/>
                      <a:pt x="222743" y="33656"/>
                      <a:pt x="220384" y="39000"/>
                    </a:cubicBezTo>
                    <a:cubicBezTo>
                      <a:pt x="215156" y="51788"/>
                      <a:pt x="209291" y="64257"/>
                      <a:pt x="202916" y="75964"/>
                    </a:cubicBezTo>
                    <a:cubicBezTo>
                      <a:pt x="196541" y="87797"/>
                      <a:pt x="189274" y="100076"/>
                      <a:pt x="181433" y="112355"/>
                    </a:cubicBezTo>
                    <a:cubicBezTo>
                      <a:pt x="163838" y="139012"/>
                      <a:pt x="143820" y="164397"/>
                      <a:pt x="121954" y="187810"/>
                    </a:cubicBezTo>
                    <a:cubicBezTo>
                      <a:pt x="114049" y="195826"/>
                      <a:pt x="104550" y="204478"/>
                      <a:pt x="93904" y="213513"/>
                    </a:cubicBezTo>
                    <a:cubicBezTo>
                      <a:pt x="83194" y="222547"/>
                      <a:pt x="72739" y="230245"/>
                      <a:pt x="62794" y="236353"/>
                    </a:cubicBezTo>
                    <a:cubicBezTo>
                      <a:pt x="53295" y="242206"/>
                      <a:pt x="45772" y="245132"/>
                      <a:pt x="40417" y="245132"/>
                    </a:cubicBezTo>
                    <a:cubicBezTo>
                      <a:pt x="33596" y="245132"/>
                      <a:pt x="30154" y="236862"/>
                      <a:pt x="30154" y="220575"/>
                    </a:cubicBezTo>
                    <a:cubicBezTo>
                      <a:pt x="30154" y="200534"/>
                      <a:pt x="35445" y="176358"/>
                      <a:pt x="45900" y="148556"/>
                    </a:cubicBezTo>
                    <a:cubicBezTo>
                      <a:pt x="54188" y="124252"/>
                      <a:pt x="68404" y="95305"/>
                      <a:pt x="88166" y="62540"/>
                    </a:cubicBezTo>
                    <a:cubicBezTo>
                      <a:pt x="91800" y="56750"/>
                      <a:pt x="93521" y="52360"/>
                      <a:pt x="93521" y="48734"/>
                    </a:cubicBezTo>
                    <a:cubicBezTo>
                      <a:pt x="93521" y="42944"/>
                      <a:pt x="90716" y="39763"/>
                      <a:pt x="88294" y="38045"/>
                    </a:cubicBezTo>
                    <a:cubicBezTo>
                      <a:pt x="85298" y="35946"/>
                      <a:pt x="82238" y="34864"/>
                      <a:pt x="79114" y="34864"/>
                    </a:cubicBezTo>
                    <a:cubicBezTo>
                      <a:pt x="73886" y="34864"/>
                      <a:pt x="69232" y="37028"/>
                      <a:pt x="65662" y="41227"/>
                    </a:cubicBezTo>
                    <a:cubicBezTo>
                      <a:pt x="57949" y="50833"/>
                      <a:pt x="50171" y="63621"/>
                      <a:pt x="42457" y="79081"/>
                    </a:cubicBezTo>
                    <a:cubicBezTo>
                      <a:pt x="34871" y="94414"/>
                      <a:pt x="27731" y="111146"/>
                      <a:pt x="21292" y="128706"/>
                    </a:cubicBezTo>
                    <a:cubicBezTo>
                      <a:pt x="14790" y="146329"/>
                      <a:pt x="9563" y="163634"/>
                      <a:pt x="5801" y="180112"/>
                    </a:cubicBezTo>
                    <a:cubicBezTo>
                      <a:pt x="1976" y="196717"/>
                      <a:pt x="0" y="211222"/>
                      <a:pt x="0" y="223247"/>
                    </a:cubicBezTo>
                    <a:cubicBezTo>
                      <a:pt x="0" y="265300"/>
                      <a:pt x="23077" y="274144"/>
                      <a:pt x="42394" y="274144"/>
                    </a:cubicBezTo>
                    <a:cubicBezTo>
                      <a:pt x="72101" y="274144"/>
                      <a:pt x="110351" y="247550"/>
                      <a:pt x="159120" y="192899"/>
                    </a:cubicBezTo>
                    <a:cubicBezTo>
                      <a:pt x="154849" y="209377"/>
                      <a:pt x="152681" y="224074"/>
                      <a:pt x="152681" y="236734"/>
                    </a:cubicBezTo>
                    <a:cubicBezTo>
                      <a:pt x="152681" y="279933"/>
                      <a:pt x="172826" y="288967"/>
                      <a:pt x="189784" y="288967"/>
                    </a:cubicBezTo>
                    <a:cubicBezTo>
                      <a:pt x="196796" y="288967"/>
                      <a:pt x="206167" y="285850"/>
                      <a:pt x="218535" y="279361"/>
                    </a:cubicBezTo>
                    <a:cubicBezTo>
                      <a:pt x="230201" y="273253"/>
                      <a:pt x="243844" y="264601"/>
                      <a:pt x="259080" y="253721"/>
                    </a:cubicBezTo>
                    <a:cubicBezTo>
                      <a:pt x="267113" y="247868"/>
                      <a:pt x="275910" y="240997"/>
                      <a:pt x="285281" y="233363"/>
                    </a:cubicBezTo>
                    <a:cubicBezTo>
                      <a:pt x="292039" y="227827"/>
                      <a:pt x="299625" y="221275"/>
                      <a:pt x="307785" y="213831"/>
                    </a:cubicBezTo>
                    <a:cubicBezTo>
                      <a:pt x="299434" y="231899"/>
                      <a:pt x="292740" y="246087"/>
                      <a:pt x="287959" y="255694"/>
                    </a:cubicBezTo>
                    <a:cubicBezTo>
                      <a:pt x="279544" y="272808"/>
                      <a:pt x="279544" y="273126"/>
                      <a:pt x="279544" y="274462"/>
                    </a:cubicBezTo>
                    <a:cubicBezTo>
                      <a:pt x="279544" y="284132"/>
                      <a:pt x="285281" y="289667"/>
                      <a:pt x="295226" y="289667"/>
                    </a:cubicBezTo>
                    <a:cubicBezTo>
                      <a:pt x="300900" y="289667"/>
                      <a:pt x="303896" y="287250"/>
                      <a:pt x="305299" y="285341"/>
                    </a:cubicBezTo>
                    <a:cubicBezTo>
                      <a:pt x="324743" y="261101"/>
                      <a:pt x="338895" y="242651"/>
                      <a:pt x="347246" y="230690"/>
                    </a:cubicBezTo>
                    <a:cubicBezTo>
                      <a:pt x="446887" y="101667"/>
                      <a:pt x="516630" y="36264"/>
                      <a:pt x="554434" y="36264"/>
                    </a:cubicBezTo>
                    <a:cubicBezTo>
                      <a:pt x="561893" y="36264"/>
                      <a:pt x="564634" y="37727"/>
                      <a:pt x="564634" y="38618"/>
                    </a:cubicBezTo>
                    <a:cubicBezTo>
                      <a:pt x="564634" y="44917"/>
                      <a:pt x="558259" y="65339"/>
                      <a:pt x="527850" y="126988"/>
                    </a:cubicBezTo>
                    <a:cubicBezTo>
                      <a:pt x="502478" y="178394"/>
                      <a:pt x="490174" y="210523"/>
                      <a:pt x="490174" y="225283"/>
                    </a:cubicBezTo>
                    <a:cubicBezTo>
                      <a:pt x="490174" y="229418"/>
                      <a:pt x="491704" y="239088"/>
                      <a:pt x="505856" y="239088"/>
                    </a:cubicBezTo>
                    <a:cubicBezTo>
                      <a:pt x="511466" y="239088"/>
                      <a:pt x="516311" y="235907"/>
                      <a:pt x="520073" y="229800"/>
                    </a:cubicBezTo>
                    <a:cubicBezTo>
                      <a:pt x="524408" y="223692"/>
                      <a:pt x="529826" y="216248"/>
                      <a:pt x="536265" y="207660"/>
                    </a:cubicBezTo>
                    <a:cubicBezTo>
                      <a:pt x="542512" y="199325"/>
                      <a:pt x="549908" y="190609"/>
                      <a:pt x="558323" y="181639"/>
                    </a:cubicBezTo>
                    <a:cubicBezTo>
                      <a:pt x="562721" y="176740"/>
                      <a:pt x="568459" y="170441"/>
                      <a:pt x="575535" y="162807"/>
                    </a:cubicBezTo>
                    <a:cubicBezTo>
                      <a:pt x="582484" y="155299"/>
                      <a:pt x="591600" y="145820"/>
                      <a:pt x="602692" y="134559"/>
                    </a:cubicBezTo>
                    <a:lnTo>
                      <a:pt x="681743" y="53824"/>
                    </a:lnTo>
                    <a:lnTo>
                      <a:pt x="655222" y="117699"/>
                    </a:lnTo>
                    <a:cubicBezTo>
                      <a:pt x="648082" y="135322"/>
                      <a:pt x="642664" y="151482"/>
                      <a:pt x="639094" y="165797"/>
                    </a:cubicBezTo>
                    <a:cubicBezTo>
                      <a:pt x="635460" y="180239"/>
                      <a:pt x="633611" y="192899"/>
                      <a:pt x="633611" y="203588"/>
                    </a:cubicBezTo>
                    <a:cubicBezTo>
                      <a:pt x="633611" y="231645"/>
                      <a:pt x="638329" y="249650"/>
                      <a:pt x="647955" y="258684"/>
                    </a:cubicBezTo>
                    <a:cubicBezTo>
                      <a:pt x="657390" y="267527"/>
                      <a:pt x="669247" y="271981"/>
                      <a:pt x="683209" y="271981"/>
                    </a:cubicBezTo>
                    <a:cubicBezTo>
                      <a:pt x="697170" y="271981"/>
                      <a:pt x="711067" y="269118"/>
                      <a:pt x="723563" y="263519"/>
                    </a:cubicBezTo>
                    <a:cubicBezTo>
                      <a:pt x="735611" y="258048"/>
                      <a:pt x="746066" y="252767"/>
                      <a:pt x="754673" y="247741"/>
                    </a:cubicBezTo>
                    <a:cubicBezTo>
                      <a:pt x="767677" y="239597"/>
                      <a:pt x="781511" y="228845"/>
                      <a:pt x="795855" y="215930"/>
                    </a:cubicBezTo>
                    <a:cubicBezTo>
                      <a:pt x="796301" y="215549"/>
                      <a:pt x="796747" y="215103"/>
                      <a:pt x="797194" y="214721"/>
                    </a:cubicBezTo>
                    <a:cubicBezTo>
                      <a:pt x="796301" y="220575"/>
                      <a:pt x="795728" y="226301"/>
                      <a:pt x="795728" y="231899"/>
                    </a:cubicBezTo>
                    <a:cubicBezTo>
                      <a:pt x="795728" y="259002"/>
                      <a:pt x="810581" y="273380"/>
                      <a:pt x="838695" y="273380"/>
                    </a:cubicBezTo>
                    <a:cubicBezTo>
                      <a:pt x="871271" y="273380"/>
                      <a:pt x="906525" y="256521"/>
                      <a:pt x="943691" y="223183"/>
                    </a:cubicBezTo>
                    <a:cubicBezTo>
                      <a:pt x="943372" y="226110"/>
                      <a:pt x="943245" y="229291"/>
                      <a:pt x="943245" y="232599"/>
                    </a:cubicBezTo>
                    <a:cubicBezTo>
                      <a:pt x="943245" y="258429"/>
                      <a:pt x="956059" y="272044"/>
                      <a:pt x="980220" y="272044"/>
                    </a:cubicBezTo>
                    <a:cubicBezTo>
                      <a:pt x="996731" y="272044"/>
                      <a:pt x="1011585" y="269181"/>
                      <a:pt x="1024526" y="263583"/>
                    </a:cubicBezTo>
                    <a:cubicBezTo>
                      <a:pt x="1037085" y="258111"/>
                      <a:pt x="1047731" y="252831"/>
                      <a:pt x="1056338" y="247741"/>
                    </a:cubicBezTo>
                    <a:cubicBezTo>
                      <a:pt x="1069215" y="239661"/>
                      <a:pt x="1082921" y="229036"/>
                      <a:pt x="1097137" y="216248"/>
                    </a:cubicBezTo>
                    <a:lnTo>
                      <a:pt x="1080116" y="250477"/>
                    </a:lnTo>
                    <a:cubicBezTo>
                      <a:pt x="1078714" y="252767"/>
                      <a:pt x="1077120" y="255630"/>
                      <a:pt x="1075271" y="259066"/>
                    </a:cubicBezTo>
                    <a:cubicBezTo>
                      <a:pt x="1073104" y="263137"/>
                      <a:pt x="1072020" y="266573"/>
                      <a:pt x="1072020" y="269563"/>
                    </a:cubicBezTo>
                    <a:cubicBezTo>
                      <a:pt x="1072020" y="273507"/>
                      <a:pt x="1073486" y="282733"/>
                      <a:pt x="1087256" y="282733"/>
                    </a:cubicBezTo>
                    <a:cubicBezTo>
                      <a:pt x="1093185" y="282733"/>
                      <a:pt x="1098221" y="279933"/>
                      <a:pt x="1101664" y="274844"/>
                    </a:cubicBezTo>
                    <a:lnTo>
                      <a:pt x="1148966" y="209441"/>
                    </a:lnTo>
                    <a:cubicBezTo>
                      <a:pt x="1170323" y="179666"/>
                      <a:pt x="1193145" y="152882"/>
                      <a:pt x="1216669" y="129787"/>
                    </a:cubicBezTo>
                    <a:cubicBezTo>
                      <a:pt x="1240320" y="106629"/>
                      <a:pt x="1264226" y="85889"/>
                      <a:pt x="1287814" y="68138"/>
                    </a:cubicBezTo>
                    <a:cubicBezTo>
                      <a:pt x="1314206" y="48289"/>
                      <a:pt x="1327020" y="44089"/>
                      <a:pt x="1333076" y="44089"/>
                    </a:cubicBezTo>
                    <a:cubicBezTo>
                      <a:pt x="1333841" y="44089"/>
                      <a:pt x="1334734" y="44089"/>
                      <a:pt x="1334734" y="47780"/>
                    </a:cubicBezTo>
                    <a:cubicBezTo>
                      <a:pt x="1334734" y="53442"/>
                      <a:pt x="1329060" y="71383"/>
                      <a:pt x="1302094" y="124634"/>
                    </a:cubicBezTo>
                    <a:cubicBezTo>
                      <a:pt x="1279526" y="169678"/>
                      <a:pt x="1268561" y="202506"/>
                      <a:pt x="1268561" y="225028"/>
                    </a:cubicBezTo>
                    <a:cubicBezTo>
                      <a:pt x="1268561" y="233363"/>
                      <a:pt x="1270984" y="240170"/>
                      <a:pt x="1275829" y="245260"/>
                    </a:cubicBezTo>
                    <a:cubicBezTo>
                      <a:pt x="1280738" y="250413"/>
                      <a:pt x="1288387" y="253021"/>
                      <a:pt x="1298651" y="253021"/>
                    </a:cubicBezTo>
                    <a:cubicBezTo>
                      <a:pt x="1320836" y="253021"/>
                      <a:pt x="1332120" y="246977"/>
                      <a:pt x="1332120" y="235144"/>
                    </a:cubicBezTo>
                    <a:cubicBezTo>
                      <a:pt x="1332120" y="225473"/>
                      <a:pt x="1326319" y="219938"/>
                      <a:pt x="1316246" y="219938"/>
                    </a:cubicBezTo>
                    <a:cubicBezTo>
                      <a:pt x="1312613" y="219938"/>
                      <a:pt x="1308979" y="220575"/>
                      <a:pt x="1305536" y="221911"/>
                    </a:cubicBezTo>
                    <a:cubicBezTo>
                      <a:pt x="1302094" y="223247"/>
                      <a:pt x="1300946" y="223310"/>
                      <a:pt x="1300691" y="223310"/>
                    </a:cubicBezTo>
                    <a:cubicBezTo>
                      <a:pt x="1300118" y="223310"/>
                      <a:pt x="1299034" y="223310"/>
                      <a:pt x="1299034" y="218984"/>
                    </a:cubicBezTo>
                    <a:cubicBezTo>
                      <a:pt x="1299034" y="210841"/>
                      <a:pt x="1304963" y="188891"/>
                      <a:pt x="1333012" y="130614"/>
                    </a:cubicBezTo>
                    <a:cubicBezTo>
                      <a:pt x="1356472" y="82389"/>
                      <a:pt x="1367883" y="51979"/>
                      <a:pt x="1367883" y="37727"/>
                    </a:cubicBezTo>
                    <a:close/>
                  </a:path>
                </a:pathLst>
              </a:custGeom>
              <a:solidFill>
                <a:srgbClr val="FFC600"/>
              </a:solidFill>
              <a:ln w="6375"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6EBBA5E2-51ED-D940-FB12-95EB3416ACE2}"/>
                  </a:ext>
                </a:extLst>
              </p:cNvPr>
              <p:cNvSpPr/>
              <p:nvPr/>
            </p:nvSpPr>
            <p:spPr>
              <a:xfrm>
                <a:off x="6629906" y="-1566349"/>
                <a:ext cx="77774" cy="83661"/>
              </a:xfrm>
              <a:custGeom>
                <a:avLst/>
                <a:gdLst>
                  <a:gd name="connsiteX0" fmla="*/ 16001 w 77774"/>
                  <a:gd name="connsiteY0" fmla="*/ 83598 h 83661"/>
                  <a:gd name="connsiteX1" fmla="*/ 26201 w 77774"/>
                  <a:gd name="connsiteY1" fmla="*/ 79972 h 83661"/>
                  <a:gd name="connsiteX2" fmla="*/ 30154 w 77774"/>
                  <a:gd name="connsiteY2" fmla="*/ 73737 h 83661"/>
                  <a:gd name="connsiteX3" fmla="*/ 44625 w 77774"/>
                  <a:gd name="connsiteY3" fmla="*/ 53315 h 83661"/>
                  <a:gd name="connsiteX4" fmla="*/ 57056 w 77774"/>
                  <a:gd name="connsiteY4" fmla="*/ 43644 h 83661"/>
                  <a:gd name="connsiteX5" fmla="*/ 70890 w 77774"/>
                  <a:gd name="connsiteY5" fmla="*/ 31238 h 83661"/>
                  <a:gd name="connsiteX6" fmla="*/ 77775 w 77774"/>
                  <a:gd name="connsiteY6" fmla="*/ 17178 h 83661"/>
                  <a:gd name="connsiteX7" fmla="*/ 59160 w 77774"/>
                  <a:gd name="connsiteY7" fmla="*/ 0 h 83661"/>
                  <a:gd name="connsiteX8" fmla="*/ 45262 w 77774"/>
                  <a:gd name="connsiteY8" fmla="*/ 3881 h 83661"/>
                  <a:gd name="connsiteX9" fmla="*/ 26329 w 77774"/>
                  <a:gd name="connsiteY9" fmla="*/ 20868 h 83661"/>
                  <a:gd name="connsiteX10" fmla="*/ 16257 w 77774"/>
                  <a:gd name="connsiteY10" fmla="*/ 34419 h 83661"/>
                  <a:gd name="connsiteX11" fmla="*/ 5227 w 77774"/>
                  <a:gd name="connsiteY11" fmla="*/ 53315 h 83661"/>
                  <a:gd name="connsiteX12" fmla="*/ 0 w 77774"/>
                  <a:gd name="connsiteY12" fmla="*/ 67820 h 83661"/>
                  <a:gd name="connsiteX13" fmla="*/ 15874 w 77774"/>
                  <a:gd name="connsiteY13" fmla="*/ 83662 h 8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7774" h="83661">
                    <a:moveTo>
                      <a:pt x="16001" y="83598"/>
                    </a:moveTo>
                    <a:cubicBezTo>
                      <a:pt x="20336" y="83598"/>
                      <a:pt x="23779" y="82389"/>
                      <a:pt x="26201" y="79972"/>
                    </a:cubicBezTo>
                    <a:cubicBezTo>
                      <a:pt x="28114" y="78063"/>
                      <a:pt x="29389" y="76027"/>
                      <a:pt x="30154" y="73737"/>
                    </a:cubicBezTo>
                    <a:lnTo>
                      <a:pt x="44625" y="53315"/>
                    </a:lnTo>
                    <a:cubicBezTo>
                      <a:pt x="45454" y="52106"/>
                      <a:pt x="48068" y="49243"/>
                      <a:pt x="57056" y="43644"/>
                    </a:cubicBezTo>
                    <a:cubicBezTo>
                      <a:pt x="62220" y="39891"/>
                      <a:pt x="66938" y="35691"/>
                      <a:pt x="70890" y="31238"/>
                    </a:cubicBezTo>
                    <a:cubicBezTo>
                      <a:pt x="75480" y="26085"/>
                      <a:pt x="77775" y="21504"/>
                      <a:pt x="77775" y="17178"/>
                    </a:cubicBezTo>
                    <a:cubicBezTo>
                      <a:pt x="77775" y="6235"/>
                      <a:pt x="71018" y="0"/>
                      <a:pt x="59160" y="0"/>
                    </a:cubicBezTo>
                    <a:cubicBezTo>
                      <a:pt x="54889" y="0"/>
                      <a:pt x="50171" y="1272"/>
                      <a:pt x="45262" y="3881"/>
                    </a:cubicBezTo>
                    <a:cubicBezTo>
                      <a:pt x="40481" y="6426"/>
                      <a:pt x="34234" y="12024"/>
                      <a:pt x="26329" y="20868"/>
                    </a:cubicBezTo>
                    <a:cubicBezTo>
                      <a:pt x="23842" y="23349"/>
                      <a:pt x="20527" y="27802"/>
                      <a:pt x="16257" y="34419"/>
                    </a:cubicBezTo>
                    <a:cubicBezTo>
                      <a:pt x="12113" y="40845"/>
                      <a:pt x="8415" y="47207"/>
                      <a:pt x="5227" y="53315"/>
                    </a:cubicBezTo>
                    <a:cubicBezTo>
                      <a:pt x="574" y="62222"/>
                      <a:pt x="0" y="65721"/>
                      <a:pt x="0" y="67820"/>
                    </a:cubicBezTo>
                    <a:cubicBezTo>
                      <a:pt x="0" y="77872"/>
                      <a:pt x="5801" y="83662"/>
                      <a:pt x="15874" y="83662"/>
                    </a:cubicBezTo>
                    <a:close/>
                  </a:path>
                </a:pathLst>
              </a:custGeom>
              <a:solidFill>
                <a:srgbClr val="FFC600"/>
              </a:solidFill>
              <a:ln w="6375"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A71EE100-F11B-AE6F-D333-B3F2D18E5B85}"/>
                  </a:ext>
                </a:extLst>
              </p:cNvPr>
              <p:cNvSpPr/>
              <p:nvPr/>
            </p:nvSpPr>
            <p:spPr>
              <a:xfrm>
                <a:off x="6490803" y="-1452468"/>
                <a:ext cx="217642" cy="242651"/>
              </a:xfrm>
              <a:custGeom>
                <a:avLst/>
                <a:gdLst>
                  <a:gd name="connsiteX0" fmla="*/ 206869 w 217642"/>
                  <a:gd name="connsiteY0" fmla="*/ 140921 h 242651"/>
                  <a:gd name="connsiteX1" fmla="*/ 217642 w 217642"/>
                  <a:gd name="connsiteY1" fmla="*/ 120944 h 242651"/>
                  <a:gd name="connsiteX2" fmla="*/ 203108 w 217642"/>
                  <a:gd name="connsiteY2" fmla="*/ 108474 h 242651"/>
                  <a:gd name="connsiteX3" fmla="*/ 191952 w 217642"/>
                  <a:gd name="connsiteY3" fmla="*/ 112355 h 242651"/>
                  <a:gd name="connsiteX4" fmla="*/ 159248 w 217642"/>
                  <a:gd name="connsiteY4" fmla="*/ 142639 h 242651"/>
                  <a:gd name="connsiteX5" fmla="*/ 118703 w 217642"/>
                  <a:gd name="connsiteY5" fmla="*/ 176422 h 242651"/>
                  <a:gd name="connsiteX6" fmla="*/ 76819 w 217642"/>
                  <a:gd name="connsiteY6" fmla="*/ 203333 h 242651"/>
                  <a:gd name="connsiteX7" fmla="*/ 40991 w 217642"/>
                  <a:gd name="connsiteY7" fmla="*/ 213640 h 242651"/>
                  <a:gd name="connsiteX8" fmla="*/ 33150 w 217642"/>
                  <a:gd name="connsiteY8" fmla="*/ 212431 h 242651"/>
                  <a:gd name="connsiteX9" fmla="*/ 31875 w 217642"/>
                  <a:gd name="connsiteY9" fmla="*/ 207278 h 242651"/>
                  <a:gd name="connsiteX10" fmla="*/ 39780 w 217642"/>
                  <a:gd name="connsiteY10" fmla="*/ 173559 h 242651"/>
                  <a:gd name="connsiteX11" fmla="*/ 53423 w 217642"/>
                  <a:gd name="connsiteY11" fmla="*/ 141621 h 242651"/>
                  <a:gd name="connsiteX12" fmla="*/ 64706 w 217642"/>
                  <a:gd name="connsiteY12" fmla="*/ 126733 h 242651"/>
                  <a:gd name="connsiteX13" fmla="*/ 83002 w 217642"/>
                  <a:gd name="connsiteY13" fmla="*/ 102685 h 242651"/>
                  <a:gd name="connsiteX14" fmla="*/ 97984 w 217642"/>
                  <a:gd name="connsiteY14" fmla="*/ 82326 h 242651"/>
                  <a:gd name="connsiteX15" fmla="*/ 123101 w 217642"/>
                  <a:gd name="connsiteY15" fmla="*/ 43072 h 242651"/>
                  <a:gd name="connsiteX16" fmla="*/ 135214 w 217642"/>
                  <a:gd name="connsiteY16" fmla="*/ 15205 h 242651"/>
                  <a:gd name="connsiteX17" fmla="*/ 118639 w 217642"/>
                  <a:gd name="connsiteY17" fmla="*/ 0 h 242651"/>
                  <a:gd name="connsiteX18" fmla="*/ 91991 w 217642"/>
                  <a:gd name="connsiteY18" fmla="*/ 18005 h 242651"/>
                  <a:gd name="connsiteX19" fmla="*/ 61455 w 217642"/>
                  <a:gd name="connsiteY19" fmla="*/ 60758 h 242651"/>
                  <a:gd name="connsiteX20" fmla="*/ 31875 w 217642"/>
                  <a:gd name="connsiteY20" fmla="*/ 115027 h 242651"/>
                  <a:gd name="connsiteX21" fmla="*/ 9052 w 217642"/>
                  <a:gd name="connsiteY21" fmla="*/ 168405 h 242651"/>
                  <a:gd name="connsiteX22" fmla="*/ 0 w 217642"/>
                  <a:gd name="connsiteY22" fmla="*/ 208614 h 242651"/>
                  <a:gd name="connsiteX23" fmla="*/ 9945 w 217642"/>
                  <a:gd name="connsiteY23" fmla="*/ 234126 h 242651"/>
                  <a:gd name="connsiteX24" fmla="*/ 40226 w 217642"/>
                  <a:gd name="connsiteY24" fmla="*/ 242651 h 242651"/>
                  <a:gd name="connsiteX25" fmla="*/ 92820 w 217642"/>
                  <a:gd name="connsiteY25" fmla="*/ 228718 h 242651"/>
                  <a:gd name="connsiteX26" fmla="*/ 142800 w 217642"/>
                  <a:gd name="connsiteY26" fmla="*/ 198625 h 242651"/>
                  <a:gd name="connsiteX27" fmla="*/ 172827 w 217642"/>
                  <a:gd name="connsiteY27" fmla="*/ 173431 h 242651"/>
                  <a:gd name="connsiteX28" fmla="*/ 206741 w 217642"/>
                  <a:gd name="connsiteY28" fmla="*/ 140921 h 242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7642" h="242651">
                    <a:moveTo>
                      <a:pt x="206869" y="140921"/>
                    </a:moveTo>
                    <a:cubicBezTo>
                      <a:pt x="214073" y="133732"/>
                      <a:pt x="217642" y="127179"/>
                      <a:pt x="217642" y="120944"/>
                    </a:cubicBezTo>
                    <a:cubicBezTo>
                      <a:pt x="217642" y="117190"/>
                      <a:pt x="216240" y="108474"/>
                      <a:pt x="203108" y="108474"/>
                    </a:cubicBezTo>
                    <a:cubicBezTo>
                      <a:pt x="198327" y="108474"/>
                      <a:pt x="194565" y="109810"/>
                      <a:pt x="191952" y="112355"/>
                    </a:cubicBezTo>
                    <a:cubicBezTo>
                      <a:pt x="182899" y="120944"/>
                      <a:pt x="171870" y="131123"/>
                      <a:pt x="159248" y="142639"/>
                    </a:cubicBezTo>
                    <a:cubicBezTo>
                      <a:pt x="146625" y="154154"/>
                      <a:pt x="132983" y="165542"/>
                      <a:pt x="118703" y="176422"/>
                    </a:cubicBezTo>
                    <a:cubicBezTo>
                      <a:pt x="104550" y="187237"/>
                      <a:pt x="90461" y="196271"/>
                      <a:pt x="76819" y="203333"/>
                    </a:cubicBezTo>
                    <a:cubicBezTo>
                      <a:pt x="63559" y="210141"/>
                      <a:pt x="51510" y="213640"/>
                      <a:pt x="40991" y="213640"/>
                    </a:cubicBezTo>
                    <a:cubicBezTo>
                      <a:pt x="34552" y="213640"/>
                      <a:pt x="33150" y="212431"/>
                      <a:pt x="33150" y="212431"/>
                    </a:cubicBezTo>
                    <a:cubicBezTo>
                      <a:pt x="32321" y="211477"/>
                      <a:pt x="31875" y="209695"/>
                      <a:pt x="31875" y="207278"/>
                    </a:cubicBezTo>
                    <a:cubicBezTo>
                      <a:pt x="31875" y="199707"/>
                      <a:pt x="34489" y="188446"/>
                      <a:pt x="39780" y="173559"/>
                    </a:cubicBezTo>
                    <a:cubicBezTo>
                      <a:pt x="44625" y="158735"/>
                      <a:pt x="49215" y="147983"/>
                      <a:pt x="53423" y="141621"/>
                    </a:cubicBezTo>
                    <a:cubicBezTo>
                      <a:pt x="55144" y="139076"/>
                      <a:pt x="58905" y="134050"/>
                      <a:pt x="64706" y="126733"/>
                    </a:cubicBezTo>
                    <a:cubicBezTo>
                      <a:pt x="70635" y="119226"/>
                      <a:pt x="76755" y="111146"/>
                      <a:pt x="83002" y="102685"/>
                    </a:cubicBezTo>
                    <a:cubicBezTo>
                      <a:pt x="89313" y="94159"/>
                      <a:pt x="94286" y="87415"/>
                      <a:pt x="97984" y="82326"/>
                    </a:cubicBezTo>
                    <a:cubicBezTo>
                      <a:pt x="106908" y="68965"/>
                      <a:pt x="115324" y="55796"/>
                      <a:pt x="123101" y="43072"/>
                    </a:cubicBezTo>
                    <a:cubicBezTo>
                      <a:pt x="133938" y="25194"/>
                      <a:pt x="135214" y="18577"/>
                      <a:pt x="135214" y="15205"/>
                    </a:cubicBezTo>
                    <a:cubicBezTo>
                      <a:pt x="135214" y="5535"/>
                      <a:pt x="129157" y="0"/>
                      <a:pt x="118639" y="0"/>
                    </a:cubicBezTo>
                    <a:cubicBezTo>
                      <a:pt x="111308" y="0"/>
                      <a:pt x="102829" y="5726"/>
                      <a:pt x="91991" y="18005"/>
                    </a:cubicBezTo>
                    <a:cubicBezTo>
                      <a:pt x="82173" y="29139"/>
                      <a:pt x="71910" y="43517"/>
                      <a:pt x="61455" y="60758"/>
                    </a:cubicBezTo>
                    <a:cubicBezTo>
                      <a:pt x="51063" y="77872"/>
                      <a:pt x="41119" y="96132"/>
                      <a:pt x="31875" y="115027"/>
                    </a:cubicBezTo>
                    <a:cubicBezTo>
                      <a:pt x="22631" y="133986"/>
                      <a:pt x="14918" y="151927"/>
                      <a:pt x="9052" y="168405"/>
                    </a:cubicBezTo>
                    <a:cubicBezTo>
                      <a:pt x="2996" y="185456"/>
                      <a:pt x="0" y="198625"/>
                      <a:pt x="0" y="208614"/>
                    </a:cubicBezTo>
                    <a:cubicBezTo>
                      <a:pt x="0" y="219811"/>
                      <a:pt x="3315" y="228400"/>
                      <a:pt x="9945" y="234126"/>
                    </a:cubicBezTo>
                    <a:cubicBezTo>
                      <a:pt x="16448" y="239852"/>
                      <a:pt x="26392" y="242651"/>
                      <a:pt x="40226" y="242651"/>
                    </a:cubicBezTo>
                    <a:cubicBezTo>
                      <a:pt x="56610" y="242651"/>
                      <a:pt x="74269" y="237943"/>
                      <a:pt x="92820" y="228718"/>
                    </a:cubicBezTo>
                    <a:cubicBezTo>
                      <a:pt x="110925" y="219684"/>
                      <a:pt x="127755" y="209568"/>
                      <a:pt x="142800" y="198625"/>
                    </a:cubicBezTo>
                    <a:cubicBezTo>
                      <a:pt x="152235" y="191500"/>
                      <a:pt x="162308" y="182975"/>
                      <a:pt x="172827" y="173431"/>
                    </a:cubicBezTo>
                    <a:cubicBezTo>
                      <a:pt x="183218" y="163952"/>
                      <a:pt x="194629" y="153009"/>
                      <a:pt x="206741" y="140921"/>
                    </a:cubicBezTo>
                    <a:close/>
                  </a:path>
                </a:pathLst>
              </a:custGeom>
              <a:solidFill>
                <a:srgbClr val="FFC600"/>
              </a:solidFill>
              <a:ln w="6375"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91A27B52-5C8E-9CAF-5FEF-88C1858F0D0C}"/>
                  </a:ext>
                </a:extLst>
              </p:cNvPr>
              <p:cNvSpPr/>
              <p:nvPr/>
            </p:nvSpPr>
            <p:spPr>
              <a:xfrm>
                <a:off x="6647182" y="-1463283"/>
                <a:ext cx="220893" cy="268226"/>
              </a:xfrm>
              <a:custGeom>
                <a:avLst/>
                <a:gdLst>
                  <a:gd name="connsiteX0" fmla="*/ 181751 w 220893"/>
                  <a:gd name="connsiteY0" fmla="*/ 61013 h 268226"/>
                  <a:gd name="connsiteX1" fmla="*/ 197625 w 220893"/>
                  <a:gd name="connsiteY1" fmla="*/ 74818 h 268226"/>
                  <a:gd name="connsiteX2" fmla="*/ 214455 w 220893"/>
                  <a:gd name="connsiteY2" fmla="*/ 64067 h 268226"/>
                  <a:gd name="connsiteX3" fmla="*/ 220894 w 220893"/>
                  <a:gd name="connsiteY3" fmla="*/ 42817 h 268226"/>
                  <a:gd name="connsiteX4" fmla="*/ 202662 w 220893"/>
                  <a:gd name="connsiteY4" fmla="*/ 11134 h 268226"/>
                  <a:gd name="connsiteX5" fmla="*/ 162435 w 220893"/>
                  <a:gd name="connsiteY5" fmla="*/ 0 h 268226"/>
                  <a:gd name="connsiteX6" fmla="*/ 116153 w 220893"/>
                  <a:gd name="connsiteY6" fmla="*/ 9798 h 268226"/>
                  <a:gd name="connsiteX7" fmla="*/ 76436 w 220893"/>
                  <a:gd name="connsiteY7" fmla="*/ 36455 h 268226"/>
                  <a:gd name="connsiteX8" fmla="*/ 60053 w 220893"/>
                  <a:gd name="connsiteY8" fmla="*/ 75836 h 268226"/>
                  <a:gd name="connsiteX9" fmla="*/ 68531 w 220893"/>
                  <a:gd name="connsiteY9" fmla="*/ 98231 h 268226"/>
                  <a:gd name="connsiteX10" fmla="*/ 94924 w 220893"/>
                  <a:gd name="connsiteY10" fmla="*/ 113755 h 268226"/>
                  <a:gd name="connsiteX11" fmla="*/ 139549 w 220893"/>
                  <a:gd name="connsiteY11" fmla="*/ 127242 h 268226"/>
                  <a:gd name="connsiteX12" fmla="*/ 157909 w 220893"/>
                  <a:gd name="connsiteY12" fmla="*/ 137867 h 268226"/>
                  <a:gd name="connsiteX13" fmla="*/ 163391 w 220893"/>
                  <a:gd name="connsiteY13" fmla="*/ 153327 h 268226"/>
                  <a:gd name="connsiteX14" fmla="*/ 152107 w 220893"/>
                  <a:gd name="connsiteY14" fmla="*/ 181702 h 268226"/>
                  <a:gd name="connsiteX15" fmla="*/ 122209 w 220893"/>
                  <a:gd name="connsiteY15" fmla="*/ 211159 h 268226"/>
                  <a:gd name="connsiteX16" fmla="*/ 84023 w 220893"/>
                  <a:gd name="connsiteY16" fmla="*/ 233553 h 268226"/>
                  <a:gd name="connsiteX17" fmla="*/ 47622 w 220893"/>
                  <a:gd name="connsiteY17" fmla="*/ 241951 h 268226"/>
                  <a:gd name="connsiteX18" fmla="*/ 31110 w 220893"/>
                  <a:gd name="connsiteY18" fmla="*/ 234190 h 268226"/>
                  <a:gd name="connsiteX19" fmla="*/ 47303 w 220893"/>
                  <a:gd name="connsiteY19" fmla="*/ 203651 h 268226"/>
                  <a:gd name="connsiteX20" fmla="*/ 94350 w 220893"/>
                  <a:gd name="connsiteY20" fmla="*/ 169296 h 268226"/>
                  <a:gd name="connsiteX21" fmla="*/ 104104 w 220893"/>
                  <a:gd name="connsiteY21" fmla="*/ 158035 h 268226"/>
                  <a:gd name="connsiteX22" fmla="*/ 94287 w 220893"/>
                  <a:gd name="connsiteY22" fmla="*/ 149573 h 268226"/>
                  <a:gd name="connsiteX23" fmla="*/ 81281 w 220893"/>
                  <a:gd name="connsiteY23" fmla="*/ 151737 h 268226"/>
                  <a:gd name="connsiteX24" fmla="*/ 69360 w 220893"/>
                  <a:gd name="connsiteY24" fmla="*/ 156063 h 268226"/>
                  <a:gd name="connsiteX25" fmla="*/ 39462 w 220893"/>
                  <a:gd name="connsiteY25" fmla="*/ 176167 h 268226"/>
                  <a:gd name="connsiteX26" fmla="*/ 11985 w 220893"/>
                  <a:gd name="connsiteY26" fmla="*/ 205306 h 268226"/>
                  <a:gd name="connsiteX27" fmla="*/ 0 w 220893"/>
                  <a:gd name="connsiteY27" fmla="*/ 238898 h 268226"/>
                  <a:gd name="connsiteX28" fmla="*/ 42202 w 220893"/>
                  <a:gd name="connsiteY28" fmla="*/ 268227 h 268226"/>
                  <a:gd name="connsiteX29" fmla="*/ 161288 w 220893"/>
                  <a:gd name="connsiteY29" fmla="*/ 213894 h 268226"/>
                  <a:gd name="connsiteX30" fmla="*/ 199920 w 220893"/>
                  <a:gd name="connsiteY30" fmla="*/ 147919 h 268226"/>
                  <a:gd name="connsiteX31" fmla="*/ 191697 w 220893"/>
                  <a:gd name="connsiteY31" fmla="*/ 122089 h 268226"/>
                  <a:gd name="connsiteX32" fmla="*/ 162372 w 220893"/>
                  <a:gd name="connsiteY32" fmla="*/ 103957 h 268226"/>
                  <a:gd name="connsiteX33" fmla="*/ 119085 w 220893"/>
                  <a:gd name="connsiteY33" fmla="*/ 90469 h 268226"/>
                  <a:gd name="connsiteX34" fmla="*/ 95243 w 220893"/>
                  <a:gd name="connsiteY34" fmla="*/ 73101 h 268226"/>
                  <a:gd name="connsiteX35" fmla="*/ 104869 w 220893"/>
                  <a:gd name="connsiteY35" fmla="*/ 51151 h 268226"/>
                  <a:gd name="connsiteX36" fmla="*/ 130751 w 220893"/>
                  <a:gd name="connsiteY36" fmla="*/ 33656 h 268226"/>
                  <a:gd name="connsiteX37" fmla="*/ 162435 w 220893"/>
                  <a:gd name="connsiteY37" fmla="*/ 26912 h 268226"/>
                  <a:gd name="connsiteX38" fmla="*/ 189083 w 220893"/>
                  <a:gd name="connsiteY38" fmla="*/ 42753 h 268226"/>
                  <a:gd name="connsiteX39" fmla="*/ 186214 w 220893"/>
                  <a:gd name="connsiteY39" fmla="*/ 49943 h 268226"/>
                  <a:gd name="connsiteX40" fmla="*/ 181624 w 220893"/>
                  <a:gd name="connsiteY40" fmla="*/ 60949 h 268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20893" h="268226">
                    <a:moveTo>
                      <a:pt x="181751" y="61013"/>
                    </a:moveTo>
                    <a:cubicBezTo>
                      <a:pt x="181751" y="65148"/>
                      <a:pt x="183281" y="74818"/>
                      <a:pt x="197625" y="74818"/>
                    </a:cubicBezTo>
                    <a:cubicBezTo>
                      <a:pt x="204128" y="74818"/>
                      <a:pt x="209801" y="71192"/>
                      <a:pt x="214455" y="64067"/>
                    </a:cubicBezTo>
                    <a:cubicBezTo>
                      <a:pt x="218727" y="57514"/>
                      <a:pt x="220894" y="50388"/>
                      <a:pt x="220894" y="42817"/>
                    </a:cubicBezTo>
                    <a:cubicBezTo>
                      <a:pt x="220894" y="29584"/>
                      <a:pt x="214774" y="18959"/>
                      <a:pt x="202662" y="11134"/>
                    </a:cubicBezTo>
                    <a:cubicBezTo>
                      <a:pt x="191186" y="3754"/>
                      <a:pt x="177671" y="0"/>
                      <a:pt x="162435" y="0"/>
                    </a:cubicBezTo>
                    <a:cubicBezTo>
                      <a:pt x="147199" y="0"/>
                      <a:pt x="131963" y="3308"/>
                      <a:pt x="116153" y="9798"/>
                    </a:cubicBezTo>
                    <a:cubicBezTo>
                      <a:pt x="100342" y="16287"/>
                      <a:pt x="86955" y="25258"/>
                      <a:pt x="76436" y="36455"/>
                    </a:cubicBezTo>
                    <a:cubicBezTo>
                      <a:pt x="65535" y="48034"/>
                      <a:pt x="60053" y="61267"/>
                      <a:pt x="60053" y="75836"/>
                    </a:cubicBezTo>
                    <a:cubicBezTo>
                      <a:pt x="60053" y="84107"/>
                      <a:pt x="62921" y="91614"/>
                      <a:pt x="68531" y="98231"/>
                    </a:cubicBezTo>
                    <a:cubicBezTo>
                      <a:pt x="74014" y="104720"/>
                      <a:pt x="82875" y="109937"/>
                      <a:pt x="94924" y="113755"/>
                    </a:cubicBezTo>
                    <a:lnTo>
                      <a:pt x="139549" y="127242"/>
                    </a:lnTo>
                    <a:cubicBezTo>
                      <a:pt x="148028" y="129660"/>
                      <a:pt x="154212" y="133223"/>
                      <a:pt x="157909" y="137867"/>
                    </a:cubicBezTo>
                    <a:cubicBezTo>
                      <a:pt x="161607" y="142511"/>
                      <a:pt x="163391" y="147537"/>
                      <a:pt x="163391" y="153327"/>
                    </a:cubicBezTo>
                    <a:cubicBezTo>
                      <a:pt x="163391" y="162170"/>
                      <a:pt x="159630" y="171714"/>
                      <a:pt x="152107" y="181702"/>
                    </a:cubicBezTo>
                    <a:cubicBezTo>
                      <a:pt x="144266" y="192136"/>
                      <a:pt x="134258" y="202061"/>
                      <a:pt x="122209" y="211159"/>
                    </a:cubicBezTo>
                    <a:cubicBezTo>
                      <a:pt x="110160" y="220320"/>
                      <a:pt x="97283" y="227891"/>
                      <a:pt x="84023" y="233553"/>
                    </a:cubicBezTo>
                    <a:cubicBezTo>
                      <a:pt x="70890" y="239152"/>
                      <a:pt x="58650" y="241951"/>
                      <a:pt x="47622" y="241951"/>
                    </a:cubicBezTo>
                    <a:cubicBezTo>
                      <a:pt x="31110" y="241951"/>
                      <a:pt x="31110" y="236162"/>
                      <a:pt x="31110" y="234190"/>
                    </a:cubicBezTo>
                    <a:cubicBezTo>
                      <a:pt x="31110" y="226746"/>
                      <a:pt x="36529" y="216503"/>
                      <a:pt x="47303" y="203651"/>
                    </a:cubicBezTo>
                    <a:cubicBezTo>
                      <a:pt x="58331" y="190482"/>
                      <a:pt x="74077" y="178966"/>
                      <a:pt x="94350" y="169296"/>
                    </a:cubicBezTo>
                    <a:cubicBezTo>
                      <a:pt x="98558" y="167006"/>
                      <a:pt x="104104" y="163379"/>
                      <a:pt x="104104" y="158035"/>
                    </a:cubicBezTo>
                    <a:cubicBezTo>
                      <a:pt x="104104" y="153963"/>
                      <a:pt x="101554" y="149573"/>
                      <a:pt x="94287" y="149573"/>
                    </a:cubicBezTo>
                    <a:cubicBezTo>
                      <a:pt x="90653" y="149573"/>
                      <a:pt x="86445" y="150273"/>
                      <a:pt x="81281" y="151737"/>
                    </a:cubicBezTo>
                    <a:cubicBezTo>
                      <a:pt x="76309" y="153136"/>
                      <a:pt x="72293" y="154599"/>
                      <a:pt x="69360" y="156063"/>
                    </a:cubicBezTo>
                    <a:cubicBezTo>
                      <a:pt x="60117" y="160707"/>
                      <a:pt x="50044" y="167451"/>
                      <a:pt x="39462" y="176167"/>
                    </a:cubicBezTo>
                    <a:cubicBezTo>
                      <a:pt x="28879" y="184883"/>
                      <a:pt x="19635" y="194681"/>
                      <a:pt x="11985" y="205306"/>
                    </a:cubicBezTo>
                    <a:cubicBezTo>
                      <a:pt x="4016" y="216376"/>
                      <a:pt x="0" y="227637"/>
                      <a:pt x="0" y="238898"/>
                    </a:cubicBezTo>
                    <a:cubicBezTo>
                      <a:pt x="0" y="252258"/>
                      <a:pt x="7331" y="268227"/>
                      <a:pt x="42202" y="268227"/>
                    </a:cubicBezTo>
                    <a:cubicBezTo>
                      <a:pt x="80516" y="268227"/>
                      <a:pt x="120551" y="249968"/>
                      <a:pt x="161288" y="213894"/>
                    </a:cubicBezTo>
                    <a:cubicBezTo>
                      <a:pt x="186915" y="191563"/>
                      <a:pt x="199920" y="169360"/>
                      <a:pt x="199920" y="147919"/>
                    </a:cubicBezTo>
                    <a:cubicBezTo>
                      <a:pt x="199920" y="138503"/>
                      <a:pt x="197179" y="129851"/>
                      <a:pt x="191697" y="122089"/>
                    </a:cubicBezTo>
                    <a:cubicBezTo>
                      <a:pt x="186214" y="114327"/>
                      <a:pt x="176333" y="108220"/>
                      <a:pt x="162372" y="103957"/>
                    </a:cubicBezTo>
                    <a:lnTo>
                      <a:pt x="119085" y="90469"/>
                    </a:lnTo>
                    <a:cubicBezTo>
                      <a:pt x="108184" y="87225"/>
                      <a:pt x="95243" y="81562"/>
                      <a:pt x="95243" y="73101"/>
                    </a:cubicBezTo>
                    <a:cubicBezTo>
                      <a:pt x="95243" y="65212"/>
                      <a:pt x="98367" y="58022"/>
                      <a:pt x="104869" y="51151"/>
                    </a:cubicBezTo>
                    <a:cubicBezTo>
                      <a:pt x="111626" y="43962"/>
                      <a:pt x="120296" y="38109"/>
                      <a:pt x="130751" y="33656"/>
                    </a:cubicBezTo>
                    <a:cubicBezTo>
                      <a:pt x="141143" y="29202"/>
                      <a:pt x="151853" y="26912"/>
                      <a:pt x="162435" y="26912"/>
                    </a:cubicBezTo>
                    <a:cubicBezTo>
                      <a:pt x="189083" y="26912"/>
                      <a:pt x="189083" y="38427"/>
                      <a:pt x="189083" y="42753"/>
                    </a:cubicBezTo>
                    <a:cubicBezTo>
                      <a:pt x="189083" y="44917"/>
                      <a:pt x="188126" y="47334"/>
                      <a:pt x="186214" y="49943"/>
                    </a:cubicBezTo>
                    <a:cubicBezTo>
                      <a:pt x="183154" y="54142"/>
                      <a:pt x="181624" y="57704"/>
                      <a:pt x="181624" y="60949"/>
                    </a:cubicBezTo>
                    <a:close/>
                  </a:path>
                </a:pathLst>
              </a:custGeom>
              <a:solidFill>
                <a:srgbClr val="FFC600"/>
              </a:solidFill>
              <a:ln w="6375"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00B910D0-C40C-0983-7A18-D25E60CE921E}"/>
                  </a:ext>
                </a:extLst>
              </p:cNvPr>
              <p:cNvSpPr/>
              <p:nvPr/>
            </p:nvSpPr>
            <p:spPr>
              <a:xfrm>
                <a:off x="6996914" y="-1565268"/>
                <a:ext cx="75862" cy="83598"/>
              </a:xfrm>
              <a:custGeom>
                <a:avLst/>
                <a:gdLst>
                  <a:gd name="connsiteX0" fmla="*/ 15555 w 75862"/>
                  <a:gd name="connsiteY0" fmla="*/ 83598 h 83598"/>
                  <a:gd name="connsiteX1" fmla="*/ 25628 w 75862"/>
                  <a:gd name="connsiteY1" fmla="*/ 79908 h 83598"/>
                  <a:gd name="connsiteX2" fmla="*/ 29452 w 75862"/>
                  <a:gd name="connsiteY2" fmla="*/ 73673 h 83598"/>
                  <a:gd name="connsiteX3" fmla="*/ 43542 w 75862"/>
                  <a:gd name="connsiteY3" fmla="*/ 53251 h 83598"/>
                  <a:gd name="connsiteX4" fmla="*/ 55654 w 75862"/>
                  <a:gd name="connsiteY4" fmla="*/ 43581 h 83598"/>
                  <a:gd name="connsiteX5" fmla="*/ 69169 w 75862"/>
                  <a:gd name="connsiteY5" fmla="*/ 31174 h 83598"/>
                  <a:gd name="connsiteX6" fmla="*/ 75863 w 75862"/>
                  <a:gd name="connsiteY6" fmla="*/ 17178 h 83598"/>
                  <a:gd name="connsiteX7" fmla="*/ 57630 w 75862"/>
                  <a:gd name="connsiteY7" fmla="*/ 0 h 83598"/>
                  <a:gd name="connsiteX8" fmla="*/ 44051 w 75862"/>
                  <a:gd name="connsiteY8" fmla="*/ 3881 h 83598"/>
                  <a:gd name="connsiteX9" fmla="*/ 25564 w 75862"/>
                  <a:gd name="connsiteY9" fmla="*/ 20868 h 83598"/>
                  <a:gd name="connsiteX10" fmla="*/ 15811 w 75862"/>
                  <a:gd name="connsiteY10" fmla="*/ 34419 h 83598"/>
                  <a:gd name="connsiteX11" fmla="*/ 5100 w 75862"/>
                  <a:gd name="connsiteY11" fmla="*/ 53315 h 83598"/>
                  <a:gd name="connsiteX12" fmla="*/ 0 w 75862"/>
                  <a:gd name="connsiteY12" fmla="*/ 67757 h 83598"/>
                  <a:gd name="connsiteX13" fmla="*/ 15555 w 75862"/>
                  <a:gd name="connsiteY13" fmla="*/ 83598 h 83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862" h="83598">
                    <a:moveTo>
                      <a:pt x="15555" y="83598"/>
                    </a:moveTo>
                    <a:cubicBezTo>
                      <a:pt x="19827" y="83598"/>
                      <a:pt x="23205" y="82326"/>
                      <a:pt x="25628" y="79908"/>
                    </a:cubicBezTo>
                    <a:cubicBezTo>
                      <a:pt x="27477" y="78000"/>
                      <a:pt x="28751" y="75964"/>
                      <a:pt x="29452" y="73673"/>
                    </a:cubicBezTo>
                    <a:lnTo>
                      <a:pt x="43542" y="53251"/>
                    </a:lnTo>
                    <a:cubicBezTo>
                      <a:pt x="44307" y="52042"/>
                      <a:pt x="46921" y="49179"/>
                      <a:pt x="55654" y="43581"/>
                    </a:cubicBezTo>
                    <a:cubicBezTo>
                      <a:pt x="60690" y="39827"/>
                      <a:pt x="65281" y="35628"/>
                      <a:pt x="69169" y="31174"/>
                    </a:cubicBezTo>
                    <a:cubicBezTo>
                      <a:pt x="73632" y="26021"/>
                      <a:pt x="75863" y="21440"/>
                      <a:pt x="75863" y="17178"/>
                    </a:cubicBezTo>
                    <a:cubicBezTo>
                      <a:pt x="75863" y="6235"/>
                      <a:pt x="69233" y="0"/>
                      <a:pt x="57630" y="0"/>
                    </a:cubicBezTo>
                    <a:cubicBezTo>
                      <a:pt x="53423" y="0"/>
                      <a:pt x="48833" y="1336"/>
                      <a:pt x="44051" y="3881"/>
                    </a:cubicBezTo>
                    <a:cubicBezTo>
                      <a:pt x="39398" y="6426"/>
                      <a:pt x="33278" y="12024"/>
                      <a:pt x="25564" y="20868"/>
                    </a:cubicBezTo>
                    <a:cubicBezTo>
                      <a:pt x="23141" y="23349"/>
                      <a:pt x="19954" y="27802"/>
                      <a:pt x="15811" y="34419"/>
                    </a:cubicBezTo>
                    <a:cubicBezTo>
                      <a:pt x="11794" y="40845"/>
                      <a:pt x="8160" y="47207"/>
                      <a:pt x="5100" y="53315"/>
                    </a:cubicBezTo>
                    <a:cubicBezTo>
                      <a:pt x="638" y="62222"/>
                      <a:pt x="0" y="65721"/>
                      <a:pt x="0" y="67757"/>
                    </a:cubicBezTo>
                    <a:cubicBezTo>
                      <a:pt x="0" y="77809"/>
                      <a:pt x="5674" y="83598"/>
                      <a:pt x="15555" y="83598"/>
                    </a:cubicBezTo>
                    <a:close/>
                  </a:path>
                </a:pathLst>
              </a:custGeom>
              <a:solidFill>
                <a:srgbClr val="FFC600"/>
              </a:solidFill>
              <a:ln w="6375"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08EADACA-1AC5-F143-16F0-7C7C3090BC01}"/>
                  </a:ext>
                </a:extLst>
              </p:cNvPr>
              <p:cNvSpPr/>
              <p:nvPr/>
            </p:nvSpPr>
            <p:spPr>
              <a:xfrm>
                <a:off x="6861637" y="-1472063"/>
                <a:ext cx="426423" cy="271535"/>
              </a:xfrm>
              <a:custGeom>
                <a:avLst/>
                <a:gdLst>
                  <a:gd name="connsiteX0" fmla="*/ 391042 w 426423"/>
                  <a:gd name="connsiteY0" fmla="*/ 224137 h 271535"/>
                  <a:gd name="connsiteX1" fmla="*/ 375296 w 426423"/>
                  <a:gd name="connsiteY1" fmla="*/ 208932 h 271535"/>
                  <a:gd name="connsiteX2" fmla="*/ 364650 w 426423"/>
                  <a:gd name="connsiteY2" fmla="*/ 210904 h 271535"/>
                  <a:gd name="connsiteX3" fmla="*/ 359933 w 426423"/>
                  <a:gd name="connsiteY3" fmla="*/ 212304 h 271535"/>
                  <a:gd name="connsiteX4" fmla="*/ 358339 w 426423"/>
                  <a:gd name="connsiteY4" fmla="*/ 207978 h 271535"/>
                  <a:gd name="connsiteX5" fmla="*/ 391935 w 426423"/>
                  <a:gd name="connsiteY5" fmla="*/ 119544 h 271535"/>
                  <a:gd name="connsiteX6" fmla="*/ 426424 w 426423"/>
                  <a:gd name="connsiteY6" fmla="*/ 26657 h 271535"/>
                  <a:gd name="connsiteX7" fmla="*/ 398629 w 426423"/>
                  <a:gd name="connsiteY7" fmla="*/ 0 h 271535"/>
                  <a:gd name="connsiteX8" fmla="*/ 298223 w 426423"/>
                  <a:gd name="connsiteY8" fmla="*/ 57068 h 271535"/>
                  <a:gd name="connsiteX9" fmla="*/ 255956 w 426423"/>
                  <a:gd name="connsiteY9" fmla="*/ 97022 h 271535"/>
                  <a:gd name="connsiteX10" fmla="*/ 238361 w 426423"/>
                  <a:gd name="connsiteY10" fmla="*/ 115409 h 271535"/>
                  <a:gd name="connsiteX11" fmla="*/ 249072 w 426423"/>
                  <a:gd name="connsiteY11" fmla="*/ 92569 h 271535"/>
                  <a:gd name="connsiteX12" fmla="*/ 264563 w 426423"/>
                  <a:gd name="connsiteY12" fmla="*/ 57195 h 271535"/>
                  <a:gd name="connsiteX13" fmla="*/ 270874 w 426423"/>
                  <a:gd name="connsiteY13" fmla="*/ 35373 h 271535"/>
                  <a:gd name="connsiteX14" fmla="*/ 253789 w 426423"/>
                  <a:gd name="connsiteY14" fmla="*/ 17496 h 271535"/>
                  <a:gd name="connsiteX15" fmla="*/ 240019 w 426423"/>
                  <a:gd name="connsiteY15" fmla="*/ 31302 h 271535"/>
                  <a:gd name="connsiteX16" fmla="*/ 201769 w 426423"/>
                  <a:gd name="connsiteY16" fmla="*/ 117636 h 271535"/>
                  <a:gd name="connsiteX17" fmla="*/ 196031 w 426423"/>
                  <a:gd name="connsiteY17" fmla="*/ 129342 h 271535"/>
                  <a:gd name="connsiteX18" fmla="*/ 186596 w 426423"/>
                  <a:gd name="connsiteY18" fmla="*/ 133032 h 271535"/>
                  <a:gd name="connsiteX19" fmla="*/ 154785 w 426423"/>
                  <a:gd name="connsiteY19" fmla="*/ 163316 h 271535"/>
                  <a:gd name="connsiteX20" fmla="*/ 115324 w 426423"/>
                  <a:gd name="connsiteY20" fmla="*/ 197098 h 271535"/>
                  <a:gd name="connsiteX21" fmla="*/ 74588 w 426423"/>
                  <a:gd name="connsiteY21" fmla="*/ 223947 h 271535"/>
                  <a:gd name="connsiteX22" fmla="*/ 39844 w 426423"/>
                  <a:gd name="connsiteY22" fmla="*/ 234190 h 271535"/>
                  <a:gd name="connsiteX23" fmla="*/ 32322 w 426423"/>
                  <a:gd name="connsiteY23" fmla="*/ 233044 h 271535"/>
                  <a:gd name="connsiteX24" fmla="*/ 31110 w 426423"/>
                  <a:gd name="connsiteY24" fmla="*/ 227827 h 271535"/>
                  <a:gd name="connsiteX25" fmla="*/ 38761 w 426423"/>
                  <a:gd name="connsiteY25" fmla="*/ 194108 h 271535"/>
                  <a:gd name="connsiteX26" fmla="*/ 52084 w 426423"/>
                  <a:gd name="connsiteY26" fmla="*/ 162170 h 271535"/>
                  <a:gd name="connsiteX27" fmla="*/ 63049 w 426423"/>
                  <a:gd name="connsiteY27" fmla="*/ 147283 h 271535"/>
                  <a:gd name="connsiteX28" fmla="*/ 80835 w 426423"/>
                  <a:gd name="connsiteY28" fmla="*/ 123234 h 271535"/>
                  <a:gd name="connsiteX29" fmla="*/ 95434 w 426423"/>
                  <a:gd name="connsiteY29" fmla="*/ 102875 h 271535"/>
                  <a:gd name="connsiteX30" fmla="*/ 119850 w 426423"/>
                  <a:gd name="connsiteY30" fmla="*/ 63621 h 271535"/>
                  <a:gd name="connsiteX31" fmla="*/ 131644 w 426423"/>
                  <a:gd name="connsiteY31" fmla="*/ 35755 h 271535"/>
                  <a:gd name="connsiteX32" fmla="*/ 115387 w 426423"/>
                  <a:gd name="connsiteY32" fmla="*/ 20550 h 271535"/>
                  <a:gd name="connsiteX33" fmla="*/ 89378 w 426423"/>
                  <a:gd name="connsiteY33" fmla="*/ 38618 h 271535"/>
                  <a:gd name="connsiteX34" fmla="*/ 59734 w 426423"/>
                  <a:gd name="connsiteY34" fmla="*/ 81372 h 271535"/>
                  <a:gd name="connsiteX35" fmla="*/ 30982 w 426423"/>
                  <a:gd name="connsiteY35" fmla="*/ 135640 h 271535"/>
                  <a:gd name="connsiteX36" fmla="*/ 8798 w 426423"/>
                  <a:gd name="connsiteY36" fmla="*/ 189019 h 271535"/>
                  <a:gd name="connsiteX37" fmla="*/ 0 w 426423"/>
                  <a:gd name="connsiteY37" fmla="*/ 229227 h 271535"/>
                  <a:gd name="connsiteX38" fmla="*/ 9690 w 426423"/>
                  <a:gd name="connsiteY38" fmla="*/ 254739 h 271535"/>
                  <a:gd name="connsiteX39" fmla="*/ 39270 w 426423"/>
                  <a:gd name="connsiteY39" fmla="*/ 263264 h 271535"/>
                  <a:gd name="connsiteX40" fmla="*/ 90525 w 426423"/>
                  <a:gd name="connsiteY40" fmla="*/ 249268 h 271535"/>
                  <a:gd name="connsiteX41" fmla="*/ 139167 w 426423"/>
                  <a:gd name="connsiteY41" fmla="*/ 219175 h 271535"/>
                  <a:gd name="connsiteX42" fmla="*/ 160841 w 426423"/>
                  <a:gd name="connsiteY42" fmla="*/ 200725 h 271535"/>
                  <a:gd name="connsiteX43" fmla="*/ 141844 w 426423"/>
                  <a:gd name="connsiteY43" fmla="*/ 239279 h 271535"/>
                  <a:gd name="connsiteX44" fmla="*/ 137063 w 426423"/>
                  <a:gd name="connsiteY44" fmla="*/ 247868 h 271535"/>
                  <a:gd name="connsiteX45" fmla="*/ 133875 w 426423"/>
                  <a:gd name="connsiteY45" fmla="*/ 258366 h 271535"/>
                  <a:gd name="connsiteX46" fmla="*/ 148984 w 426423"/>
                  <a:gd name="connsiteY46" fmla="*/ 271535 h 271535"/>
                  <a:gd name="connsiteX47" fmla="*/ 163264 w 426423"/>
                  <a:gd name="connsiteY47" fmla="*/ 263646 h 271535"/>
                  <a:gd name="connsiteX48" fmla="*/ 209993 w 426423"/>
                  <a:gd name="connsiteY48" fmla="*/ 198244 h 271535"/>
                  <a:gd name="connsiteX49" fmla="*/ 276930 w 426423"/>
                  <a:gd name="connsiteY49" fmla="*/ 118590 h 271535"/>
                  <a:gd name="connsiteX50" fmla="*/ 347246 w 426423"/>
                  <a:gd name="connsiteY50" fmla="*/ 56941 h 271535"/>
                  <a:gd name="connsiteX51" fmla="*/ 391999 w 426423"/>
                  <a:gd name="connsiteY51" fmla="*/ 32892 h 271535"/>
                  <a:gd name="connsiteX52" fmla="*/ 393592 w 426423"/>
                  <a:gd name="connsiteY52" fmla="*/ 36582 h 271535"/>
                  <a:gd name="connsiteX53" fmla="*/ 361335 w 426423"/>
                  <a:gd name="connsiteY53" fmla="*/ 113500 h 271535"/>
                  <a:gd name="connsiteX54" fmla="*/ 328185 w 426423"/>
                  <a:gd name="connsiteY54" fmla="*/ 213831 h 271535"/>
                  <a:gd name="connsiteX55" fmla="*/ 335389 w 426423"/>
                  <a:gd name="connsiteY55" fmla="*/ 233999 h 271535"/>
                  <a:gd name="connsiteX56" fmla="*/ 357956 w 426423"/>
                  <a:gd name="connsiteY56" fmla="*/ 241824 h 271535"/>
                  <a:gd name="connsiteX57" fmla="*/ 391106 w 426423"/>
                  <a:gd name="connsiteY57" fmla="*/ 223947 h 2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426423" h="271535">
                    <a:moveTo>
                      <a:pt x="391042" y="224137"/>
                    </a:moveTo>
                    <a:cubicBezTo>
                      <a:pt x="391042" y="214467"/>
                      <a:pt x="385305" y="208932"/>
                      <a:pt x="375296" y="208932"/>
                    </a:cubicBezTo>
                    <a:cubicBezTo>
                      <a:pt x="371663" y="208932"/>
                      <a:pt x="368092" y="209568"/>
                      <a:pt x="364650" y="210904"/>
                    </a:cubicBezTo>
                    <a:cubicBezTo>
                      <a:pt x="361208" y="212240"/>
                      <a:pt x="360060" y="212304"/>
                      <a:pt x="359933" y="212304"/>
                    </a:cubicBezTo>
                    <a:cubicBezTo>
                      <a:pt x="359423" y="212304"/>
                      <a:pt x="358339" y="212304"/>
                      <a:pt x="358339" y="207978"/>
                    </a:cubicBezTo>
                    <a:cubicBezTo>
                      <a:pt x="358339" y="199834"/>
                      <a:pt x="364140" y="177821"/>
                      <a:pt x="391935" y="119544"/>
                    </a:cubicBezTo>
                    <a:cubicBezTo>
                      <a:pt x="415140" y="71319"/>
                      <a:pt x="426424" y="40908"/>
                      <a:pt x="426424" y="26657"/>
                    </a:cubicBezTo>
                    <a:cubicBezTo>
                      <a:pt x="426424" y="9480"/>
                      <a:pt x="416542" y="0"/>
                      <a:pt x="398629" y="0"/>
                    </a:cubicBezTo>
                    <a:cubicBezTo>
                      <a:pt x="374595" y="0"/>
                      <a:pt x="341764" y="18641"/>
                      <a:pt x="298223" y="57068"/>
                    </a:cubicBezTo>
                    <a:cubicBezTo>
                      <a:pt x="284007" y="69602"/>
                      <a:pt x="269790" y="83089"/>
                      <a:pt x="255956" y="97022"/>
                    </a:cubicBezTo>
                    <a:cubicBezTo>
                      <a:pt x="250091" y="103003"/>
                      <a:pt x="244163" y="109110"/>
                      <a:pt x="238361" y="115409"/>
                    </a:cubicBezTo>
                    <a:cubicBezTo>
                      <a:pt x="241740" y="108411"/>
                      <a:pt x="245310" y="100840"/>
                      <a:pt x="249072" y="92569"/>
                    </a:cubicBezTo>
                    <a:cubicBezTo>
                      <a:pt x="255319" y="79399"/>
                      <a:pt x="260546" y="67502"/>
                      <a:pt x="264563" y="57195"/>
                    </a:cubicBezTo>
                    <a:cubicBezTo>
                      <a:pt x="270236" y="42626"/>
                      <a:pt x="270874" y="37791"/>
                      <a:pt x="270874" y="35373"/>
                    </a:cubicBezTo>
                    <a:cubicBezTo>
                      <a:pt x="270874" y="23985"/>
                      <a:pt x="264626" y="17496"/>
                      <a:pt x="253789" y="17496"/>
                    </a:cubicBezTo>
                    <a:cubicBezTo>
                      <a:pt x="245183" y="17496"/>
                      <a:pt x="240019" y="22649"/>
                      <a:pt x="240019" y="31302"/>
                    </a:cubicBezTo>
                    <a:cubicBezTo>
                      <a:pt x="240019" y="33719"/>
                      <a:pt x="236130" y="46952"/>
                      <a:pt x="201769" y="117636"/>
                    </a:cubicBezTo>
                    <a:lnTo>
                      <a:pt x="196031" y="129342"/>
                    </a:lnTo>
                    <a:cubicBezTo>
                      <a:pt x="192079" y="129596"/>
                      <a:pt x="188827" y="130742"/>
                      <a:pt x="186596" y="133032"/>
                    </a:cubicBezTo>
                    <a:cubicBezTo>
                      <a:pt x="177799" y="141621"/>
                      <a:pt x="167089" y="151800"/>
                      <a:pt x="154785" y="163316"/>
                    </a:cubicBezTo>
                    <a:cubicBezTo>
                      <a:pt x="142481" y="174831"/>
                      <a:pt x="129221" y="186156"/>
                      <a:pt x="115324" y="197098"/>
                    </a:cubicBezTo>
                    <a:cubicBezTo>
                      <a:pt x="101618" y="207914"/>
                      <a:pt x="87912" y="216948"/>
                      <a:pt x="74588" y="223947"/>
                    </a:cubicBezTo>
                    <a:cubicBezTo>
                      <a:pt x="61710" y="230754"/>
                      <a:pt x="50044" y="234190"/>
                      <a:pt x="39844" y="234190"/>
                    </a:cubicBezTo>
                    <a:cubicBezTo>
                      <a:pt x="33660" y="234190"/>
                      <a:pt x="32385" y="233044"/>
                      <a:pt x="32322" y="233044"/>
                    </a:cubicBezTo>
                    <a:cubicBezTo>
                      <a:pt x="31557" y="232090"/>
                      <a:pt x="31110" y="230245"/>
                      <a:pt x="31110" y="227827"/>
                    </a:cubicBezTo>
                    <a:cubicBezTo>
                      <a:pt x="31110" y="220257"/>
                      <a:pt x="33660" y="208932"/>
                      <a:pt x="38761" y="194108"/>
                    </a:cubicBezTo>
                    <a:cubicBezTo>
                      <a:pt x="43414" y="179285"/>
                      <a:pt x="47940" y="168533"/>
                      <a:pt x="52084" y="162170"/>
                    </a:cubicBezTo>
                    <a:cubicBezTo>
                      <a:pt x="53742" y="159562"/>
                      <a:pt x="57439" y="154599"/>
                      <a:pt x="63049" y="147283"/>
                    </a:cubicBezTo>
                    <a:cubicBezTo>
                      <a:pt x="68787" y="139776"/>
                      <a:pt x="74779" y="131696"/>
                      <a:pt x="80835" y="123234"/>
                    </a:cubicBezTo>
                    <a:cubicBezTo>
                      <a:pt x="86955" y="114709"/>
                      <a:pt x="91800" y="107965"/>
                      <a:pt x="95434" y="102875"/>
                    </a:cubicBezTo>
                    <a:cubicBezTo>
                      <a:pt x="104104" y="89515"/>
                      <a:pt x="112327" y="76282"/>
                      <a:pt x="119850" y="63621"/>
                    </a:cubicBezTo>
                    <a:cubicBezTo>
                      <a:pt x="130433" y="45744"/>
                      <a:pt x="131644" y="39191"/>
                      <a:pt x="131644" y="35755"/>
                    </a:cubicBezTo>
                    <a:cubicBezTo>
                      <a:pt x="131644" y="26085"/>
                      <a:pt x="125715" y="20550"/>
                      <a:pt x="115387" y="20550"/>
                    </a:cubicBezTo>
                    <a:cubicBezTo>
                      <a:pt x="108184" y="20550"/>
                      <a:pt x="99897" y="26276"/>
                      <a:pt x="89378" y="38618"/>
                    </a:cubicBezTo>
                    <a:cubicBezTo>
                      <a:pt x="79815" y="49815"/>
                      <a:pt x="69871" y="64194"/>
                      <a:pt x="59734" y="81372"/>
                    </a:cubicBezTo>
                    <a:cubicBezTo>
                      <a:pt x="49662" y="98486"/>
                      <a:pt x="39971" y="116745"/>
                      <a:pt x="30982" y="135640"/>
                    </a:cubicBezTo>
                    <a:cubicBezTo>
                      <a:pt x="21994" y="154599"/>
                      <a:pt x="14535" y="172541"/>
                      <a:pt x="8798" y="189019"/>
                    </a:cubicBezTo>
                    <a:cubicBezTo>
                      <a:pt x="2869" y="206069"/>
                      <a:pt x="0" y="219175"/>
                      <a:pt x="0" y="229227"/>
                    </a:cubicBezTo>
                    <a:cubicBezTo>
                      <a:pt x="0" y="240361"/>
                      <a:pt x="3251" y="248950"/>
                      <a:pt x="9690" y="254739"/>
                    </a:cubicBezTo>
                    <a:cubicBezTo>
                      <a:pt x="16065" y="260465"/>
                      <a:pt x="25755" y="263264"/>
                      <a:pt x="39270" y="263264"/>
                    </a:cubicBezTo>
                    <a:cubicBezTo>
                      <a:pt x="55208" y="263264"/>
                      <a:pt x="72484" y="258556"/>
                      <a:pt x="90525" y="249268"/>
                    </a:cubicBezTo>
                    <a:cubicBezTo>
                      <a:pt x="108184" y="240234"/>
                      <a:pt x="124504" y="230118"/>
                      <a:pt x="139167" y="219175"/>
                    </a:cubicBezTo>
                    <a:cubicBezTo>
                      <a:pt x="146051" y="213831"/>
                      <a:pt x="153383" y="207469"/>
                      <a:pt x="160841" y="200725"/>
                    </a:cubicBezTo>
                    <a:lnTo>
                      <a:pt x="141844" y="239279"/>
                    </a:lnTo>
                    <a:cubicBezTo>
                      <a:pt x="140505" y="241570"/>
                      <a:pt x="138912" y="244433"/>
                      <a:pt x="137063" y="247868"/>
                    </a:cubicBezTo>
                    <a:cubicBezTo>
                      <a:pt x="134895" y="251940"/>
                      <a:pt x="133875" y="255312"/>
                      <a:pt x="133875" y="258366"/>
                    </a:cubicBezTo>
                    <a:cubicBezTo>
                      <a:pt x="133875" y="262310"/>
                      <a:pt x="135341" y="271535"/>
                      <a:pt x="148984" y="271535"/>
                    </a:cubicBezTo>
                    <a:cubicBezTo>
                      <a:pt x="154913" y="271535"/>
                      <a:pt x="159886" y="268736"/>
                      <a:pt x="163264" y="263646"/>
                    </a:cubicBezTo>
                    <a:lnTo>
                      <a:pt x="209993" y="198244"/>
                    </a:lnTo>
                    <a:cubicBezTo>
                      <a:pt x="231158" y="168469"/>
                      <a:pt x="253662" y="141684"/>
                      <a:pt x="276930" y="118590"/>
                    </a:cubicBezTo>
                    <a:cubicBezTo>
                      <a:pt x="300262" y="95432"/>
                      <a:pt x="323978" y="74691"/>
                      <a:pt x="347246" y="56941"/>
                    </a:cubicBezTo>
                    <a:cubicBezTo>
                      <a:pt x="373320" y="37091"/>
                      <a:pt x="385943" y="32892"/>
                      <a:pt x="391999" y="32892"/>
                    </a:cubicBezTo>
                    <a:cubicBezTo>
                      <a:pt x="392700" y="32892"/>
                      <a:pt x="393592" y="32892"/>
                      <a:pt x="393592" y="36582"/>
                    </a:cubicBezTo>
                    <a:cubicBezTo>
                      <a:pt x="393592" y="42244"/>
                      <a:pt x="387982" y="60186"/>
                      <a:pt x="361335" y="113500"/>
                    </a:cubicBezTo>
                    <a:cubicBezTo>
                      <a:pt x="339023" y="158544"/>
                      <a:pt x="328185" y="191373"/>
                      <a:pt x="328185" y="213831"/>
                    </a:cubicBezTo>
                    <a:cubicBezTo>
                      <a:pt x="328185" y="222165"/>
                      <a:pt x="330607" y="228973"/>
                      <a:pt x="335389" y="233999"/>
                    </a:cubicBezTo>
                    <a:cubicBezTo>
                      <a:pt x="340234" y="239152"/>
                      <a:pt x="347820" y="241824"/>
                      <a:pt x="357956" y="241824"/>
                    </a:cubicBezTo>
                    <a:cubicBezTo>
                      <a:pt x="379950" y="241824"/>
                      <a:pt x="391106" y="235780"/>
                      <a:pt x="391106" y="223947"/>
                    </a:cubicBezTo>
                    <a:close/>
                  </a:path>
                </a:pathLst>
              </a:custGeom>
              <a:solidFill>
                <a:srgbClr val="FFC600"/>
              </a:solidFill>
              <a:ln w="6375"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288D567B-2BE1-D610-2097-6F9CFAFD5911}"/>
                  </a:ext>
                </a:extLst>
              </p:cNvPr>
              <p:cNvSpPr/>
              <p:nvPr/>
            </p:nvSpPr>
            <p:spPr>
              <a:xfrm>
                <a:off x="7236997" y="-1492231"/>
                <a:ext cx="5062642" cy="491855"/>
              </a:xfrm>
              <a:custGeom>
                <a:avLst/>
                <a:gdLst>
                  <a:gd name="connsiteX0" fmla="*/ 191887 w 5062642"/>
                  <a:gd name="connsiteY0" fmla="*/ 326949 h 491855"/>
                  <a:gd name="connsiteX1" fmla="*/ 204000 w 5062642"/>
                  <a:gd name="connsiteY1" fmla="*/ 294821 h 491855"/>
                  <a:gd name="connsiteX2" fmla="*/ 226695 w 5062642"/>
                  <a:gd name="connsiteY2" fmla="*/ 237880 h 491855"/>
                  <a:gd name="connsiteX3" fmla="*/ 243398 w 5062642"/>
                  <a:gd name="connsiteY3" fmla="*/ 197480 h 491855"/>
                  <a:gd name="connsiteX4" fmla="*/ 265901 w 5062642"/>
                  <a:gd name="connsiteY4" fmla="*/ 142511 h 491855"/>
                  <a:gd name="connsiteX5" fmla="*/ 282795 w 5062642"/>
                  <a:gd name="connsiteY5" fmla="*/ 112673 h 491855"/>
                  <a:gd name="connsiteX6" fmla="*/ 295928 w 5062642"/>
                  <a:gd name="connsiteY6" fmla="*/ 91169 h 491855"/>
                  <a:gd name="connsiteX7" fmla="*/ 321173 w 5062642"/>
                  <a:gd name="connsiteY7" fmla="*/ 17687 h 491855"/>
                  <a:gd name="connsiteX8" fmla="*/ 308805 w 5062642"/>
                  <a:gd name="connsiteY8" fmla="*/ 0 h 491855"/>
                  <a:gd name="connsiteX9" fmla="*/ 262650 w 5062642"/>
                  <a:gd name="connsiteY9" fmla="*/ 53378 h 491855"/>
                  <a:gd name="connsiteX10" fmla="*/ 206614 w 5062642"/>
                  <a:gd name="connsiteY10" fmla="*/ 12024 h 491855"/>
                  <a:gd name="connsiteX11" fmla="*/ 94223 w 5062642"/>
                  <a:gd name="connsiteY11" fmla="*/ 87861 h 491855"/>
                  <a:gd name="connsiteX12" fmla="*/ 42649 w 5062642"/>
                  <a:gd name="connsiteY12" fmla="*/ 217203 h 491855"/>
                  <a:gd name="connsiteX13" fmla="*/ 58204 w 5062642"/>
                  <a:gd name="connsiteY13" fmla="*/ 268481 h 491855"/>
                  <a:gd name="connsiteX14" fmla="*/ 103148 w 5062642"/>
                  <a:gd name="connsiteY14" fmla="*/ 290303 h 491855"/>
                  <a:gd name="connsiteX15" fmla="*/ 189274 w 5062642"/>
                  <a:gd name="connsiteY15" fmla="*/ 240615 h 491855"/>
                  <a:gd name="connsiteX16" fmla="*/ 174484 w 5062642"/>
                  <a:gd name="connsiteY16" fmla="*/ 283178 h 491855"/>
                  <a:gd name="connsiteX17" fmla="*/ 158419 w 5062642"/>
                  <a:gd name="connsiteY17" fmla="*/ 326949 h 491855"/>
                  <a:gd name="connsiteX18" fmla="*/ 21548 w 5062642"/>
                  <a:gd name="connsiteY18" fmla="*/ 326949 h 491855"/>
                  <a:gd name="connsiteX19" fmla="*/ 20337 w 5062642"/>
                  <a:gd name="connsiteY19" fmla="*/ 326949 h 491855"/>
                  <a:gd name="connsiteX20" fmla="*/ 6694 w 5062642"/>
                  <a:gd name="connsiteY20" fmla="*/ 341200 h 491855"/>
                  <a:gd name="connsiteX21" fmla="*/ 1658 w 5062642"/>
                  <a:gd name="connsiteY21" fmla="*/ 379309 h 491855"/>
                  <a:gd name="connsiteX22" fmla="*/ 0 w 5062642"/>
                  <a:gd name="connsiteY22" fmla="*/ 418755 h 491855"/>
                  <a:gd name="connsiteX23" fmla="*/ 14727 w 5062642"/>
                  <a:gd name="connsiteY23" fmla="*/ 468888 h 491855"/>
                  <a:gd name="connsiteX24" fmla="*/ 60435 w 5062642"/>
                  <a:gd name="connsiteY24" fmla="*/ 491855 h 491855"/>
                  <a:gd name="connsiteX25" fmla="*/ 63113 w 5062642"/>
                  <a:gd name="connsiteY25" fmla="*/ 491855 h 491855"/>
                  <a:gd name="connsiteX26" fmla="*/ 154466 w 5062642"/>
                  <a:gd name="connsiteY26" fmla="*/ 412138 h 491855"/>
                  <a:gd name="connsiteX27" fmla="*/ 177034 w 5062642"/>
                  <a:gd name="connsiteY27" fmla="*/ 364104 h 491855"/>
                  <a:gd name="connsiteX28" fmla="*/ 180158 w 5062642"/>
                  <a:gd name="connsiteY28" fmla="*/ 356597 h 491855"/>
                  <a:gd name="connsiteX29" fmla="*/ 5062643 w 5062642"/>
                  <a:gd name="connsiteY29" fmla="*/ 356597 h 491855"/>
                  <a:gd name="connsiteX30" fmla="*/ 5062643 w 5062642"/>
                  <a:gd name="connsiteY30" fmla="*/ 327013 h 491855"/>
                  <a:gd name="connsiteX31" fmla="*/ 192015 w 5062642"/>
                  <a:gd name="connsiteY31" fmla="*/ 327013 h 491855"/>
                  <a:gd name="connsiteX32" fmla="*/ 115515 w 5062642"/>
                  <a:gd name="connsiteY32" fmla="*/ 415001 h 491855"/>
                  <a:gd name="connsiteX33" fmla="*/ 88995 w 5062642"/>
                  <a:gd name="connsiteY33" fmla="*/ 447702 h 491855"/>
                  <a:gd name="connsiteX34" fmla="*/ 65727 w 5062642"/>
                  <a:gd name="connsiteY34" fmla="*/ 461763 h 491855"/>
                  <a:gd name="connsiteX35" fmla="*/ 31365 w 5062642"/>
                  <a:gd name="connsiteY35" fmla="*/ 413410 h 491855"/>
                  <a:gd name="connsiteX36" fmla="*/ 32003 w 5062642"/>
                  <a:gd name="connsiteY36" fmla="*/ 389998 h 491855"/>
                  <a:gd name="connsiteX37" fmla="*/ 33979 w 5062642"/>
                  <a:gd name="connsiteY37" fmla="*/ 367921 h 491855"/>
                  <a:gd name="connsiteX38" fmla="*/ 33979 w 5062642"/>
                  <a:gd name="connsiteY38" fmla="*/ 367349 h 491855"/>
                  <a:gd name="connsiteX39" fmla="*/ 35891 w 5062642"/>
                  <a:gd name="connsiteY39" fmla="*/ 358378 h 491855"/>
                  <a:gd name="connsiteX40" fmla="*/ 36338 w 5062642"/>
                  <a:gd name="connsiteY40" fmla="*/ 356533 h 491855"/>
                  <a:gd name="connsiteX41" fmla="*/ 146179 w 5062642"/>
                  <a:gd name="connsiteY41" fmla="*/ 356533 h 491855"/>
                  <a:gd name="connsiteX42" fmla="*/ 115515 w 5062642"/>
                  <a:gd name="connsiteY42" fmla="*/ 414937 h 491855"/>
                  <a:gd name="connsiteX43" fmla="*/ 103084 w 5062642"/>
                  <a:gd name="connsiteY43" fmla="*/ 258238 h 491855"/>
                  <a:gd name="connsiteX44" fmla="*/ 74715 w 5062642"/>
                  <a:gd name="connsiteY44" fmla="*/ 221211 h 491855"/>
                  <a:gd name="connsiteX45" fmla="*/ 106208 w 5062642"/>
                  <a:gd name="connsiteY45" fmla="*/ 129215 h 491855"/>
                  <a:gd name="connsiteX46" fmla="*/ 134386 w 5062642"/>
                  <a:gd name="connsiteY46" fmla="*/ 90278 h 491855"/>
                  <a:gd name="connsiteX47" fmla="*/ 171679 w 5062642"/>
                  <a:gd name="connsiteY47" fmla="*/ 56623 h 491855"/>
                  <a:gd name="connsiteX48" fmla="*/ 204574 w 5062642"/>
                  <a:gd name="connsiteY48" fmla="*/ 43390 h 491855"/>
                  <a:gd name="connsiteX49" fmla="*/ 222615 w 5062642"/>
                  <a:gd name="connsiteY49" fmla="*/ 51215 h 491855"/>
                  <a:gd name="connsiteX50" fmla="*/ 235684 w 5062642"/>
                  <a:gd name="connsiteY50" fmla="*/ 87225 h 491855"/>
                  <a:gd name="connsiteX51" fmla="*/ 241485 w 5062642"/>
                  <a:gd name="connsiteY51" fmla="*/ 101603 h 491855"/>
                  <a:gd name="connsiteX52" fmla="*/ 223380 w 5062642"/>
                  <a:gd name="connsiteY52" fmla="*/ 147728 h 491855"/>
                  <a:gd name="connsiteX53" fmla="*/ 103020 w 5062642"/>
                  <a:gd name="connsiteY53" fmla="*/ 258238 h 49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062642" h="491855">
                    <a:moveTo>
                      <a:pt x="191887" y="326949"/>
                    </a:moveTo>
                    <a:cubicBezTo>
                      <a:pt x="195776" y="316897"/>
                      <a:pt x="199856" y="306145"/>
                      <a:pt x="204000" y="294821"/>
                    </a:cubicBezTo>
                    <a:cubicBezTo>
                      <a:pt x="212288" y="273508"/>
                      <a:pt x="219874" y="254358"/>
                      <a:pt x="226695" y="237880"/>
                    </a:cubicBezTo>
                    <a:cubicBezTo>
                      <a:pt x="233389" y="221656"/>
                      <a:pt x="238935" y="208232"/>
                      <a:pt x="243398" y="197480"/>
                    </a:cubicBezTo>
                    <a:lnTo>
                      <a:pt x="265901" y="142511"/>
                    </a:lnTo>
                    <a:cubicBezTo>
                      <a:pt x="272022" y="131123"/>
                      <a:pt x="277759" y="121071"/>
                      <a:pt x="282795" y="112673"/>
                    </a:cubicBezTo>
                    <a:cubicBezTo>
                      <a:pt x="287895" y="104211"/>
                      <a:pt x="292230" y="97150"/>
                      <a:pt x="295928" y="91169"/>
                    </a:cubicBezTo>
                    <a:cubicBezTo>
                      <a:pt x="312949" y="60440"/>
                      <a:pt x="321173" y="36391"/>
                      <a:pt x="321173" y="17687"/>
                    </a:cubicBezTo>
                    <a:cubicBezTo>
                      <a:pt x="321173" y="2290"/>
                      <a:pt x="313395" y="0"/>
                      <a:pt x="308805" y="0"/>
                    </a:cubicBezTo>
                    <a:cubicBezTo>
                      <a:pt x="293633" y="0"/>
                      <a:pt x="278842" y="17050"/>
                      <a:pt x="262650" y="53378"/>
                    </a:cubicBezTo>
                    <a:cubicBezTo>
                      <a:pt x="252132" y="25957"/>
                      <a:pt x="233325" y="12024"/>
                      <a:pt x="206614" y="12024"/>
                    </a:cubicBezTo>
                    <a:cubicBezTo>
                      <a:pt x="169702" y="12024"/>
                      <a:pt x="131899" y="37537"/>
                      <a:pt x="94223" y="87861"/>
                    </a:cubicBezTo>
                    <a:cubicBezTo>
                      <a:pt x="59989" y="134686"/>
                      <a:pt x="42649" y="178203"/>
                      <a:pt x="42649" y="217203"/>
                    </a:cubicBezTo>
                    <a:cubicBezTo>
                      <a:pt x="42649" y="237180"/>
                      <a:pt x="47876" y="254421"/>
                      <a:pt x="58204" y="268481"/>
                    </a:cubicBezTo>
                    <a:cubicBezTo>
                      <a:pt x="68850" y="282923"/>
                      <a:pt x="83959" y="290303"/>
                      <a:pt x="103148" y="290303"/>
                    </a:cubicBezTo>
                    <a:cubicBezTo>
                      <a:pt x="129221" y="290303"/>
                      <a:pt x="158164" y="273635"/>
                      <a:pt x="189274" y="240615"/>
                    </a:cubicBezTo>
                    <a:lnTo>
                      <a:pt x="174484" y="283178"/>
                    </a:lnTo>
                    <a:cubicBezTo>
                      <a:pt x="169065" y="298829"/>
                      <a:pt x="163710" y="313462"/>
                      <a:pt x="158419" y="326949"/>
                    </a:cubicBezTo>
                    <a:lnTo>
                      <a:pt x="21548" y="326949"/>
                    </a:lnTo>
                    <a:cubicBezTo>
                      <a:pt x="21165" y="327013"/>
                      <a:pt x="20783" y="326949"/>
                      <a:pt x="20337" y="326949"/>
                    </a:cubicBezTo>
                    <a:cubicBezTo>
                      <a:pt x="16257" y="326949"/>
                      <a:pt x="9053" y="328794"/>
                      <a:pt x="6694" y="341200"/>
                    </a:cubicBezTo>
                    <a:cubicBezTo>
                      <a:pt x="4463" y="353607"/>
                      <a:pt x="2742" y="366394"/>
                      <a:pt x="1658" y="379309"/>
                    </a:cubicBezTo>
                    <a:cubicBezTo>
                      <a:pt x="574" y="392161"/>
                      <a:pt x="0" y="405394"/>
                      <a:pt x="0" y="418755"/>
                    </a:cubicBezTo>
                    <a:cubicBezTo>
                      <a:pt x="0" y="437332"/>
                      <a:pt x="4973" y="454192"/>
                      <a:pt x="14727" y="468888"/>
                    </a:cubicBezTo>
                    <a:cubicBezTo>
                      <a:pt x="24863" y="484094"/>
                      <a:pt x="40290" y="491855"/>
                      <a:pt x="60435" y="491855"/>
                    </a:cubicBezTo>
                    <a:lnTo>
                      <a:pt x="63113" y="491855"/>
                    </a:lnTo>
                    <a:cubicBezTo>
                      <a:pt x="94031" y="491855"/>
                      <a:pt x="124759" y="465071"/>
                      <a:pt x="154466" y="412138"/>
                    </a:cubicBezTo>
                    <a:cubicBezTo>
                      <a:pt x="161160" y="399668"/>
                      <a:pt x="168746" y="383508"/>
                      <a:pt x="177034" y="364104"/>
                    </a:cubicBezTo>
                    <a:cubicBezTo>
                      <a:pt x="178054" y="361686"/>
                      <a:pt x="179137" y="359142"/>
                      <a:pt x="180158" y="356597"/>
                    </a:cubicBezTo>
                    <a:lnTo>
                      <a:pt x="5062643" y="356597"/>
                    </a:lnTo>
                    <a:lnTo>
                      <a:pt x="5062643" y="327013"/>
                    </a:lnTo>
                    <a:lnTo>
                      <a:pt x="192015" y="327013"/>
                    </a:lnTo>
                    <a:close/>
                    <a:moveTo>
                      <a:pt x="115515" y="415001"/>
                    </a:moveTo>
                    <a:cubicBezTo>
                      <a:pt x="107674" y="426707"/>
                      <a:pt x="98749" y="437714"/>
                      <a:pt x="88995" y="447702"/>
                    </a:cubicBezTo>
                    <a:cubicBezTo>
                      <a:pt x="79879" y="456991"/>
                      <a:pt x="72038" y="461763"/>
                      <a:pt x="65727" y="461763"/>
                    </a:cubicBezTo>
                    <a:cubicBezTo>
                      <a:pt x="42585" y="461763"/>
                      <a:pt x="31365" y="445921"/>
                      <a:pt x="31365" y="413410"/>
                    </a:cubicBezTo>
                    <a:cubicBezTo>
                      <a:pt x="31365" y="405458"/>
                      <a:pt x="31620" y="397569"/>
                      <a:pt x="32003" y="389998"/>
                    </a:cubicBezTo>
                    <a:cubicBezTo>
                      <a:pt x="32449" y="382300"/>
                      <a:pt x="33087" y="374920"/>
                      <a:pt x="33979" y="367921"/>
                    </a:cubicBezTo>
                    <a:lnTo>
                      <a:pt x="33979" y="367349"/>
                    </a:lnTo>
                    <a:cubicBezTo>
                      <a:pt x="33979" y="366140"/>
                      <a:pt x="34361" y="363595"/>
                      <a:pt x="35891" y="358378"/>
                    </a:cubicBezTo>
                    <a:cubicBezTo>
                      <a:pt x="36083" y="357742"/>
                      <a:pt x="36147" y="357169"/>
                      <a:pt x="36338" y="356533"/>
                    </a:cubicBezTo>
                    <a:lnTo>
                      <a:pt x="146179" y="356533"/>
                    </a:lnTo>
                    <a:cubicBezTo>
                      <a:pt x="135596" y="380646"/>
                      <a:pt x="125397" y="400241"/>
                      <a:pt x="115515" y="414937"/>
                    </a:cubicBezTo>
                    <a:close/>
                    <a:moveTo>
                      <a:pt x="103084" y="258238"/>
                    </a:moveTo>
                    <a:cubicBezTo>
                      <a:pt x="90908" y="258238"/>
                      <a:pt x="74715" y="254421"/>
                      <a:pt x="74715" y="221211"/>
                    </a:cubicBezTo>
                    <a:cubicBezTo>
                      <a:pt x="74715" y="195890"/>
                      <a:pt x="85298" y="164970"/>
                      <a:pt x="106208" y="129215"/>
                    </a:cubicBezTo>
                    <a:cubicBezTo>
                      <a:pt x="113092" y="116681"/>
                      <a:pt x="122591" y="103575"/>
                      <a:pt x="134386" y="90278"/>
                    </a:cubicBezTo>
                    <a:cubicBezTo>
                      <a:pt x="146115" y="77045"/>
                      <a:pt x="158674" y="65721"/>
                      <a:pt x="171679" y="56623"/>
                    </a:cubicBezTo>
                    <a:cubicBezTo>
                      <a:pt x="184238" y="47843"/>
                      <a:pt x="195330" y="43390"/>
                      <a:pt x="204574" y="43390"/>
                    </a:cubicBezTo>
                    <a:cubicBezTo>
                      <a:pt x="212224" y="43390"/>
                      <a:pt x="218089" y="45935"/>
                      <a:pt x="222615" y="51215"/>
                    </a:cubicBezTo>
                    <a:cubicBezTo>
                      <a:pt x="227460" y="56877"/>
                      <a:pt x="231859" y="69029"/>
                      <a:pt x="235684" y="87225"/>
                    </a:cubicBezTo>
                    <a:cubicBezTo>
                      <a:pt x="236895" y="93650"/>
                      <a:pt x="238807" y="98422"/>
                      <a:pt x="241485" y="101603"/>
                    </a:cubicBezTo>
                    <a:lnTo>
                      <a:pt x="223380" y="147728"/>
                    </a:lnTo>
                    <a:cubicBezTo>
                      <a:pt x="169894" y="221084"/>
                      <a:pt x="129413" y="258238"/>
                      <a:pt x="103020" y="258238"/>
                    </a:cubicBezTo>
                    <a:close/>
                  </a:path>
                </a:pathLst>
              </a:custGeom>
              <a:solidFill>
                <a:srgbClr val="FFC600"/>
              </a:solidFill>
              <a:ln w="6375"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5CEA1499-A329-9421-7503-18DDF3618464}"/>
                  </a:ext>
                </a:extLst>
              </p:cNvPr>
              <p:cNvSpPr/>
              <p:nvPr/>
            </p:nvSpPr>
            <p:spPr>
              <a:xfrm>
                <a:off x="-156089" y="-1691111"/>
                <a:ext cx="5435325" cy="543706"/>
              </a:xfrm>
              <a:custGeom>
                <a:avLst/>
                <a:gdLst>
                  <a:gd name="connsiteX0" fmla="*/ 5323890 w 5435325"/>
                  <a:gd name="connsiteY0" fmla="*/ 242778 h 543706"/>
                  <a:gd name="connsiteX1" fmla="*/ 5328544 w 5435325"/>
                  <a:gd name="connsiteY1" fmla="*/ 231581 h 543706"/>
                  <a:gd name="connsiteX2" fmla="*/ 5307315 w 5435325"/>
                  <a:gd name="connsiteY2" fmla="*/ 215994 h 543706"/>
                  <a:gd name="connsiteX3" fmla="*/ 5359718 w 5435325"/>
                  <a:gd name="connsiteY3" fmla="*/ 118526 h 543706"/>
                  <a:gd name="connsiteX4" fmla="*/ 5398605 w 5435325"/>
                  <a:gd name="connsiteY4" fmla="*/ 58977 h 543706"/>
                  <a:gd name="connsiteX5" fmla="*/ 5427293 w 5435325"/>
                  <a:gd name="connsiteY5" fmla="*/ 28311 h 543706"/>
                  <a:gd name="connsiteX6" fmla="*/ 5435325 w 5435325"/>
                  <a:gd name="connsiteY6" fmla="*/ 15205 h 543706"/>
                  <a:gd name="connsiteX7" fmla="*/ 5420790 w 5435325"/>
                  <a:gd name="connsiteY7" fmla="*/ 0 h 543706"/>
                  <a:gd name="connsiteX8" fmla="*/ 5403897 w 5435325"/>
                  <a:gd name="connsiteY8" fmla="*/ 7635 h 543706"/>
                  <a:gd name="connsiteX9" fmla="*/ 5376102 w 5435325"/>
                  <a:gd name="connsiteY9" fmla="*/ 38427 h 543706"/>
                  <a:gd name="connsiteX10" fmla="*/ 5333261 w 5435325"/>
                  <a:gd name="connsiteY10" fmla="*/ 103194 h 543706"/>
                  <a:gd name="connsiteX11" fmla="*/ 5301068 w 5435325"/>
                  <a:gd name="connsiteY11" fmla="*/ 158989 h 543706"/>
                  <a:gd name="connsiteX12" fmla="*/ 5273528 w 5435325"/>
                  <a:gd name="connsiteY12" fmla="*/ 213449 h 543706"/>
                  <a:gd name="connsiteX13" fmla="*/ 5270532 w 5435325"/>
                  <a:gd name="connsiteY13" fmla="*/ 213258 h 543706"/>
                  <a:gd name="connsiteX14" fmla="*/ 5130537 w 5435325"/>
                  <a:gd name="connsiteY14" fmla="*/ 206832 h 543706"/>
                  <a:gd name="connsiteX15" fmla="*/ 5072269 w 5435325"/>
                  <a:gd name="connsiteY15" fmla="*/ 208168 h 543706"/>
                  <a:gd name="connsiteX16" fmla="*/ 5050467 w 5435325"/>
                  <a:gd name="connsiteY16" fmla="*/ 208677 h 543706"/>
                  <a:gd name="connsiteX17" fmla="*/ 5026751 w 5435325"/>
                  <a:gd name="connsiteY17" fmla="*/ 209314 h 543706"/>
                  <a:gd name="connsiteX18" fmla="*/ 5075456 w 5435325"/>
                  <a:gd name="connsiteY18" fmla="*/ 131123 h 543706"/>
                  <a:gd name="connsiteX19" fmla="*/ 5089864 w 5435325"/>
                  <a:gd name="connsiteY19" fmla="*/ 107901 h 543706"/>
                  <a:gd name="connsiteX20" fmla="*/ 5124225 w 5435325"/>
                  <a:gd name="connsiteY20" fmla="*/ 51915 h 543706"/>
                  <a:gd name="connsiteX21" fmla="*/ 5140736 w 5435325"/>
                  <a:gd name="connsiteY21" fmla="*/ 18323 h 543706"/>
                  <a:gd name="connsiteX22" fmla="*/ 5124608 w 5435325"/>
                  <a:gd name="connsiteY22" fmla="*/ 509 h 543706"/>
                  <a:gd name="connsiteX23" fmla="*/ 5124608 w 5435325"/>
                  <a:gd name="connsiteY23" fmla="*/ 509 h 543706"/>
                  <a:gd name="connsiteX24" fmla="*/ 5123843 w 5435325"/>
                  <a:gd name="connsiteY24" fmla="*/ 509 h 543706"/>
                  <a:gd name="connsiteX25" fmla="*/ 5123524 w 5435325"/>
                  <a:gd name="connsiteY25" fmla="*/ 509 h 543706"/>
                  <a:gd name="connsiteX26" fmla="*/ 5123141 w 5435325"/>
                  <a:gd name="connsiteY26" fmla="*/ 509 h 543706"/>
                  <a:gd name="connsiteX27" fmla="*/ 0 w 5435325"/>
                  <a:gd name="connsiteY27" fmla="*/ 509 h 543706"/>
                  <a:gd name="connsiteX28" fmla="*/ 0 w 5435325"/>
                  <a:gd name="connsiteY28" fmla="*/ 30093 h 543706"/>
                  <a:gd name="connsiteX29" fmla="*/ 5100638 w 5435325"/>
                  <a:gd name="connsiteY29" fmla="*/ 30093 h 543706"/>
                  <a:gd name="connsiteX30" fmla="*/ 5089864 w 5435325"/>
                  <a:gd name="connsiteY30" fmla="*/ 49497 h 543706"/>
                  <a:gd name="connsiteX31" fmla="*/ 5058882 w 5435325"/>
                  <a:gd name="connsiteY31" fmla="*/ 100203 h 543706"/>
                  <a:gd name="connsiteX32" fmla="*/ 5047662 w 5435325"/>
                  <a:gd name="connsiteY32" fmla="*/ 117699 h 543706"/>
                  <a:gd name="connsiteX33" fmla="*/ 5016870 w 5435325"/>
                  <a:gd name="connsiteY33" fmla="*/ 166306 h 543706"/>
                  <a:gd name="connsiteX34" fmla="*/ 4988501 w 5435325"/>
                  <a:gd name="connsiteY34" fmla="*/ 213131 h 543706"/>
                  <a:gd name="connsiteX35" fmla="*/ 4903077 w 5435325"/>
                  <a:gd name="connsiteY35" fmla="*/ 247486 h 543706"/>
                  <a:gd name="connsiteX36" fmla="*/ 4919651 w 5435325"/>
                  <a:gd name="connsiteY36" fmla="*/ 263328 h 543706"/>
                  <a:gd name="connsiteX37" fmla="*/ 4941454 w 5435325"/>
                  <a:gd name="connsiteY37" fmla="*/ 255821 h 543706"/>
                  <a:gd name="connsiteX38" fmla="*/ 4969249 w 5435325"/>
                  <a:gd name="connsiteY38" fmla="*/ 247741 h 543706"/>
                  <a:gd name="connsiteX39" fmla="*/ 4952037 w 5435325"/>
                  <a:gd name="connsiteY39" fmla="*/ 277706 h 543706"/>
                  <a:gd name="connsiteX40" fmla="*/ 4858260 w 5435325"/>
                  <a:gd name="connsiteY40" fmla="*/ 527865 h 543706"/>
                  <a:gd name="connsiteX41" fmla="*/ 4875473 w 5435325"/>
                  <a:gd name="connsiteY41" fmla="*/ 543707 h 543706"/>
                  <a:gd name="connsiteX42" fmla="*/ 4890008 w 5435325"/>
                  <a:gd name="connsiteY42" fmla="*/ 531046 h 543706"/>
                  <a:gd name="connsiteX43" fmla="*/ 4893386 w 5435325"/>
                  <a:gd name="connsiteY43" fmla="*/ 504898 h 543706"/>
                  <a:gd name="connsiteX44" fmla="*/ 4902056 w 5435325"/>
                  <a:gd name="connsiteY44" fmla="*/ 465071 h 543706"/>
                  <a:gd name="connsiteX45" fmla="*/ 4927556 w 5435325"/>
                  <a:gd name="connsiteY45" fmla="*/ 396424 h 543706"/>
                  <a:gd name="connsiteX46" fmla="*/ 4979321 w 5435325"/>
                  <a:gd name="connsiteY46" fmla="*/ 292148 h 543706"/>
                  <a:gd name="connsiteX47" fmla="*/ 5008200 w 5435325"/>
                  <a:gd name="connsiteY47" fmla="*/ 241506 h 543706"/>
                  <a:gd name="connsiteX48" fmla="*/ 5122695 w 5435325"/>
                  <a:gd name="connsiteY48" fmla="*/ 237880 h 543706"/>
                  <a:gd name="connsiteX49" fmla="*/ 5126393 w 5435325"/>
                  <a:gd name="connsiteY49" fmla="*/ 237880 h 543706"/>
                  <a:gd name="connsiteX50" fmla="*/ 5202893 w 5435325"/>
                  <a:gd name="connsiteY50" fmla="*/ 239915 h 543706"/>
                  <a:gd name="connsiteX51" fmla="*/ 5203594 w 5435325"/>
                  <a:gd name="connsiteY51" fmla="*/ 239915 h 543706"/>
                  <a:gd name="connsiteX52" fmla="*/ 5228839 w 5435325"/>
                  <a:gd name="connsiteY52" fmla="*/ 241061 h 543706"/>
                  <a:gd name="connsiteX53" fmla="*/ 5259439 w 5435325"/>
                  <a:gd name="connsiteY53" fmla="*/ 242969 h 543706"/>
                  <a:gd name="connsiteX54" fmla="*/ 5195434 w 5435325"/>
                  <a:gd name="connsiteY54" fmla="*/ 447893 h 543706"/>
                  <a:gd name="connsiteX55" fmla="*/ 5210670 w 5435325"/>
                  <a:gd name="connsiteY55" fmla="*/ 475886 h 543706"/>
                  <a:gd name="connsiteX56" fmla="*/ 5226544 w 5435325"/>
                  <a:gd name="connsiteY56" fmla="*/ 463417 h 543706"/>
                  <a:gd name="connsiteX57" fmla="*/ 5226544 w 5435325"/>
                  <a:gd name="connsiteY57" fmla="*/ 448593 h 543706"/>
                  <a:gd name="connsiteX58" fmla="*/ 5293099 w 5435325"/>
                  <a:gd name="connsiteY58" fmla="*/ 245578 h 543706"/>
                  <a:gd name="connsiteX59" fmla="*/ 5310120 w 5435325"/>
                  <a:gd name="connsiteY59" fmla="*/ 246723 h 543706"/>
                  <a:gd name="connsiteX60" fmla="*/ 5323827 w 5435325"/>
                  <a:gd name="connsiteY60" fmla="*/ 242778 h 543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435325" h="543706">
                    <a:moveTo>
                      <a:pt x="5323890" y="242778"/>
                    </a:moveTo>
                    <a:cubicBezTo>
                      <a:pt x="5327014" y="239661"/>
                      <a:pt x="5328544" y="235907"/>
                      <a:pt x="5328544" y="231581"/>
                    </a:cubicBezTo>
                    <a:cubicBezTo>
                      <a:pt x="5328544" y="222420"/>
                      <a:pt x="5321404" y="217203"/>
                      <a:pt x="5307315" y="215994"/>
                    </a:cubicBezTo>
                    <a:cubicBezTo>
                      <a:pt x="5321914" y="185265"/>
                      <a:pt x="5339509" y="152500"/>
                      <a:pt x="5359718" y="118526"/>
                    </a:cubicBezTo>
                    <a:cubicBezTo>
                      <a:pt x="5373998" y="94096"/>
                      <a:pt x="5387066" y="74055"/>
                      <a:pt x="5398605" y="58977"/>
                    </a:cubicBezTo>
                    <a:cubicBezTo>
                      <a:pt x="5410016" y="44089"/>
                      <a:pt x="5419706" y="33783"/>
                      <a:pt x="5427293" y="28311"/>
                    </a:cubicBezTo>
                    <a:cubicBezTo>
                      <a:pt x="5433923" y="23922"/>
                      <a:pt x="5435325" y="18768"/>
                      <a:pt x="5435325" y="15205"/>
                    </a:cubicBezTo>
                    <a:cubicBezTo>
                      <a:pt x="5435325" y="5535"/>
                      <a:pt x="5430034" y="0"/>
                      <a:pt x="5420790" y="0"/>
                    </a:cubicBezTo>
                    <a:cubicBezTo>
                      <a:pt x="5416136" y="0"/>
                      <a:pt x="5410654" y="2481"/>
                      <a:pt x="5403897" y="7635"/>
                    </a:cubicBezTo>
                    <a:cubicBezTo>
                      <a:pt x="5397713" y="12406"/>
                      <a:pt x="5388596" y="22458"/>
                      <a:pt x="5376102" y="38427"/>
                    </a:cubicBezTo>
                    <a:cubicBezTo>
                      <a:pt x="5363925" y="53951"/>
                      <a:pt x="5349454" y="75773"/>
                      <a:pt x="5333261" y="103194"/>
                    </a:cubicBezTo>
                    <a:cubicBezTo>
                      <a:pt x="5322041" y="121580"/>
                      <a:pt x="5311204" y="140348"/>
                      <a:pt x="5301068" y="158989"/>
                    </a:cubicBezTo>
                    <a:cubicBezTo>
                      <a:pt x="5291378" y="176803"/>
                      <a:pt x="5282134" y="195063"/>
                      <a:pt x="5273528" y="213449"/>
                    </a:cubicBezTo>
                    <a:lnTo>
                      <a:pt x="5270532" y="213258"/>
                    </a:lnTo>
                    <a:cubicBezTo>
                      <a:pt x="5171400" y="206960"/>
                      <a:pt x="5169488" y="206832"/>
                      <a:pt x="5130537" y="206832"/>
                    </a:cubicBezTo>
                    <a:cubicBezTo>
                      <a:pt x="5110774" y="206832"/>
                      <a:pt x="5091203" y="207278"/>
                      <a:pt x="5072269" y="208168"/>
                    </a:cubicBezTo>
                    <a:cubicBezTo>
                      <a:pt x="5064874" y="208550"/>
                      <a:pt x="5057543" y="208614"/>
                      <a:pt x="5050467" y="208677"/>
                    </a:cubicBezTo>
                    <a:cubicBezTo>
                      <a:pt x="5042306" y="208805"/>
                      <a:pt x="5034465" y="208868"/>
                      <a:pt x="5026751" y="209314"/>
                    </a:cubicBezTo>
                    <a:lnTo>
                      <a:pt x="5075456" y="131123"/>
                    </a:lnTo>
                    <a:lnTo>
                      <a:pt x="5089864" y="107901"/>
                    </a:lnTo>
                    <a:cubicBezTo>
                      <a:pt x="5105037" y="83344"/>
                      <a:pt x="5116065" y="65657"/>
                      <a:pt x="5124225" y="51915"/>
                    </a:cubicBezTo>
                    <a:cubicBezTo>
                      <a:pt x="5138696" y="27612"/>
                      <a:pt x="5140736" y="21377"/>
                      <a:pt x="5140736" y="18323"/>
                    </a:cubicBezTo>
                    <a:cubicBezTo>
                      <a:pt x="5140736" y="7380"/>
                      <a:pt x="5134808" y="954"/>
                      <a:pt x="5124608" y="509"/>
                    </a:cubicBezTo>
                    <a:lnTo>
                      <a:pt x="5124608" y="509"/>
                    </a:lnTo>
                    <a:cubicBezTo>
                      <a:pt x="5124608" y="509"/>
                      <a:pt x="5123843" y="509"/>
                      <a:pt x="5123843" y="509"/>
                    </a:cubicBezTo>
                    <a:cubicBezTo>
                      <a:pt x="5123715" y="509"/>
                      <a:pt x="5123651" y="509"/>
                      <a:pt x="5123524" y="509"/>
                    </a:cubicBezTo>
                    <a:cubicBezTo>
                      <a:pt x="5123397" y="509"/>
                      <a:pt x="5123269" y="509"/>
                      <a:pt x="5123141" y="509"/>
                    </a:cubicBezTo>
                    <a:lnTo>
                      <a:pt x="0" y="509"/>
                    </a:lnTo>
                    <a:lnTo>
                      <a:pt x="0" y="30093"/>
                    </a:lnTo>
                    <a:lnTo>
                      <a:pt x="5100638" y="30093"/>
                    </a:lnTo>
                    <a:cubicBezTo>
                      <a:pt x="5097386" y="36328"/>
                      <a:pt x="5093753" y="42753"/>
                      <a:pt x="5089864" y="49497"/>
                    </a:cubicBezTo>
                    <a:cubicBezTo>
                      <a:pt x="5081258" y="64194"/>
                      <a:pt x="5070803" y="81244"/>
                      <a:pt x="5058882" y="100203"/>
                    </a:cubicBezTo>
                    <a:lnTo>
                      <a:pt x="5047662" y="117699"/>
                    </a:lnTo>
                    <a:cubicBezTo>
                      <a:pt x="5036059" y="135831"/>
                      <a:pt x="5026050" y="151482"/>
                      <a:pt x="5016870" y="166306"/>
                    </a:cubicBezTo>
                    <a:cubicBezTo>
                      <a:pt x="5005459" y="184820"/>
                      <a:pt x="4995897" y="200534"/>
                      <a:pt x="4988501" y="213131"/>
                    </a:cubicBezTo>
                    <a:cubicBezTo>
                      <a:pt x="4912830" y="224901"/>
                      <a:pt x="4903077" y="237689"/>
                      <a:pt x="4903077" y="247486"/>
                    </a:cubicBezTo>
                    <a:cubicBezTo>
                      <a:pt x="4903077" y="257284"/>
                      <a:pt x="4909133" y="263328"/>
                      <a:pt x="4919651" y="263328"/>
                    </a:cubicBezTo>
                    <a:cubicBezTo>
                      <a:pt x="4922329" y="263328"/>
                      <a:pt x="4927174" y="262501"/>
                      <a:pt x="4941454" y="255821"/>
                    </a:cubicBezTo>
                    <a:cubicBezTo>
                      <a:pt x="4949104" y="252258"/>
                      <a:pt x="4958412" y="249586"/>
                      <a:pt x="4969249" y="247741"/>
                    </a:cubicBezTo>
                    <a:cubicBezTo>
                      <a:pt x="4960961" y="261738"/>
                      <a:pt x="4954650" y="272999"/>
                      <a:pt x="4952037" y="277706"/>
                    </a:cubicBezTo>
                    <a:cubicBezTo>
                      <a:pt x="4889816" y="390189"/>
                      <a:pt x="4858260" y="474360"/>
                      <a:pt x="4858260" y="527865"/>
                    </a:cubicBezTo>
                    <a:cubicBezTo>
                      <a:pt x="4858260" y="537917"/>
                      <a:pt x="4864571" y="543707"/>
                      <a:pt x="4875473" y="543707"/>
                    </a:cubicBezTo>
                    <a:cubicBezTo>
                      <a:pt x="4884079" y="543707"/>
                      <a:pt x="4889370" y="539062"/>
                      <a:pt x="4890008" y="531046"/>
                    </a:cubicBezTo>
                    <a:cubicBezTo>
                      <a:pt x="4890900" y="523157"/>
                      <a:pt x="4891984" y="514377"/>
                      <a:pt x="4893386" y="504898"/>
                    </a:cubicBezTo>
                    <a:cubicBezTo>
                      <a:pt x="4894725" y="495609"/>
                      <a:pt x="4897658" y="482185"/>
                      <a:pt x="4902056" y="465071"/>
                    </a:cubicBezTo>
                    <a:cubicBezTo>
                      <a:pt x="4906455" y="450056"/>
                      <a:pt x="4915062" y="426962"/>
                      <a:pt x="4927556" y="396424"/>
                    </a:cubicBezTo>
                    <a:cubicBezTo>
                      <a:pt x="4940052" y="365949"/>
                      <a:pt x="4957455" y="330894"/>
                      <a:pt x="4979321" y="292148"/>
                    </a:cubicBezTo>
                    <a:lnTo>
                      <a:pt x="5008200" y="241506"/>
                    </a:lnTo>
                    <a:cubicBezTo>
                      <a:pt x="5042816" y="237816"/>
                      <a:pt x="5081640" y="237816"/>
                      <a:pt x="5122695" y="237880"/>
                    </a:cubicBezTo>
                    <a:lnTo>
                      <a:pt x="5126393" y="237880"/>
                    </a:lnTo>
                    <a:cubicBezTo>
                      <a:pt x="5141948" y="237880"/>
                      <a:pt x="5167639" y="238579"/>
                      <a:pt x="5202893" y="239915"/>
                    </a:cubicBezTo>
                    <a:lnTo>
                      <a:pt x="5203594" y="239915"/>
                    </a:lnTo>
                    <a:cubicBezTo>
                      <a:pt x="5216429" y="240424"/>
                      <a:pt x="5224844" y="240806"/>
                      <a:pt x="5228839" y="241061"/>
                    </a:cubicBezTo>
                    <a:cubicBezTo>
                      <a:pt x="5233110" y="241379"/>
                      <a:pt x="5240378" y="241824"/>
                      <a:pt x="5259439" y="242969"/>
                    </a:cubicBezTo>
                    <a:cubicBezTo>
                      <a:pt x="5216982" y="339737"/>
                      <a:pt x="5195434" y="408639"/>
                      <a:pt x="5195434" y="447893"/>
                    </a:cubicBezTo>
                    <a:cubicBezTo>
                      <a:pt x="5195434" y="466470"/>
                      <a:pt x="5200534" y="475886"/>
                      <a:pt x="5210670" y="475886"/>
                    </a:cubicBezTo>
                    <a:cubicBezTo>
                      <a:pt x="5225014" y="475886"/>
                      <a:pt x="5226544" y="467170"/>
                      <a:pt x="5226544" y="463417"/>
                    </a:cubicBezTo>
                    <a:lnTo>
                      <a:pt x="5226544" y="448593"/>
                    </a:lnTo>
                    <a:cubicBezTo>
                      <a:pt x="5226544" y="412392"/>
                      <a:pt x="5248920" y="344127"/>
                      <a:pt x="5293099" y="245578"/>
                    </a:cubicBezTo>
                    <a:lnTo>
                      <a:pt x="5310120" y="246723"/>
                    </a:lnTo>
                    <a:cubicBezTo>
                      <a:pt x="5315985" y="247296"/>
                      <a:pt x="5320575" y="245959"/>
                      <a:pt x="5323827" y="242778"/>
                    </a:cubicBezTo>
                    <a:close/>
                  </a:path>
                </a:pathLst>
              </a:custGeom>
              <a:solidFill>
                <a:srgbClr val="FFC600"/>
              </a:solidFill>
              <a:ln w="6375" cap="flat">
                <a:noFill/>
                <a:prstDash val="solid"/>
                <a:miter/>
              </a:ln>
            </p:spPr>
            <p:txBody>
              <a:bodyPr rtlCol="0" anchor="ctr"/>
              <a:lstStyle/>
              <a:p>
                <a:endParaRPr lang="en-US"/>
              </a:p>
            </p:txBody>
          </p:sp>
        </p:grpSp>
        <p:grpSp>
          <p:nvGrpSpPr>
            <p:cNvPr id="8" name="Graphic 15">
              <a:extLst>
                <a:ext uri="{FF2B5EF4-FFF2-40B4-BE49-F238E27FC236}">
                  <a16:creationId xmlns:a16="http://schemas.microsoft.com/office/drawing/2014/main" id="{8A5E0DE8-93AA-9BB2-CC85-F328F0E5ACE1}"/>
                </a:ext>
              </a:extLst>
            </p:cNvPr>
            <p:cNvGrpSpPr/>
            <p:nvPr/>
          </p:nvGrpSpPr>
          <p:grpSpPr>
            <a:xfrm>
              <a:off x="5301802" y="-1110695"/>
              <a:ext cx="1659220" cy="145883"/>
              <a:chOff x="5301802" y="-1110695"/>
              <a:chExt cx="1659220" cy="145883"/>
            </a:xfrm>
            <a:solidFill>
              <a:srgbClr val="FFFFFF"/>
            </a:solidFill>
          </p:grpSpPr>
          <p:sp>
            <p:nvSpPr>
              <p:cNvPr id="31" name="Freeform 30">
                <a:extLst>
                  <a:ext uri="{FF2B5EF4-FFF2-40B4-BE49-F238E27FC236}">
                    <a16:creationId xmlns:a16="http://schemas.microsoft.com/office/drawing/2014/main" id="{F9863251-AB3C-BB8C-E2BA-3E77592189C9}"/>
                  </a:ext>
                </a:extLst>
              </p:cNvPr>
              <p:cNvSpPr/>
              <p:nvPr/>
            </p:nvSpPr>
            <p:spPr>
              <a:xfrm>
                <a:off x="5301802" y="-1096634"/>
                <a:ext cx="76691" cy="130105"/>
              </a:xfrm>
              <a:custGeom>
                <a:avLst/>
                <a:gdLst>
                  <a:gd name="connsiteX0" fmla="*/ 76691 w 76691"/>
                  <a:gd name="connsiteY0" fmla="*/ 0 h 130105"/>
                  <a:gd name="connsiteX1" fmla="*/ 76691 w 76691"/>
                  <a:gd name="connsiteY1" fmla="*/ 17432 h 130105"/>
                  <a:gd name="connsiteX2" fmla="*/ 21356 w 76691"/>
                  <a:gd name="connsiteY2" fmla="*/ 17432 h 130105"/>
                  <a:gd name="connsiteX3" fmla="*/ 21356 w 76691"/>
                  <a:gd name="connsiteY3" fmla="*/ 55796 h 130105"/>
                  <a:gd name="connsiteX4" fmla="*/ 64452 w 76691"/>
                  <a:gd name="connsiteY4" fmla="*/ 55796 h 130105"/>
                  <a:gd name="connsiteX5" fmla="*/ 64452 w 76691"/>
                  <a:gd name="connsiteY5" fmla="*/ 73228 h 130105"/>
                  <a:gd name="connsiteX6" fmla="*/ 21356 w 76691"/>
                  <a:gd name="connsiteY6" fmla="*/ 73228 h 130105"/>
                  <a:gd name="connsiteX7" fmla="*/ 21356 w 76691"/>
                  <a:gd name="connsiteY7" fmla="*/ 130105 h 130105"/>
                  <a:gd name="connsiteX8" fmla="*/ 0 w 76691"/>
                  <a:gd name="connsiteY8" fmla="*/ 130105 h 130105"/>
                  <a:gd name="connsiteX9" fmla="*/ 0 w 76691"/>
                  <a:gd name="connsiteY9" fmla="*/ 64 h 130105"/>
                  <a:gd name="connsiteX10" fmla="*/ 76691 w 76691"/>
                  <a:gd name="connsiteY10" fmla="*/ 64 h 130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91" h="130105">
                    <a:moveTo>
                      <a:pt x="76691" y="0"/>
                    </a:moveTo>
                    <a:lnTo>
                      <a:pt x="76691" y="17432"/>
                    </a:lnTo>
                    <a:lnTo>
                      <a:pt x="21356" y="17432"/>
                    </a:lnTo>
                    <a:lnTo>
                      <a:pt x="21356" y="55796"/>
                    </a:lnTo>
                    <a:lnTo>
                      <a:pt x="64452" y="55796"/>
                    </a:lnTo>
                    <a:lnTo>
                      <a:pt x="64452" y="73228"/>
                    </a:lnTo>
                    <a:lnTo>
                      <a:pt x="21356" y="73228"/>
                    </a:lnTo>
                    <a:lnTo>
                      <a:pt x="21356" y="130105"/>
                    </a:lnTo>
                    <a:lnTo>
                      <a:pt x="0" y="130105"/>
                    </a:lnTo>
                    <a:lnTo>
                      <a:pt x="0" y="64"/>
                    </a:lnTo>
                    <a:lnTo>
                      <a:pt x="76691" y="64"/>
                    </a:lnTo>
                    <a:close/>
                  </a:path>
                </a:pathLst>
              </a:custGeom>
              <a:solidFill>
                <a:srgbClr val="FFFFFF"/>
              </a:solidFill>
              <a:ln w="637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088DD009-4CAC-5646-CD0F-E7AC1E7D1BAF}"/>
                  </a:ext>
                </a:extLst>
              </p:cNvPr>
              <p:cNvSpPr/>
              <p:nvPr/>
            </p:nvSpPr>
            <p:spPr>
              <a:xfrm>
                <a:off x="5395196" y="-1110695"/>
                <a:ext cx="27221" cy="144038"/>
              </a:xfrm>
              <a:custGeom>
                <a:avLst/>
                <a:gdLst>
                  <a:gd name="connsiteX0" fmla="*/ 3952 w 27221"/>
                  <a:gd name="connsiteY0" fmla="*/ 23413 h 144038"/>
                  <a:gd name="connsiteX1" fmla="*/ 0 w 27221"/>
                  <a:gd name="connsiteY1" fmla="*/ 13679 h 144038"/>
                  <a:gd name="connsiteX2" fmla="*/ 3952 w 27221"/>
                  <a:gd name="connsiteY2" fmla="*/ 3944 h 144038"/>
                  <a:gd name="connsiteX3" fmla="*/ 13706 w 27221"/>
                  <a:gd name="connsiteY3" fmla="*/ 0 h 144038"/>
                  <a:gd name="connsiteX4" fmla="*/ 23269 w 27221"/>
                  <a:gd name="connsiteY4" fmla="*/ 3944 h 144038"/>
                  <a:gd name="connsiteX5" fmla="*/ 27221 w 27221"/>
                  <a:gd name="connsiteY5" fmla="*/ 13679 h 144038"/>
                  <a:gd name="connsiteX6" fmla="*/ 23269 w 27221"/>
                  <a:gd name="connsiteY6" fmla="*/ 23413 h 144038"/>
                  <a:gd name="connsiteX7" fmla="*/ 13706 w 27221"/>
                  <a:gd name="connsiteY7" fmla="*/ 27357 h 144038"/>
                  <a:gd name="connsiteX8" fmla="*/ 3952 w 27221"/>
                  <a:gd name="connsiteY8" fmla="*/ 23413 h 144038"/>
                  <a:gd name="connsiteX9" fmla="*/ 24161 w 27221"/>
                  <a:gd name="connsiteY9" fmla="*/ 40972 h 144038"/>
                  <a:gd name="connsiteX10" fmla="*/ 24161 w 27221"/>
                  <a:gd name="connsiteY10" fmla="*/ 144038 h 144038"/>
                  <a:gd name="connsiteX11" fmla="*/ 2805 w 27221"/>
                  <a:gd name="connsiteY11" fmla="*/ 144038 h 144038"/>
                  <a:gd name="connsiteX12" fmla="*/ 2805 w 27221"/>
                  <a:gd name="connsiteY12" fmla="*/ 40972 h 144038"/>
                  <a:gd name="connsiteX13" fmla="*/ 24161 w 27221"/>
                  <a:gd name="connsiteY13" fmla="*/ 40972 h 144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221" h="144038">
                    <a:moveTo>
                      <a:pt x="3952" y="23413"/>
                    </a:moveTo>
                    <a:cubicBezTo>
                      <a:pt x="1339" y="20804"/>
                      <a:pt x="0" y="17559"/>
                      <a:pt x="0" y="13679"/>
                    </a:cubicBezTo>
                    <a:cubicBezTo>
                      <a:pt x="0" y="9798"/>
                      <a:pt x="1339" y="6553"/>
                      <a:pt x="3952" y="3944"/>
                    </a:cubicBezTo>
                    <a:cubicBezTo>
                      <a:pt x="6566" y="1336"/>
                      <a:pt x="9817" y="0"/>
                      <a:pt x="13706" y="0"/>
                    </a:cubicBezTo>
                    <a:cubicBezTo>
                      <a:pt x="17595" y="0"/>
                      <a:pt x="20655" y="1336"/>
                      <a:pt x="23269" y="3944"/>
                    </a:cubicBezTo>
                    <a:cubicBezTo>
                      <a:pt x="25882" y="6553"/>
                      <a:pt x="27221" y="9798"/>
                      <a:pt x="27221" y="13679"/>
                    </a:cubicBezTo>
                    <a:cubicBezTo>
                      <a:pt x="27221" y="17559"/>
                      <a:pt x="25882" y="20804"/>
                      <a:pt x="23269" y="23413"/>
                    </a:cubicBezTo>
                    <a:cubicBezTo>
                      <a:pt x="20655" y="26021"/>
                      <a:pt x="17467" y="27357"/>
                      <a:pt x="13706" y="27357"/>
                    </a:cubicBezTo>
                    <a:cubicBezTo>
                      <a:pt x="9945" y="27357"/>
                      <a:pt x="6566" y="26021"/>
                      <a:pt x="3952" y="23413"/>
                    </a:cubicBezTo>
                    <a:close/>
                    <a:moveTo>
                      <a:pt x="24161" y="40972"/>
                    </a:moveTo>
                    <a:lnTo>
                      <a:pt x="24161" y="144038"/>
                    </a:lnTo>
                    <a:lnTo>
                      <a:pt x="2805" y="144038"/>
                    </a:lnTo>
                    <a:lnTo>
                      <a:pt x="2805" y="40972"/>
                    </a:lnTo>
                    <a:lnTo>
                      <a:pt x="24161" y="40972"/>
                    </a:lnTo>
                    <a:close/>
                  </a:path>
                </a:pathLst>
              </a:custGeom>
              <a:solidFill>
                <a:srgbClr val="FFFFFF"/>
              </a:solidFill>
              <a:ln w="6375"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57137640-B78B-B014-213C-FCDF5645197D}"/>
                  </a:ext>
                </a:extLst>
              </p:cNvPr>
              <p:cNvSpPr/>
              <p:nvPr/>
            </p:nvSpPr>
            <p:spPr>
              <a:xfrm>
                <a:off x="5446769" y="-1071440"/>
                <a:ext cx="94477" cy="104784"/>
              </a:xfrm>
              <a:custGeom>
                <a:avLst/>
                <a:gdLst>
                  <a:gd name="connsiteX0" fmla="*/ 73950 w 94477"/>
                  <a:gd name="connsiteY0" fmla="*/ 5090 h 104784"/>
                  <a:gd name="connsiteX1" fmla="*/ 89059 w 94477"/>
                  <a:gd name="connsiteY1" fmla="*/ 20041 h 104784"/>
                  <a:gd name="connsiteX2" fmla="*/ 94478 w 94477"/>
                  <a:gd name="connsiteY2" fmla="*/ 43962 h 104784"/>
                  <a:gd name="connsiteX3" fmla="*/ 94478 w 94477"/>
                  <a:gd name="connsiteY3" fmla="*/ 104784 h 104784"/>
                  <a:gd name="connsiteX4" fmla="*/ 73313 w 94477"/>
                  <a:gd name="connsiteY4" fmla="*/ 104784 h 104784"/>
                  <a:gd name="connsiteX5" fmla="*/ 73313 w 94477"/>
                  <a:gd name="connsiteY5" fmla="*/ 47143 h 104784"/>
                  <a:gd name="connsiteX6" fmla="*/ 66364 w 94477"/>
                  <a:gd name="connsiteY6" fmla="*/ 25894 h 104784"/>
                  <a:gd name="connsiteX7" fmla="*/ 47430 w 94477"/>
                  <a:gd name="connsiteY7" fmla="*/ 18514 h 104784"/>
                  <a:gd name="connsiteX8" fmla="*/ 28369 w 94477"/>
                  <a:gd name="connsiteY8" fmla="*/ 25894 h 104784"/>
                  <a:gd name="connsiteX9" fmla="*/ 21356 w 94477"/>
                  <a:gd name="connsiteY9" fmla="*/ 47143 h 104784"/>
                  <a:gd name="connsiteX10" fmla="*/ 21356 w 94477"/>
                  <a:gd name="connsiteY10" fmla="*/ 104784 h 104784"/>
                  <a:gd name="connsiteX11" fmla="*/ 0 w 94477"/>
                  <a:gd name="connsiteY11" fmla="*/ 104784 h 104784"/>
                  <a:gd name="connsiteX12" fmla="*/ 0 w 94477"/>
                  <a:gd name="connsiteY12" fmla="*/ 1718 h 104784"/>
                  <a:gd name="connsiteX13" fmla="*/ 21356 w 94477"/>
                  <a:gd name="connsiteY13" fmla="*/ 1718 h 104784"/>
                  <a:gd name="connsiteX14" fmla="*/ 21356 w 94477"/>
                  <a:gd name="connsiteY14" fmla="*/ 13488 h 104784"/>
                  <a:gd name="connsiteX15" fmla="*/ 34744 w 94477"/>
                  <a:gd name="connsiteY15" fmla="*/ 3563 h 104784"/>
                  <a:gd name="connsiteX16" fmla="*/ 52084 w 94477"/>
                  <a:gd name="connsiteY16" fmla="*/ 0 h 104784"/>
                  <a:gd name="connsiteX17" fmla="*/ 73950 w 94477"/>
                  <a:gd name="connsiteY17" fmla="*/ 5026 h 10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4477" h="104784">
                    <a:moveTo>
                      <a:pt x="73950" y="5090"/>
                    </a:moveTo>
                    <a:cubicBezTo>
                      <a:pt x="80389" y="8462"/>
                      <a:pt x="85425" y="13424"/>
                      <a:pt x="89059" y="20041"/>
                    </a:cubicBezTo>
                    <a:cubicBezTo>
                      <a:pt x="92693" y="26657"/>
                      <a:pt x="94478" y="34610"/>
                      <a:pt x="94478" y="43962"/>
                    </a:cubicBezTo>
                    <a:lnTo>
                      <a:pt x="94478" y="104784"/>
                    </a:lnTo>
                    <a:lnTo>
                      <a:pt x="73313" y="104784"/>
                    </a:lnTo>
                    <a:lnTo>
                      <a:pt x="73313" y="47143"/>
                    </a:lnTo>
                    <a:cubicBezTo>
                      <a:pt x="73313" y="37918"/>
                      <a:pt x="71018" y="30856"/>
                      <a:pt x="66364" y="25894"/>
                    </a:cubicBezTo>
                    <a:cubicBezTo>
                      <a:pt x="61710" y="20995"/>
                      <a:pt x="55399" y="18514"/>
                      <a:pt x="47430" y="18514"/>
                    </a:cubicBezTo>
                    <a:cubicBezTo>
                      <a:pt x="39461" y="18514"/>
                      <a:pt x="33086" y="20995"/>
                      <a:pt x="28369" y="25894"/>
                    </a:cubicBezTo>
                    <a:cubicBezTo>
                      <a:pt x="23651" y="30793"/>
                      <a:pt x="21356" y="37918"/>
                      <a:pt x="21356" y="47143"/>
                    </a:cubicBezTo>
                    <a:lnTo>
                      <a:pt x="21356" y="104784"/>
                    </a:lnTo>
                    <a:lnTo>
                      <a:pt x="0" y="104784"/>
                    </a:lnTo>
                    <a:lnTo>
                      <a:pt x="0" y="1718"/>
                    </a:lnTo>
                    <a:lnTo>
                      <a:pt x="21356" y="1718"/>
                    </a:lnTo>
                    <a:lnTo>
                      <a:pt x="21356" y="13488"/>
                    </a:lnTo>
                    <a:cubicBezTo>
                      <a:pt x="24863" y="9225"/>
                      <a:pt x="29325" y="5917"/>
                      <a:pt x="34744" y="3563"/>
                    </a:cubicBezTo>
                    <a:cubicBezTo>
                      <a:pt x="40163" y="1209"/>
                      <a:pt x="45964" y="0"/>
                      <a:pt x="52084" y="0"/>
                    </a:cubicBezTo>
                    <a:cubicBezTo>
                      <a:pt x="60180" y="0"/>
                      <a:pt x="67511" y="1654"/>
                      <a:pt x="73950" y="5026"/>
                    </a:cubicBezTo>
                    <a:close/>
                  </a:path>
                </a:pathLst>
              </a:custGeom>
              <a:solidFill>
                <a:srgbClr val="FFFFFF"/>
              </a:solidFill>
              <a:ln w="6375"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EB1B8D5C-648A-E466-6E1E-6CCB9A6D85E4}"/>
                  </a:ext>
                </a:extLst>
              </p:cNvPr>
              <p:cNvSpPr/>
              <p:nvPr/>
            </p:nvSpPr>
            <p:spPr>
              <a:xfrm>
                <a:off x="5562348" y="-1071377"/>
                <a:ext cx="106016" cy="106501"/>
              </a:xfrm>
              <a:custGeom>
                <a:avLst/>
                <a:gdLst>
                  <a:gd name="connsiteX0" fmla="*/ 6375 w 106016"/>
                  <a:gd name="connsiteY0" fmla="*/ 25258 h 106501"/>
                  <a:gd name="connsiteX1" fmla="*/ 23970 w 106016"/>
                  <a:gd name="connsiteY1" fmla="*/ 6617 h 106501"/>
                  <a:gd name="connsiteX2" fmla="*/ 48641 w 106016"/>
                  <a:gd name="connsiteY2" fmla="*/ 0 h 106501"/>
                  <a:gd name="connsiteX3" fmla="*/ 69934 w 106016"/>
                  <a:gd name="connsiteY3" fmla="*/ 4772 h 106501"/>
                  <a:gd name="connsiteX4" fmla="*/ 84469 w 106016"/>
                  <a:gd name="connsiteY4" fmla="*/ 16669 h 106501"/>
                  <a:gd name="connsiteX5" fmla="*/ 84469 w 106016"/>
                  <a:gd name="connsiteY5" fmla="*/ 1718 h 106501"/>
                  <a:gd name="connsiteX6" fmla="*/ 106016 w 106016"/>
                  <a:gd name="connsiteY6" fmla="*/ 1718 h 106501"/>
                  <a:gd name="connsiteX7" fmla="*/ 106016 w 106016"/>
                  <a:gd name="connsiteY7" fmla="*/ 104784 h 106501"/>
                  <a:gd name="connsiteX8" fmla="*/ 84469 w 106016"/>
                  <a:gd name="connsiteY8" fmla="*/ 104784 h 106501"/>
                  <a:gd name="connsiteX9" fmla="*/ 84469 w 106016"/>
                  <a:gd name="connsiteY9" fmla="*/ 89451 h 106501"/>
                  <a:gd name="connsiteX10" fmla="*/ 69679 w 106016"/>
                  <a:gd name="connsiteY10" fmla="*/ 101603 h 106501"/>
                  <a:gd name="connsiteX11" fmla="*/ 48323 w 106016"/>
                  <a:gd name="connsiteY11" fmla="*/ 106502 h 106501"/>
                  <a:gd name="connsiteX12" fmla="*/ 23970 w 106016"/>
                  <a:gd name="connsiteY12" fmla="*/ 99694 h 106501"/>
                  <a:gd name="connsiteX13" fmla="*/ 6439 w 106016"/>
                  <a:gd name="connsiteY13" fmla="*/ 80608 h 106501"/>
                  <a:gd name="connsiteX14" fmla="*/ 0 w 106016"/>
                  <a:gd name="connsiteY14" fmla="*/ 52806 h 106501"/>
                  <a:gd name="connsiteX15" fmla="*/ 6439 w 106016"/>
                  <a:gd name="connsiteY15" fmla="*/ 25321 h 106501"/>
                  <a:gd name="connsiteX16" fmla="*/ 80070 w 106016"/>
                  <a:gd name="connsiteY16" fmla="*/ 34610 h 106501"/>
                  <a:gd name="connsiteX17" fmla="*/ 68531 w 106016"/>
                  <a:gd name="connsiteY17" fmla="*/ 22649 h 106501"/>
                  <a:gd name="connsiteX18" fmla="*/ 53168 w 106016"/>
                  <a:gd name="connsiteY18" fmla="*/ 18514 h 106501"/>
                  <a:gd name="connsiteX19" fmla="*/ 37804 w 106016"/>
                  <a:gd name="connsiteY19" fmla="*/ 22522 h 106501"/>
                  <a:gd name="connsiteX20" fmla="*/ 26265 w 106016"/>
                  <a:gd name="connsiteY20" fmla="*/ 34292 h 106501"/>
                  <a:gd name="connsiteX21" fmla="*/ 21866 w 106016"/>
                  <a:gd name="connsiteY21" fmla="*/ 52742 h 106501"/>
                  <a:gd name="connsiteX22" fmla="*/ 26265 w 106016"/>
                  <a:gd name="connsiteY22" fmla="*/ 71447 h 106501"/>
                  <a:gd name="connsiteX23" fmla="*/ 37868 w 106016"/>
                  <a:gd name="connsiteY23" fmla="*/ 83726 h 106501"/>
                  <a:gd name="connsiteX24" fmla="*/ 53168 w 106016"/>
                  <a:gd name="connsiteY24" fmla="*/ 87925 h 106501"/>
                  <a:gd name="connsiteX25" fmla="*/ 68531 w 106016"/>
                  <a:gd name="connsiteY25" fmla="*/ 83789 h 106501"/>
                  <a:gd name="connsiteX26" fmla="*/ 80070 w 106016"/>
                  <a:gd name="connsiteY26" fmla="*/ 71701 h 106501"/>
                  <a:gd name="connsiteX27" fmla="*/ 84469 w 106016"/>
                  <a:gd name="connsiteY27" fmla="*/ 53060 h 106501"/>
                  <a:gd name="connsiteX28" fmla="*/ 80070 w 106016"/>
                  <a:gd name="connsiteY28" fmla="*/ 34546 h 10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6016" h="106501">
                    <a:moveTo>
                      <a:pt x="6375" y="25258"/>
                    </a:moveTo>
                    <a:cubicBezTo>
                      <a:pt x="10710" y="17305"/>
                      <a:pt x="16575" y="11070"/>
                      <a:pt x="23970" y="6617"/>
                    </a:cubicBezTo>
                    <a:cubicBezTo>
                      <a:pt x="31429" y="2163"/>
                      <a:pt x="39653" y="0"/>
                      <a:pt x="48641" y="0"/>
                    </a:cubicBezTo>
                    <a:cubicBezTo>
                      <a:pt x="56738" y="0"/>
                      <a:pt x="63878" y="1591"/>
                      <a:pt x="69934" y="4772"/>
                    </a:cubicBezTo>
                    <a:cubicBezTo>
                      <a:pt x="75990" y="7953"/>
                      <a:pt x="80835" y="11897"/>
                      <a:pt x="84469" y="16669"/>
                    </a:cubicBezTo>
                    <a:lnTo>
                      <a:pt x="84469" y="1718"/>
                    </a:lnTo>
                    <a:lnTo>
                      <a:pt x="106016" y="1718"/>
                    </a:lnTo>
                    <a:lnTo>
                      <a:pt x="106016" y="104784"/>
                    </a:lnTo>
                    <a:lnTo>
                      <a:pt x="84469" y="104784"/>
                    </a:lnTo>
                    <a:lnTo>
                      <a:pt x="84469" y="89451"/>
                    </a:lnTo>
                    <a:cubicBezTo>
                      <a:pt x="80835" y="94350"/>
                      <a:pt x="75926" y="98358"/>
                      <a:pt x="69679" y="101603"/>
                    </a:cubicBezTo>
                    <a:cubicBezTo>
                      <a:pt x="63431" y="104848"/>
                      <a:pt x="56291" y="106502"/>
                      <a:pt x="48323" y="106502"/>
                    </a:cubicBezTo>
                    <a:cubicBezTo>
                      <a:pt x="39461" y="106502"/>
                      <a:pt x="31301" y="104212"/>
                      <a:pt x="23970" y="99694"/>
                    </a:cubicBezTo>
                    <a:cubicBezTo>
                      <a:pt x="16575" y="95114"/>
                      <a:pt x="10774" y="88752"/>
                      <a:pt x="6439" y="80608"/>
                    </a:cubicBezTo>
                    <a:cubicBezTo>
                      <a:pt x="2104" y="72465"/>
                      <a:pt x="0" y="63176"/>
                      <a:pt x="0" y="52806"/>
                    </a:cubicBezTo>
                    <a:cubicBezTo>
                      <a:pt x="0" y="42435"/>
                      <a:pt x="2168" y="33274"/>
                      <a:pt x="6439" y="25321"/>
                    </a:cubicBezTo>
                    <a:close/>
                    <a:moveTo>
                      <a:pt x="80070" y="34610"/>
                    </a:moveTo>
                    <a:cubicBezTo>
                      <a:pt x="77138" y="29393"/>
                      <a:pt x="73313" y="25385"/>
                      <a:pt x="68531" y="22649"/>
                    </a:cubicBezTo>
                    <a:cubicBezTo>
                      <a:pt x="63750" y="19913"/>
                      <a:pt x="58650" y="18514"/>
                      <a:pt x="53168" y="18514"/>
                    </a:cubicBezTo>
                    <a:cubicBezTo>
                      <a:pt x="47685" y="18514"/>
                      <a:pt x="42522" y="19850"/>
                      <a:pt x="37804" y="22522"/>
                    </a:cubicBezTo>
                    <a:cubicBezTo>
                      <a:pt x="33086" y="25194"/>
                      <a:pt x="29198" y="29139"/>
                      <a:pt x="26265" y="34292"/>
                    </a:cubicBezTo>
                    <a:cubicBezTo>
                      <a:pt x="23333" y="39445"/>
                      <a:pt x="21866" y="45616"/>
                      <a:pt x="21866" y="52742"/>
                    </a:cubicBezTo>
                    <a:cubicBezTo>
                      <a:pt x="21866" y="59868"/>
                      <a:pt x="23333" y="66102"/>
                      <a:pt x="26265" y="71447"/>
                    </a:cubicBezTo>
                    <a:cubicBezTo>
                      <a:pt x="29198" y="76791"/>
                      <a:pt x="33086" y="80926"/>
                      <a:pt x="37868" y="83726"/>
                    </a:cubicBezTo>
                    <a:cubicBezTo>
                      <a:pt x="42649" y="86525"/>
                      <a:pt x="47749" y="87925"/>
                      <a:pt x="53168" y="87925"/>
                    </a:cubicBezTo>
                    <a:cubicBezTo>
                      <a:pt x="58586" y="87925"/>
                      <a:pt x="63814" y="86525"/>
                      <a:pt x="68531" y="83789"/>
                    </a:cubicBezTo>
                    <a:cubicBezTo>
                      <a:pt x="73249" y="81053"/>
                      <a:pt x="77138" y="77045"/>
                      <a:pt x="80070" y="71701"/>
                    </a:cubicBezTo>
                    <a:cubicBezTo>
                      <a:pt x="83003" y="66421"/>
                      <a:pt x="84469" y="60186"/>
                      <a:pt x="84469" y="53060"/>
                    </a:cubicBezTo>
                    <a:cubicBezTo>
                      <a:pt x="84469" y="45935"/>
                      <a:pt x="83003" y="39763"/>
                      <a:pt x="80070" y="34546"/>
                    </a:cubicBezTo>
                    <a:close/>
                  </a:path>
                </a:pathLst>
              </a:custGeom>
              <a:solidFill>
                <a:srgbClr val="FFFFFF"/>
              </a:solidFill>
              <a:ln w="6375" cap="flat">
                <a:noFill/>
                <a:prstDash val="solid"/>
                <a:miter/>
              </a:ln>
            </p:spPr>
            <p:txBody>
              <a:bodyPr rtlCol="0" anchor="ctr"/>
              <a:lstStyle/>
              <a:p>
                <a:endParaRPr lang="en-US"/>
              </a:p>
            </p:txBody>
          </p:sp>
          <p:sp>
            <p:nvSpPr>
              <p:cNvPr id="35" name="Freeform 34">
                <a:extLst>
                  <a:ext uri="{FF2B5EF4-FFF2-40B4-BE49-F238E27FC236}">
                    <a16:creationId xmlns:a16="http://schemas.microsoft.com/office/drawing/2014/main" id="{6C397743-C546-0D68-1B4E-63CEA32AB5B3}"/>
                  </a:ext>
                </a:extLst>
              </p:cNvPr>
              <p:cNvSpPr/>
              <p:nvPr/>
            </p:nvSpPr>
            <p:spPr>
              <a:xfrm>
                <a:off x="5696096" y="-1071440"/>
                <a:ext cx="94477" cy="104784"/>
              </a:xfrm>
              <a:custGeom>
                <a:avLst/>
                <a:gdLst>
                  <a:gd name="connsiteX0" fmla="*/ 73950 w 94477"/>
                  <a:gd name="connsiteY0" fmla="*/ 5090 h 104784"/>
                  <a:gd name="connsiteX1" fmla="*/ 89059 w 94477"/>
                  <a:gd name="connsiteY1" fmla="*/ 20041 h 104784"/>
                  <a:gd name="connsiteX2" fmla="*/ 94478 w 94477"/>
                  <a:gd name="connsiteY2" fmla="*/ 43962 h 104784"/>
                  <a:gd name="connsiteX3" fmla="*/ 94478 w 94477"/>
                  <a:gd name="connsiteY3" fmla="*/ 104784 h 104784"/>
                  <a:gd name="connsiteX4" fmla="*/ 73313 w 94477"/>
                  <a:gd name="connsiteY4" fmla="*/ 104784 h 104784"/>
                  <a:gd name="connsiteX5" fmla="*/ 73313 w 94477"/>
                  <a:gd name="connsiteY5" fmla="*/ 47143 h 104784"/>
                  <a:gd name="connsiteX6" fmla="*/ 66364 w 94477"/>
                  <a:gd name="connsiteY6" fmla="*/ 25894 h 104784"/>
                  <a:gd name="connsiteX7" fmla="*/ 47430 w 94477"/>
                  <a:gd name="connsiteY7" fmla="*/ 18514 h 104784"/>
                  <a:gd name="connsiteX8" fmla="*/ 28368 w 94477"/>
                  <a:gd name="connsiteY8" fmla="*/ 25894 h 104784"/>
                  <a:gd name="connsiteX9" fmla="*/ 21356 w 94477"/>
                  <a:gd name="connsiteY9" fmla="*/ 47143 h 104784"/>
                  <a:gd name="connsiteX10" fmla="*/ 21356 w 94477"/>
                  <a:gd name="connsiteY10" fmla="*/ 104784 h 104784"/>
                  <a:gd name="connsiteX11" fmla="*/ 0 w 94477"/>
                  <a:gd name="connsiteY11" fmla="*/ 104784 h 104784"/>
                  <a:gd name="connsiteX12" fmla="*/ 0 w 94477"/>
                  <a:gd name="connsiteY12" fmla="*/ 1718 h 104784"/>
                  <a:gd name="connsiteX13" fmla="*/ 21356 w 94477"/>
                  <a:gd name="connsiteY13" fmla="*/ 1718 h 104784"/>
                  <a:gd name="connsiteX14" fmla="*/ 21356 w 94477"/>
                  <a:gd name="connsiteY14" fmla="*/ 13488 h 104784"/>
                  <a:gd name="connsiteX15" fmla="*/ 34743 w 94477"/>
                  <a:gd name="connsiteY15" fmla="*/ 3563 h 104784"/>
                  <a:gd name="connsiteX16" fmla="*/ 52084 w 94477"/>
                  <a:gd name="connsiteY16" fmla="*/ 0 h 104784"/>
                  <a:gd name="connsiteX17" fmla="*/ 73950 w 94477"/>
                  <a:gd name="connsiteY17" fmla="*/ 5026 h 10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4477" h="104784">
                    <a:moveTo>
                      <a:pt x="73950" y="5090"/>
                    </a:moveTo>
                    <a:cubicBezTo>
                      <a:pt x="80389" y="8462"/>
                      <a:pt x="85425" y="13424"/>
                      <a:pt x="89059" y="20041"/>
                    </a:cubicBezTo>
                    <a:cubicBezTo>
                      <a:pt x="92692" y="26657"/>
                      <a:pt x="94478" y="34610"/>
                      <a:pt x="94478" y="43962"/>
                    </a:cubicBezTo>
                    <a:lnTo>
                      <a:pt x="94478" y="104784"/>
                    </a:lnTo>
                    <a:lnTo>
                      <a:pt x="73313" y="104784"/>
                    </a:lnTo>
                    <a:lnTo>
                      <a:pt x="73313" y="47143"/>
                    </a:lnTo>
                    <a:cubicBezTo>
                      <a:pt x="73313" y="37918"/>
                      <a:pt x="71017" y="30856"/>
                      <a:pt x="66364" y="25894"/>
                    </a:cubicBezTo>
                    <a:cubicBezTo>
                      <a:pt x="61710" y="20995"/>
                      <a:pt x="55399" y="18514"/>
                      <a:pt x="47430" y="18514"/>
                    </a:cubicBezTo>
                    <a:cubicBezTo>
                      <a:pt x="39461" y="18514"/>
                      <a:pt x="33086" y="20995"/>
                      <a:pt x="28368" y="25894"/>
                    </a:cubicBezTo>
                    <a:cubicBezTo>
                      <a:pt x="23651" y="30793"/>
                      <a:pt x="21356" y="37918"/>
                      <a:pt x="21356" y="47143"/>
                    </a:cubicBezTo>
                    <a:lnTo>
                      <a:pt x="21356" y="104784"/>
                    </a:lnTo>
                    <a:lnTo>
                      <a:pt x="0" y="104784"/>
                    </a:lnTo>
                    <a:lnTo>
                      <a:pt x="0" y="1718"/>
                    </a:lnTo>
                    <a:lnTo>
                      <a:pt x="21356" y="1718"/>
                    </a:lnTo>
                    <a:lnTo>
                      <a:pt x="21356" y="13488"/>
                    </a:lnTo>
                    <a:cubicBezTo>
                      <a:pt x="24862" y="9225"/>
                      <a:pt x="29325" y="5917"/>
                      <a:pt x="34743" y="3563"/>
                    </a:cubicBezTo>
                    <a:cubicBezTo>
                      <a:pt x="40162" y="1209"/>
                      <a:pt x="45964" y="0"/>
                      <a:pt x="52084" y="0"/>
                    </a:cubicBezTo>
                    <a:cubicBezTo>
                      <a:pt x="60180" y="0"/>
                      <a:pt x="67511" y="1654"/>
                      <a:pt x="73950" y="5026"/>
                    </a:cubicBezTo>
                    <a:close/>
                  </a:path>
                </a:pathLst>
              </a:custGeom>
              <a:solidFill>
                <a:srgbClr val="FFFFFF"/>
              </a:solidFill>
              <a:ln w="6375" cap="flat">
                <a:noFill/>
                <a:prstDash val="solid"/>
                <a:miter/>
              </a:ln>
            </p:spPr>
            <p:txBody>
              <a:bodyPr rtlCol="0" anchor="ctr"/>
              <a:lstStyle/>
              <a:p>
                <a:endParaRPr lang="en-US"/>
              </a:p>
            </p:txBody>
          </p:sp>
          <p:sp>
            <p:nvSpPr>
              <p:cNvPr id="36" name="Freeform 35">
                <a:extLst>
                  <a:ext uri="{FF2B5EF4-FFF2-40B4-BE49-F238E27FC236}">
                    <a16:creationId xmlns:a16="http://schemas.microsoft.com/office/drawing/2014/main" id="{54492917-0513-69C3-5BAA-DB83FC6228A3}"/>
                  </a:ext>
                </a:extLst>
              </p:cNvPr>
              <p:cNvSpPr/>
              <p:nvPr/>
            </p:nvSpPr>
            <p:spPr>
              <a:xfrm>
                <a:off x="5812184" y="-1071440"/>
                <a:ext cx="98238" cy="106565"/>
              </a:xfrm>
              <a:custGeom>
                <a:avLst/>
                <a:gdLst>
                  <a:gd name="connsiteX0" fmla="*/ 6439 w 98238"/>
                  <a:gd name="connsiteY0" fmla="*/ 25194 h 106565"/>
                  <a:gd name="connsiteX1" fmla="*/ 24353 w 98238"/>
                  <a:gd name="connsiteY1" fmla="*/ 6553 h 106565"/>
                  <a:gd name="connsiteX2" fmla="*/ 50618 w 98238"/>
                  <a:gd name="connsiteY2" fmla="*/ 0 h 106565"/>
                  <a:gd name="connsiteX3" fmla="*/ 81664 w 98238"/>
                  <a:gd name="connsiteY3" fmla="*/ 8907 h 106565"/>
                  <a:gd name="connsiteX4" fmla="*/ 98239 w 98238"/>
                  <a:gd name="connsiteY4" fmla="*/ 34292 h 106565"/>
                  <a:gd name="connsiteX5" fmla="*/ 75162 w 98238"/>
                  <a:gd name="connsiteY5" fmla="*/ 34292 h 106565"/>
                  <a:gd name="connsiteX6" fmla="*/ 66173 w 98238"/>
                  <a:gd name="connsiteY6" fmla="*/ 22331 h 106565"/>
                  <a:gd name="connsiteX7" fmla="*/ 50618 w 98238"/>
                  <a:gd name="connsiteY7" fmla="*/ 18005 h 106565"/>
                  <a:gd name="connsiteX8" fmla="*/ 29708 w 98238"/>
                  <a:gd name="connsiteY8" fmla="*/ 27293 h 106565"/>
                  <a:gd name="connsiteX9" fmla="*/ 21930 w 98238"/>
                  <a:gd name="connsiteY9" fmla="*/ 53187 h 106565"/>
                  <a:gd name="connsiteX10" fmla="*/ 29708 w 98238"/>
                  <a:gd name="connsiteY10" fmla="*/ 79208 h 106565"/>
                  <a:gd name="connsiteX11" fmla="*/ 50618 w 98238"/>
                  <a:gd name="connsiteY11" fmla="*/ 88561 h 106565"/>
                  <a:gd name="connsiteX12" fmla="*/ 75162 w 98238"/>
                  <a:gd name="connsiteY12" fmla="*/ 72274 h 106565"/>
                  <a:gd name="connsiteX13" fmla="*/ 98239 w 98238"/>
                  <a:gd name="connsiteY13" fmla="*/ 72274 h 106565"/>
                  <a:gd name="connsiteX14" fmla="*/ 81345 w 98238"/>
                  <a:gd name="connsiteY14" fmla="*/ 97277 h 106565"/>
                  <a:gd name="connsiteX15" fmla="*/ 50618 w 98238"/>
                  <a:gd name="connsiteY15" fmla="*/ 106565 h 106565"/>
                  <a:gd name="connsiteX16" fmla="*/ 24353 w 98238"/>
                  <a:gd name="connsiteY16" fmla="*/ 99949 h 106565"/>
                  <a:gd name="connsiteX17" fmla="*/ 6439 w 98238"/>
                  <a:gd name="connsiteY17" fmla="*/ 81244 h 106565"/>
                  <a:gd name="connsiteX18" fmla="*/ 0 w 98238"/>
                  <a:gd name="connsiteY18" fmla="*/ 53251 h 106565"/>
                  <a:gd name="connsiteX19" fmla="*/ 6439 w 98238"/>
                  <a:gd name="connsiteY19" fmla="*/ 25258 h 10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238" h="106565">
                    <a:moveTo>
                      <a:pt x="6439" y="25194"/>
                    </a:moveTo>
                    <a:cubicBezTo>
                      <a:pt x="10774" y="17178"/>
                      <a:pt x="16702" y="10943"/>
                      <a:pt x="24353" y="6553"/>
                    </a:cubicBezTo>
                    <a:cubicBezTo>
                      <a:pt x="32003" y="2163"/>
                      <a:pt x="40736" y="0"/>
                      <a:pt x="50618" y="0"/>
                    </a:cubicBezTo>
                    <a:cubicBezTo>
                      <a:pt x="63113" y="0"/>
                      <a:pt x="73440" y="2990"/>
                      <a:pt x="81664" y="8907"/>
                    </a:cubicBezTo>
                    <a:cubicBezTo>
                      <a:pt x="89824" y="14824"/>
                      <a:pt x="95370" y="23285"/>
                      <a:pt x="98239" y="34292"/>
                    </a:cubicBezTo>
                    <a:lnTo>
                      <a:pt x="75162" y="34292"/>
                    </a:lnTo>
                    <a:cubicBezTo>
                      <a:pt x="73313" y="29202"/>
                      <a:pt x="70316" y="25194"/>
                      <a:pt x="66173" y="22331"/>
                    </a:cubicBezTo>
                    <a:cubicBezTo>
                      <a:pt x="62029" y="19468"/>
                      <a:pt x="56865" y="18005"/>
                      <a:pt x="50618" y="18005"/>
                    </a:cubicBezTo>
                    <a:cubicBezTo>
                      <a:pt x="41884" y="18005"/>
                      <a:pt x="34871" y="21059"/>
                      <a:pt x="29708" y="27293"/>
                    </a:cubicBezTo>
                    <a:cubicBezTo>
                      <a:pt x="24544" y="33465"/>
                      <a:pt x="21930" y="42117"/>
                      <a:pt x="21930" y="53187"/>
                    </a:cubicBezTo>
                    <a:cubicBezTo>
                      <a:pt x="21930" y="64257"/>
                      <a:pt x="24544" y="72974"/>
                      <a:pt x="29708" y="79208"/>
                    </a:cubicBezTo>
                    <a:cubicBezTo>
                      <a:pt x="34871" y="85443"/>
                      <a:pt x="41884" y="88561"/>
                      <a:pt x="50618" y="88561"/>
                    </a:cubicBezTo>
                    <a:cubicBezTo>
                      <a:pt x="62985" y="88561"/>
                      <a:pt x="71145" y="83153"/>
                      <a:pt x="75162" y="72274"/>
                    </a:cubicBezTo>
                    <a:lnTo>
                      <a:pt x="98239" y="72274"/>
                    </a:lnTo>
                    <a:cubicBezTo>
                      <a:pt x="95243" y="82771"/>
                      <a:pt x="89632" y="91106"/>
                      <a:pt x="81345" y="97277"/>
                    </a:cubicBezTo>
                    <a:cubicBezTo>
                      <a:pt x="73121" y="103448"/>
                      <a:pt x="62858" y="106565"/>
                      <a:pt x="50618" y="106565"/>
                    </a:cubicBezTo>
                    <a:cubicBezTo>
                      <a:pt x="40736" y="106565"/>
                      <a:pt x="32003" y="104339"/>
                      <a:pt x="24353" y="99949"/>
                    </a:cubicBezTo>
                    <a:cubicBezTo>
                      <a:pt x="16702" y="95495"/>
                      <a:pt x="10774" y="89261"/>
                      <a:pt x="6439" y="81244"/>
                    </a:cubicBezTo>
                    <a:cubicBezTo>
                      <a:pt x="2104" y="73228"/>
                      <a:pt x="0" y="63876"/>
                      <a:pt x="0" y="53251"/>
                    </a:cubicBezTo>
                    <a:cubicBezTo>
                      <a:pt x="0" y="42626"/>
                      <a:pt x="2168" y="33338"/>
                      <a:pt x="6439" y="25258"/>
                    </a:cubicBezTo>
                    <a:close/>
                  </a:path>
                </a:pathLst>
              </a:custGeom>
              <a:solidFill>
                <a:srgbClr val="FFFFFF"/>
              </a:solidFill>
              <a:ln w="6375"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D8BCBFBC-CBAA-61CD-0730-E92F5434E457}"/>
                  </a:ext>
                </a:extLst>
              </p:cNvPr>
              <p:cNvSpPr/>
              <p:nvPr/>
            </p:nvSpPr>
            <p:spPr>
              <a:xfrm>
                <a:off x="5928592" y="-1110695"/>
                <a:ext cx="27221" cy="144038"/>
              </a:xfrm>
              <a:custGeom>
                <a:avLst/>
                <a:gdLst>
                  <a:gd name="connsiteX0" fmla="*/ 3952 w 27221"/>
                  <a:gd name="connsiteY0" fmla="*/ 23413 h 144038"/>
                  <a:gd name="connsiteX1" fmla="*/ 0 w 27221"/>
                  <a:gd name="connsiteY1" fmla="*/ 13679 h 144038"/>
                  <a:gd name="connsiteX2" fmla="*/ 3952 w 27221"/>
                  <a:gd name="connsiteY2" fmla="*/ 3944 h 144038"/>
                  <a:gd name="connsiteX3" fmla="*/ 13706 w 27221"/>
                  <a:gd name="connsiteY3" fmla="*/ 0 h 144038"/>
                  <a:gd name="connsiteX4" fmla="*/ 23269 w 27221"/>
                  <a:gd name="connsiteY4" fmla="*/ 3944 h 144038"/>
                  <a:gd name="connsiteX5" fmla="*/ 27221 w 27221"/>
                  <a:gd name="connsiteY5" fmla="*/ 13679 h 144038"/>
                  <a:gd name="connsiteX6" fmla="*/ 23269 w 27221"/>
                  <a:gd name="connsiteY6" fmla="*/ 23413 h 144038"/>
                  <a:gd name="connsiteX7" fmla="*/ 13706 w 27221"/>
                  <a:gd name="connsiteY7" fmla="*/ 27357 h 144038"/>
                  <a:gd name="connsiteX8" fmla="*/ 3952 w 27221"/>
                  <a:gd name="connsiteY8" fmla="*/ 23413 h 144038"/>
                  <a:gd name="connsiteX9" fmla="*/ 24162 w 27221"/>
                  <a:gd name="connsiteY9" fmla="*/ 40972 h 144038"/>
                  <a:gd name="connsiteX10" fmla="*/ 24162 w 27221"/>
                  <a:gd name="connsiteY10" fmla="*/ 144038 h 144038"/>
                  <a:gd name="connsiteX11" fmla="*/ 2805 w 27221"/>
                  <a:gd name="connsiteY11" fmla="*/ 144038 h 144038"/>
                  <a:gd name="connsiteX12" fmla="*/ 2805 w 27221"/>
                  <a:gd name="connsiteY12" fmla="*/ 40972 h 144038"/>
                  <a:gd name="connsiteX13" fmla="*/ 24162 w 27221"/>
                  <a:gd name="connsiteY13" fmla="*/ 40972 h 144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221" h="144038">
                    <a:moveTo>
                      <a:pt x="3952" y="23413"/>
                    </a:moveTo>
                    <a:cubicBezTo>
                      <a:pt x="1339" y="20804"/>
                      <a:pt x="0" y="17559"/>
                      <a:pt x="0" y="13679"/>
                    </a:cubicBezTo>
                    <a:cubicBezTo>
                      <a:pt x="0" y="9798"/>
                      <a:pt x="1339" y="6553"/>
                      <a:pt x="3952" y="3944"/>
                    </a:cubicBezTo>
                    <a:cubicBezTo>
                      <a:pt x="6566" y="1336"/>
                      <a:pt x="9818" y="0"/>
                      <a:pt x="13706" y="0"/>
                    </a:cubicBezTo>
                    <a:cubicBezTo>
                      <a:pt x="17595" y="0"/>
                      <a:pt x="20655" y="1336"/>
                      <a:pt x="23269" y="3944"/>
                    </a:cubicBezTo>
                    <a:cubicBezTo>
                      <a:pt x="25882" y="6553"/>
                      <a:pt x="27221" y="9798"/>
                      <a:pt x="27221" y="13679"/>
                    </a:cubicBezTo>
                    <a:cubicBezTo>
                      <a:pt x="27221" y="17559"/>
                      <a:pt x="25882" y="20804"/>
                      <a:pt x="23269" y="23413"/>
                    </a:cubicBezTo>
                    <a:cubicBezTo>
                      <a:pt x="20655" y="26021"/>
                      <a:pt x="17467" y="27357"/>
                      <a:pt x="13706" y="27357"/>
                    </a:cubicBezTo>
                    <a:cubicBezTo>
                      <a:pt x="9945" y="27357"/>
                      <a:pt x="6566" y="26021"/>
                      <a:pt x="3952" y="23413"/>
                    </a:cubicBezTo>
                    <a:close/>
                    <a:moveTo>
                      <a:pt x="24162" y="40972"/>
                    </a:moveTo>
                    <a:lnTo>
                      <a:pt x="24162" y="144038"/>
                    </a:lnTo>
                    <a:lnTo>
                      <a:pt x="2805" y="144038"/>
                    </a:lnTo>
                    <a:lnTo>
                      <a:pt x="2805" y="40972"/>
                    </a:lnTo>
                    <a:lnTo>
                      <a:pt x="24162" y="40972"/>
                    </a:lnTo>
                    <a:close/>
                  </a:path>
                </a:pathLst>
              </a:custGeom>
              <a:solidFill>
                <a:srgbClr val="FFFFFF"/>
              </a:solidFill>
              <a:ln w="6375" cap="flat">
                <a:noFill/>
                <a:prstDash val="solid"/>
                <a:miter/>
              </a:ln>
            </p:spPr>
            <p:txBody>
              <a:bodyPr rtlCol="0" anchor="ctr"/>
              <a:lstStyle/>
              <a:p>
                <a:endParaRPr lang="en-US"/>
              </a:p>
            </p:txBody>
          </p:sp>
          <p:sp>
            <p:nvSpPr>
              <p:cNvPr id="38" name="Freeform 37">
                <a:extLst>
                  <a:ext uri="{FF2B5EF4-FFF2-40B4-BE49-F238E27FC236}">
                    <a16:creationId xmlns:a16="http://schemas.microsoft.com/office/drawing/2014/main" id="{4638E19B-8BA1-6D4F-37E3-DA87779945F4}"/>
                  </a:ext>
                </a:extLst>
              </p:cNvPr>
              <p:cNvSpPr/>
              <p:nvPr/>
            </p:nvSpPr>
            <p:spPr>
              <a:xfrm>
                <a:off x="5973472" y="-1071377"/>
                <a:ext cx="106015" cy="106501"/>
              </a:xfrm>
              <a:custGeom>
                <a:avLst/>
                <a:gdLst>
                  <a:gd name="connsiteX0" fmla="*/ 6375 w 106015"/>
                  <a:gd name="connsiteY0" fmla="*/ 25258 h 106501"/>
                  <a:gd name="connsiteX1" fmla="*/ 23970 w 106015"/>
                  <a:gd name="connsiteY1" fmla="*/ 6617 h 106501"/>
                  <a:gd name="connsiteX2" fmla="*/ 48641 w 106015"/>
                  <a:gd name="connsiteY2" fmla="*/ 0 h 106501"/>
                  <a:gd name="connsiteX3" fmla="*/ 69934 w 106015"/>
                  <a:gd name="connsiteY3" fmla="*/ 4772 h 106501"/>
                  <a:gd name="connsiteX4" fmla="*/ 84469 w 106015"/>
                  <a:gd name="connsiteY4" fmla="*/ 16669 h 106501"/>
                  <a:gd name="connsiteX5" fmla="*/ 84469 w 106015"/>
                  <a:gd name="connsiteY5" fmla="*/ 1718 h 106501"/>
                  <a:gd name="connsiteX6" fmla="*/ 106016 w 106015"/>
                  <a:gd name="connsiteY6" fmla="*/ 1718 h 106501"/>
                  <a:gd name="connsiteX7" fmla="*/ 106016 w 106015"/>
                  <a:gd name="connsiteY7" fmla="*/ 104784 h 106501"/>
                  <a:gd name="connsiteX8" fmla="*/ 84469 w 106015"/>
                  <a:gd name="connsiteY8" fmla="*/ 104784 h 106501"/>
                  <a:gd name="connsiteX9" fmla="*/ 84469 w 106015"/>
                  <a:gd name="connsiteY9" fmla="*/ 89451 h 106501"/>
                  <a:gd name="connsiteX10" fmla="*/ 69679 w 106015"/>
                  <a:gd name="connsiteY10" fmla="*/ 101603 h 106501"/>
                  <a:gd name="connsiteX11" fmla="*/ 48322 w 106015"/>
                  <a:gd name="connsiteY11" fmla="*/ 106502 h 106501"/>
                  <a:gd name="connsiteX12" fmla="*/ 23970 w 106015"/>
                  <a:gd name="connsiteY12" fmla="*/ 99694 h 106501"/>
                  <a:gd name="connsiteX13" fmla="*/ 6438 w 106015"/>
                  <a:gd name="connsiteY13" fmla="*/ 80608 h 106501"/>
                  <a:gd name="connsiteX14" fmla="*/ 0 w 106015"/>
                  <a:gd name="connsiteY14" fmla="*/ 52806 h 106501"/>
                  <a:gd name="connsiteX15" fmla="*/ 6438 w 106015"/>
                  <a:gd name="connsiteY15" fmla="*/ 25321 h 106501"/>
                  <a:gd name="connsiteX16" fmla="*/ 80070 w 106015"/>
                  <a:gd name="connsiteY16" fmla="*/ 34610 h 106501"/>
                  <a:gd name="connsiteX17" fmla="*/ 68531 w 106015"/>
                  <a:gd name="connsiteY17" fmla="*/ 22649 h 106501"/>
                  <a:gd name="connsiteX18" fmla="*/ 53167 w 106015"/>
                  <a:gd name="connsiteY18" fmla="*/ 18514 h 106501"/>
                  <a:gd name="connsiteX19" fmla="*/ 37804 w 106015"/>
                  <a:gd name="connsiteY19" fmla="*/ 22522 h 106501"/>
                  <a:gd name="connsiteX20" fmla="*/ 26265 w 106015"/>
                  <a:gd name="connsiteY20" fmla="*/ 34292 h 106501"/>
                  <a:gd name="connsiteX21" fmla="*/ 21866 w 106015"/>
                  <a:gd name="connsiteY21" fmla="*/ 52742 h 106501"/>
                  <a:gd name="connsiteX22" fmla="*/ 26265 w 106015"/>
                  <a:gd name="connsiteY22" fmla="*/ 71447 h 106501"/>
                  <a:gd name="connsiteX23" fmla="*/ 37867 w 106015"/>
                  <a:gd name="connsiteY23" fmla="*/ 83726 h 106501"/>
                  <a:gd name="connsiteX24" fmla="*/ 53167 w 106015"/>
                  <a:gd name="connsiteY24" fmla="*/ 87925 h 106501"/>
                  <a:gd name="connsiteX25" fmla="*/ 68531 w 106015"/>
                  <a:gd name="connsiteY25" fmla="*/ 83789 h 106501"/>
                  <a:gd name="connsiteX26" fmla="*/ 80070 w 106015"/>
                  <a:gd name="connsiteY26" fmla="*/ 71701 h 106501"/>
                  <a:gd name="connsiteX27" fmla="*/ 84469 w 106015"/>
                  <a:gd name="connsiteY27" fmla="*/ 53060 h 106501"/>
                  <a:gd name="connsiteX28" fmla="*/ 80070 w 106015"/>
                  <a:gd name="connsiteY28" fmla="*/ 34546 h 10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6015" h="106501">
                    <a:moveTo>
                      <a:pt x="6375" y="25258"/>
                    </a:moveTo>
                    <a:cubicBezTo>
                      <a:pt x="10710" y="17305"/>
                      <a:pt x="16575" y="11070"/>
                      <a:pt x="23970" y="6617"/>
                    </a:cubicBezTo>
                    <a:cubicBezTo>
                      <a:pt x="31429" y="2163"/>
                      <a:pt x="39652" y="0"/>
                      <a:pt x="48641" y="0"/>
                    </a:cubicBezTo>
                    <a:cubicBezTo>
                      <a:pt x="56737" y="0"/>
                      <a:pt x="63877" y="1591"/>
                      <a:pt x="69934" y="4772"/>
                    </a:cubicBezTo>
                    <a:cubicBezTo>
                      <a:pt x="75990" y="7953"/>
                      <a:pt x="80835" y="11897"/>
                      <a:pt x="84469" y="16669"/>
                    </a:cubicBezTo>
                    <a:lnTo>
                      <a:pt x="84469" y="1718"/>
                    </a:lnTo>
                    <a:lnTo>
                      <a:pt x="106016" y="1718"/>
                    </a:lnTo>
                    <a:lnTo>
                      <a:pt x="106016" y="104784"/>
                    </a:lnTo>
                    <a:lnTo>
                      <a:pt x="84469" y="104784"/>
                    </a:lnTo>
                    <a:lnTo>
                      <a:pt x="84469" y="89451"/>
                    </a:lnTo>
                    <a:cubicBezTo>
                      <a:pt x="80835" y="94350"/>
                      <a:pt x="75926" y="98358"/>
                      <a:pt x="69679" y="101603"/>
                    </a:cubicBezTo>
                    <a:cubicBezTo>
                      <a:pt x="63431" y="104848"/>
                      <a:pt x="56291" y="106502"/>
                      <a:pt x="48322" y="106502"/>
                    </a:cubicBezTo>
                    <a:cubicBezTo>
                      <a:pt x="39461" y="106502"/>
                      <a:pt x="31301" y="104212"/>
                      <a:pt x="23970" y="99694"/>
                    </a:cubicBezTo>
                    <a:cubicBezTo>
                      <a:pt x="16575" y="95114"/>
                      <a:pt x="10773" y="88752"/>
                      <a:pt x="6438" y="80608"/>
                    </a:cubicBezTo>
                    <a:cubicBezTo>
                      <a:pt x="2103" y="72465"/>
                      <a:pt x="0" y="63176"/>
                      <a:pt x="0" y="52806"/>
                    </a:cubicBezTo>
                    <a:cubicBezTo>
                      <a:pt x="0" y="42435"/>
                      <a:pt x="2167" y="33274"/>
                      <a:pt x="6438" y="25321"/>
                    </a:cubicBezTo>
                    <a:close/>
                    <a:moveTo>
                      <a:pt x="80070" y="34610"/>
                    </a:moveTo>
                    <a:cubicBezTo>
                      <a:pt x="77137" y="29393"/>
                      <a:pt x="73313" y="25385"/>
                      <a:pt x="68531" y="22649"/>
                    </a:cubicBezTo>
                    <a:cubicBezTo>
                      <a:pt x="63750" y="19913"/>
                      <a:pt x="58650" y="18514"/>
                      <a:pt x="53167" y="18514"/>
                    </a:cubicBezTo>
                    <a:cubicBezTo>
                      <a:pt x="47685" y="18514"/>
                      <a:pt x="42521" y="19850"/>
                      <a:pt x="37804" y="22522"/>
                    </a:cubicBezTo>
                    <a:cubicBezTo>
                      <a:pt x="33086" y="25194"/>
                      <a:pt x="29197" y="29139"/>
                      <a:pt x="26265" y="34292"/>
                    </a:cubicBezTo>
                    <a:cubicBezTo>
                      <a:pt x="23332" y="39445"/>
                      <a:pt x="21866" y="45616"/>
                      <a:pt x="21866" y="52742"/>
                    </a:cubicBezTo>
                    <a:cubicBezTo>
                      <a:pt x="21866" y="59868"/>
                      <a:pt x="23332" y="66102"/>
                      <a:pt x="26265" y="71447"/>
                    </a:cubicBezTo>
                    <a:cubicBezTo>
                      <a:pt x="29197" y="76791"/>
                      <a:pt x="33086" y="80926"/>
                      <a:pt x="37867" y="83726"/>
                    </a:cubicBezTo>
                    <a:cubicBezTo>
                      <a:pt x="42648" y="86525"/>
                      <a:pt x="47749" y="87925"/>
                      <a:pt x="53167" y="87925"/>
                    </a:cubicBezTo>
                    <a:cubicBezTo>
                      <a:pt x="58586" y="87925"/>
                      <a:pt x="63813" y="86525"/>
                      <a:pt x="68531" y="83789"/>
                    </a:cubicBezTo>
                    <a:cubicBezTo>
                      <a:pt x="73249" y="81053"/>
                      <a:pt x="77137" y="77045"/>
                      <a:pt x="80070" y="71701"/>
                    </a:cubicBezTo>
                    <a:cubicBezTo>
                      <a:pt x="83002" y="66421"/>
                      <a:pt x="84469" y="60186"/>
                      <a:pt x="84469" y="53060"/>
                    </a:cubicBezTo>
                    <a:cubicBezTo>
                      <a:pt x="84469" y="45935"/>
                      <a:pt x="83002" y="39763"/>
                      <a:pt x="80070" y="34546"/>
                    </a:cubicBezTo>
                    <a:close/>
                  </a:path>
                </a:pathLst>
              </a:custGeom>
              <a:solidFill>
                <a:srgbClr val="FFFFFF"/>
              </a:solidFill>
              <a:ln w="6375"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7D6C09F4-C91B-8100-0BA4-9C2C1ACA9B22}"/>
                  </a:ext>
                </a:extLst>
              </p:cNvPr>
              <p:cNvSpPr/>
              <p:nvPr/>
            </p:nvSpPr>
            <p:spPr>
              <a:xfrm>
                <a:off x="6106136" y="-1105096"/>
                <a:ext cx="21356" cy="138439"/>
              </a:xfrm>
              <a:custGeom>
                <a:avLst/>
                <a:gdLst>
                  <a:gd name="connsiteX0" fmla="*/ 21356 w 21356"/>
                  <a:gd name="connsiteY0" fmla="*/ 0 h 138439"/>
                  <a:gd name="connsiteX1" fmla="*/ 21356 w 21356"/>
                  <a:gd name="connsiteY1" fmla="*/ 138440 h 138439"/>
                  <a:gd name="connsiteX2" fmla="*/ 0 w 21356"/>
                  <a:gd name="connsiteY2" fmla="*/ 138440 h 138439"/>
                  <a:gd name="connsiteX3" fmla="*/ 0 w 21356"/>
                  <a:gd name="connsiteY3" fmla="*/ 0 h 138439"/>
                  <a:gd name="connsiteX4" fmla="*/ 21356 w 21356"/>
                  <a:gd name="connsiteY4" fmla="*/ 0 h 13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56" h="138439">
                    <a:moveTo>
                      <a:pt x="21356" y="0"/>
                    </a:moveTo>
                    <a:lnTo>
                      <a:pt x="21356" y="138440"/>
                    </a:lnTo>
                    <a:lnTo>
                      <a:pt x="0" y="138440"/>
                    </a:lnTo>
                    <a:lnTo>
                      <a:pt x="0" y="0"/>
                    </a:lnTo>
                    <a:lnTo>
                      <a:pt x="21356" y="0"/>
                    </a:lnTo>
                    <a:close/>
                  </a:path>
                </a:pathLst>
              </a:custGeom>
              <a:solidFill>
                <a:srgbClr val="FFFFFF"/>
              </a:solidFill>
              <a:ln w="6375"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B8FB7EE9-B0CE-1AC5-60B9-B7B069F339CA}"/>
                  </a:ext>
                </a:extLst>
              </p:cNvPr>
              <p:cNvSpPr/>
              <p:nvPr/>
            </p:nvSpPr>
            <p:spPr>
              <a:xfrm>
                <a:off x="6190286" y="-1098416"/>
                <a:ext cx="91226" cy="133159"/>
              </a:xfrm>
              <a:custGeom>
                <a:avLst/>
                <a:gdLst>
                  <a:gd name="connsiteX0" fmla="*/ 22504 w 91226"/>
                  <a:gd name="connsiteY0" fmla="*/ 128515 h 133159"/>
                  <a:gd name="connsiteX1" fmla="*/ 5993 w 91226"/>
                  <a:gd name="connsiteY1" fmla="*/ 115536 h 133159"/>
                  <a:gd name="connsiteX2" fmla="*/ 0 w 91226"/>
                  <a:gd name="connsiteY2" fmla="*/ 95877 h 133159"/>
                  <a:gd name="connsiteX3" fmla="*/ 22886 w 91226"/>
                  <a:gd name="connsiteY3" fmla="*/ 95877 h 133159"/>
                  <a:gd name="connsiteX4" fmla="*/ 29516 w 91226"/>
                  <a:gd name="connsiteY4" fmla="*/ 109747 h 133159"/>
                  <a:gd name="connsiteX5" fmla="*/ 46092 w 91226"/>
                  <a:gd name="connsiteY5" fmla="*/ 115154 h 133159"/>
                  <a:gd name="connsiteX6" fmla="*/ 63368 w 91226"/>
                  <a:gd name="connsiteY6" fmla="*/ 109810 h 133159"/>
                  <a:gd name="connsiteX7" fmla="*/ 69551 w 91226"/>
                  <a:gd name="connsiteY7" fmla="*/ 96068 h 133159"/>
                  <a:gd name="connsiteX8" fmla="*/ 65726 w 91226"/>
                  <a:gd name="connsiteY8" fmla="*/ 85380 h 133159"/>
                  <a:gd name="connsiteX9" fmla="*/ 56164 w 91226"/>
                  <a:gd name="connsiteY9" fmla="*/ 79018 h 133159"/>
                  <a:gd name="connsiteX10" fmla="*/ 40290 w 91226"/>
                  <a:gd name="connsiteY10" fmla="*/ 74119 h 133159"/>
                  <a:gd name="connsiteX11" fmla="*/ 19571 w 91226"/>
                  <a:gd name="connsiteY11" fmla="*/ 67311 h 133159"/>
                  <a:gd name="connsiteX12" fmla="*/ 5993 w 91226"/>
                  <a:gd name="connsiteY12" fmla="*/ 56559 h 133159"/>
                  <a:gd name="connsiteX13" fmla="*/ 382 w 91226"/>
                  <a:gd name="connsiteY13" fmla="*/ 37091 h 133159"/>
                  <a:gd name="connsiteX14" fmla="*/ 5993 w 91226"/>
                  <a:gd name="connsiteY14" fmla="*/ 17432 h 133159"/>
                  <a:gd name="connsiteX15" fmla="*/ 21739 w 91226"/>
                  <a:gd name="connsiteY15" fmla="*/ 4517 h 133159"/>
                  <a:gd name="connsiteX16" fmla="*/ 45199 w 91226"/>
                  <a:gd name="connsiteY16" fmla="*/ 0 h 133159"/>
                  <a:gd name="connsiteX17" fmla="*/ 76245 w 91226"/>
                  <a:gd name="connsiteY17" fmla="*/ 9480 h 133159"/>
                  <a:gd name="connsiteX18" fmla="*/ 89632 w 91226"/>
                  <a:gd name="connsiteY18" fmla="*/ 35373 h 133159"/>
                  <a:gd name="connsiteX19" fmla="*/ 66045 w 91226"/>
                  <a:gd name="connsiteY19" fmla="*/ 35373 h 133159"/>
                  <a:gd name="connsiteX20" fmla="*/ 59288 w 91226"/>
                  <a:gd name="connsiteY20" fmla="*/ 23222 h 133159"/>
                  <a:gd name="connsiteX21" fmla="*/ 42968 w 91226"/>
                  <a:gd name="connsiteY21" fmla="*/ 18196 h 133159"/>
                  <a:gd name="connsiteX22" fmla="*/ 27986 w 91226"/>
                  <a:gd name="connsiteY22" fmla="*/ 22904 h 133159"/>
                  <a:gd name="connsiteX23" fmla="*/ 22185 w 91226"/>
                  <a:gd name="connsiteY23" fmla="*/ 36391 h 133159"/>
                  <a:gd name="connsiteX24" fmla="*/ 25819 w 91226"/>
                  <a:gd name="connsiteY24" fmla="*/ 46189 h 133159"/>
                  <a:gd name="connsiteX25" fmla="*/ 35126 w 91226"/>
                  <a:gd name="connsiteY25" fmla="*/ 52297 h 133159"/>
                  <a:gd name="connsiteX26" fmla="*/ 50490 w 91226"/>
                  <a:gd name="connsiteY26" fmla="*/ 57195 h 133159"/>
                  <a:gd name="connsiteX27" fmla="*/ 71592 w 91226"/>
                  <a:gd name="connsiteY27" fmla="*/ 64321 h 133159"/>
                  <a:gd name="connsiteX28" fmla="*/ 85489 w 91226"/>
                  <a:gd name="connsiteY28" fmla="*/ 75264 h 133159"/>
                  <a:gd name="connsiteX29" fmla="*/ 91226 w 91226"/>
                  <a:gd name="connsiteY29" fmla="*/ 94986 h 133159"/>
                  <a:gd name="connsiteX30" fmla="*/ 85871 w 91226"/>
                  <a:gd name="connsiteY30" fmla="*/ 113691 h 133159"/>
                  <a:gd name="connsiteX31" fmla="*/ 70316 w 91226"/>
                  <a:gd name="connsiteY31" fmla="*/ 127815 h 133159"/>
                  <a:gd name="connsiteX32" fmla="*/ 46219 w 91226"/>
                  <a:gd name="connsiteY32" fmla="*/ 133159 h 133159"/>
                  <a:gd name="connsiteX33" fmla="*/ 22632 w 91226"/>
                  <a:gd name="connsiteY33" fmla="*/ 128578 h 133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1226" h="133159">
                    <a:moveTo>
                      <a:pt x="22504" y="128515"/>
                    </a:moveTo>
                    <a:cubicBezTo>
                      <a:pt x="15491" y="125461"/>
                      <a:pt x="10009" y="121135"/>
                      <a:pt x="5993" y="115536"/>
                    </a:cubicBezTo>
                    <a:cubicBezTo>
                      <a:pt x="1976" y="109937"/>
                      <a:pt x="0" y="103384"/>
                      <a:pt x="0" y="95877"/>
                    </a:cubicBezTo>
                    <a:lnTo>
                      <a:pt x="22886" y="95877"/>
                    </a:lnTo>
                    <a:cubicBezTo>
                      <a:pt x="23397" y="101476"/>
                      <a:pt x="25628" y="106120"/>
                      <a:pt x="29516" y="109747"/>
                    </a:cubicBezTo>
                    <a:cubicBezTo>
                      <a:pt x="33469" y="113373"/>
                      <a:pt x="39015" y="115154"/>
                      <a:pt x="46092" y="115154"/>
                    </a:cubicBezTo>
                    <a:cubicBezTo>
                      <a:pt x="53168" y="115154"/>
                      <a:pt x="59224" y="113373"/>
                      <a:pt x="63368" y="109810"/>
                    </a:cubicBezTo>
                    <a:cubicBezTo>
                      <a:pt x="67511" y="106247"/>
                      <a:pt x="69551" y="101667"/>
                      <a:pt x="69551" y="96068"/>
                    </a:cubicBezTo>
                    <a:cubicBezTo>
                      <a:pt x="69551" y="91678"/>
                      <a:pt x="68276" y="88179"/>
                      <a:pt x="65726" y="85380"/>
                    </a:cubicBezTo>
                    <a:cubicBezTo>
                      <a:pt x="63176" y="82644"/>
                      <a:pt x="59989" y="80481"/>
                      <a:pt x="56164" y="79018"/>
                    </a:cubicBezTo>
                    <a:cubicBezTo>
                      <a:pt x="52339" y="77491"/>
                      <a:pt x="47048" y="75900"/>
                      <a:pt x="40290" y="74119"/>
                    </a:cubicBezTo>
                    <a:cubicBezTo>
                      <a:pt x="31812" y="71892"/>
                      <a:pt x="24863" y="69602"/>
                      <a:pt x="19571" y="67311"/>
                    </a:cubicBezTo>
                    <a:cubicBezTo>
                      <a:pt x="14280" y="65021"/>
                      <a:pt x="9754" y="61395"/>
                      <a:pt x="5993" y="56559"/>
                    </a:cubicBezTo>
                    <a:cubicBezTo>
                      <a:pt x="2231" y="51724"/>
                      <a:pt x="382" y="45235"/>
                      <a:pt x="382" y="37091"/>
                    </a:cubicBezTo>
                    <a:cubicBezTo>
                      <a:pt x="382" y="29584"/>
                      <a:pt x="2231" y="23031"/>
                      <a:pt x="5993" y="17432"/>
                    </a:cubicBezTo>
                    <a:cubicBezTo>
                      <a:pt x="9754" y="11834"/>
                      <a:pt x="14981" y="7507"/>
                      <a:pt x="21739" y="4517"/>
                    </a:cubicBezTo>
                    <a:cubicBezTo>
                      <a:pt x="28496" y="1527"/>
                      <a:pt x="36274" y="0"/>
                      <a:pt x="45199" y="0"/>
                    </a:cubicBezTo>
                    <a:cubicBezTo>
                      <a:pt x="57821" y="0"/>
                      <a:pt x="68149" y="3181"/>
                      <a:pt x="76245" y="9480"/>
                    </a:cubicBezTo>
                    <a:cubicBezTo>
                      <a:pt x="84278" y="15778"/>
                      <a:pt x="88804" y="24431"/>
                      <a:pt x="89632" y="35373"/>
                    </a:cubicBezTo>
                    <a:lnTo>
                      <a:pt x="66045" y="35373"/>
                    </a:lnTo>
                    <a:cubicBezTo>
                      <a:pt x="65663" y="30602"/>
                      <a:pt x="63431" y="26594"/>
                      <a:pt x="59288" y="23222"/>
                    </a:cubicBezTo>
                    <a:cubicBezTo>
                      <a:pt x="55144" y="19850"/>
                      <a:pt x="49725" y="18196"/>
                      <a:pt x="42968" y="18196"/>
                    </a:cubicBezTo>
                    <a:cubicBezTo>
                      <a:pt x="36848" y="18196"/>
                      <a:pt x="31812" y="19786"/>
                      <a:pt x="27986" y="22904"/>
                    </a:cubicBezTo>
                    <a:cubicBezTo>
                      <a:pt x="24162" y="26021"/>
                      <a:pt x="22185" y="30538"/>
                      <a:pt x="22185" y="36391"/>
                    </a:cubicBezTo>
                    <a:cubicBezTo>
                      <a:pt x="22185" y="40399"/>
                      <a:pt x="23397" y="43644"/>
                      <a:pt x="25819" y="46189"/>
                    </a:cubicBezTo>
                    <a:cubicBezTo>
                      <a:pt x="28241" y="48734"/>
                      <a:pt x="31365" y="50770"/>
                      <a:pt x="35126" y="52297"/>
                    </a:cubicBezTo>
                    <a:cubicBezTo>
                      <a:pt x="38888" y="53824"/>
                      <a:pt x="43988" y="55414"/>
                      <a:pt x="50490" y="57195"/>
                    </a:cubicBezTo>
                    <a:cubicBezTo>
                      <a:pt x="59096" y="59549"/>
                      <a:pt x="66173" y="61967"/>
                      <a:pt x="71592" y="64321"/>
                    </a:cubicBezTo>
                    <a:cubicBezTo>
                      <a:pt x="77010" y="66675"/>
                      <a:pt x="81664" y="70365"/>
                      <a:pt x="85489" y="75264"/>
                    </a:cubicBezTo>
                    <a:cubicBezTo>
                      <a:pt x="89314" y="80163"/>
                      <a:pt x="91226" y="86779"/>
                      <a:pt x="91226" y="94986"/>
                    </a:cubicBezTo>
                    <a:cubicBezTo>
                      <a:pt x="91226" y="101603"/>
                      <a:pt x="89441" y="107838"/>
                      <a:pt x="85871" y="113691"/>
                    </a:cubicBezTo>
                    <a:cubicBezTo>
                      <a:pt x="82301" y="119544"/>
                      <a:pt x="77138" y="124252"/>
                      <a:pt x="70316" y="127815"/>
                    </a:cubicBezTo>
                    <a:cubicBezTo>
                      <a:pt x="63495" y="131378"/>
                      <a:pt x="55463" y="133159"/>
                      <a:pt x="46219" y="133159"/>
                    </a:cubicBezTo>
                    <a:cubicBezTo>
                      <a:pt x="37485" y="133159"/>
                      <a:pt x="29580" y="131632"/>
                      <a:pt x="22632" y="128578"/>
                    </a:cubicBezTo>
                    <a:close/>
                  </a:path>
                </a:pathLst>
              </a:custGeom>
              <a:solidFill>
                <a:srgbClr val="FFFFFF"/>
              </a:solidFill>
              <a:ln w="6375"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CEA1AFDE-F917-CE1A-830D-FBE27BBCFA7A}"/>
                  </a:ext>
                </a:extLst>
              </p:cNvPr>
              <p:cNvSpPr/>
              <p:nvPr/>
            </p:nvSpPr>
            <p:spPr>
              <a:xfrm>
                <a:off x="6297067" y="-1071377"/>
                <a:ext cx="101745" cy="106501"/>
              </a:xfrm>
              <a:custGeom>
                <a:avLst/>
                <a:gdLst>
                  <a:gd name="connsiteX0" fmla="*/ 100980 w 101745"/>
                  <a:gd name="connsiteY0" fmla="*/ 61140 h 106501"/>
                  <a:gd name="connsiteX1" fmla="*/ 22058 w 101745"/>
                  <a:gd name="connsiteY1" fmla="*/ 61140 h 106501"/>
                  <a:gd name="connsiteX2" fmla="*/ 31238 w 101745"/>
                  <a:gd name="connsiteY2" fmla="*/ 80990 h 106501"/>
                  <a:gd name="connsiteX3" fmla="*/ 51510 w 101745"/>
                  <a:gd name="connsiteY3" fmla="*/ 88497 h 106501"/>
                  <a:gd name="connsiteX4" fmla="*/ 75863 w 101745"/>
                  <a:gd name="connsiteY4" fmla="*/ 74119 h 106501"/>
                  <a:gd name="connsiteX5" fmla="*/ 98940 w 101745"/>
                  <a:gd name="connsiteY5" fmla="*/ 74119 h 106501"/>
                  <a:gd name="connsiteX6" fmla="*/ 81983 w 101745"/>
                  <a:gd name="connsiteY6" fmla="*/ 97404 h 106501"/>
                  <a:gd name="connsiteX7" fmla="*/ 51510 w 101745"/>
                  <a:gd name="connsiteY7" fmla="*/ 106502 h 106501"/>
                  <a:gd name="connsiteX8" fmla="*/ 24990 w 101745"/>
                  <a:gd name="connsiteY8" fmla="*/ 99885 h 106501"/>
                  <a:gd name="connsiteX9" fmla="*/ 6630 w 101745"/>
                  <a:gd name="connsiteY9" fmla="*/ 81181 h 106501"/>
                  <a:gd name="connsiteX10" fmla="*/ 0 w 101745"/>
                  <a:gd name="connsiteY10" fmla="*/ 53187 h 106501"/>
                  <a:gd name="connsiteX11" fmla="*/ 6439 w 101745"/>
                  <a:gd name="connsiteY11" fmla="*/ 25194 h 106501"/>
                  <a:gd name="connsiteX12" fmla="*/ 24608 w 101745"/>
                  <a:gd name="connsiteY12" fmla="*/ 6553 h 106501"/>
                  <a:gd name="connsiteX13" fmla="*/ 51510 w 101745"/>
                  <a:gd name="connsiteY13" fmla="*/ 0 h 106501"/>
                  <a:gd name="connsiteX14" fmla="*/ 77584 w 101745"/>
                  <a:gd name="connsiteY14" fmla="*/ 6362 h 106501"/>
                  <a:gd name="connsiteX15" fmla="*/ 95370 w 101745"/>
                  <a:gd name="connsiteY15" fmla="*/ 24240 h 106501"/>
                  <a:gd name="connsiteX16" fmla="*/ 101745 w 101745"/>
                  <a:gd name="connsiteY16" fmla="*/ 50706 h 106501"/>
                  <a:gd name="connsiteX17" fmla="*/ 100980 w 101745"/>
                  <a:gd name="connsiteY17" fmla="*/ 61204 h 106501"/>
                  <a:gd name="connsiteX18" fmla="*/ 79433 w 101745"/>
                  <a:gd name="connsiteY18" fmla="*/ 43962 h 106501"/>
                  <a:gd name="connsiteX19" fmla="*/ 71018 w 101745"/>
                  <a:gd name="connsiteY19" fmla="*/ 25067 h 106501"/>
                  <a:gd name="connsiteX20" fmla="*/ 50554 w 101745"/>
                  <a:gd name="connsiteY20" fmla="*/ 17941 h 106501"/>
                  <a:gd name="connsiteX21" fmla="*/ 31620 w 101745"/>
                  <a:gd name="connsiteY21" fmla="*/ 24940 h 106501"/>
                  <a:gd name="connsiteX22" fmla="*/ 22249 w 101745"/>
                  <a:gd name="connsiteY22" fmla="*/ 43962 h 106501"/>
                  <a:gd name="connsiteX23" fmla="*/ 79433 w 101745"/>
                  <a:gd name="connsiteY23" fmla="*/ 43962 h 10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1745" h="106501">
                    <a:moveTo>
                      <a:pt x="100980" y="61140"/>
                    </a:moveTo>
                    <a:lnTo>
                      <a:pt x="22058" y="61140"/>
                    </a:lnTo>
                    <a:cubicBezTo>
                      <a:pt x="22695" y="69347"/>
                      <a:pt x="25755" y="75964"/>
                      <a:pt x="31238" y="80990"/>
                    </a:cubicBezTo>
                    <a:cubicBezTo>
                      <a:pt x="36720" y="85952"/>
                      <a:pt x="43478" y="88497"/>
                      <a:pt x="51510" y="88497"/>
                    </a:cubicBezTo>
                    <a:cubicBezTo>
                      <a:pt x="62985" y="88497"/>
                      <a:pt x="71145" y="83662"/>
                      <a:pt x="75863" y="74119"/>
                    </a:cubicBezTo>
                    <a:lnTo>
                      <a:pt x="98940" y="74119"/>
                    </a:lnTo>
                    <a:cubicBezTo>
                      <a:pt x="95816" y="83598"/>
                      <a:pt x="90143" y="91360"/>
                      <a:pt x="81983" y="97404"/>
                    </a:cubicBezTo>
                    <a:cubicBezTo>
                      <a:pt x="73823" y="103448"/>
                      <a:pt x="63623" y="106502"/>
                      <a:pt x="51510" y="106502"/>
                    </a:cubicBezTo>
                    <a:cubicBezTo>
                      <a:pt x="41629" y="106502"/>
                      <a:pt x="32768" y="104275"/>
                      <a:pt x="24990" y="99885"/>
                    </a:cubicBezTo>
                    <a:cubicBezTo>
                      <a:pt x="17149" y="95432"/>
                      <a:pt x="11029" y="89197"/>
                      <a:pt x="6630" y="81181"/>
                    </a:cubicBezTo>
                    <a:cubicBezTo>
                      <a:pt x="2168" y="73164"/>
                      <a:pt x="0" y="63812"/>
                      <a:pt x="0" y="53187"/>
                    </a:cubicBezTo>
                    <a:cubicBezTo>
                      <a:pt x="0" y="42563"/>
                      <a:pt x="2168" y="33274"/>
                      <a:pt x="6439" y="25194"/>
                    </a:cubicBezTo>
                    <a:cubicBezTo>
                      <a:pt x="10710" y="17114"/>
                      <a:pt x="16830" y="10943"/>
                      <a:pt x="24608" y="6553"/>
                    </a:cubicBezTo>
                    <a:cubicBezTo>
                      <a:pt x="32449" y="2163"/>
                      <a:pt x="41374" y="0"/>
                      <a:pt x="51510" y="0"/>
                    </a:cubicBezTo>
                    <a:cubicBezTo>
                      <a:pt x="61647" y="0"/>
                      <a:pt x="69934" y="2100"/>
                      <a:pt x="77584" y="6362"/>
                    </a:cubicBezTo>
                    <a:cubicBezTo>
                      <a:pt x="85234" y="10625"/>
                      <a:pt x="91163" y="16542"/>
                      <a:pt x="95370" y="24240"/>
                    </a:cubicBezTo>
                    <a:cubicBezTo>
                      <a:pt x="99641" y="31938"/>
                      <a:pt x="101745" y="40718"/>
                      <a:pt x="101745" y="50706"/>
                    </a:cubicBezTo>
                    <a:cubicBezTo>
                      <a:pt x="101745" y="54587"/>
                      <a:pt x="101490" y="58086"/>
                      <a:pt x="100980" y="61204"/>
                    </a:cubicBezTo>
                    <a:close/>
                    <a:moveTo>
                      <a:pt x="79433" y="43962"/>
                    </a:moveTo>
                    <a:cubicBezTo>
                      <a:pt x="79305" y="36073"/>
                      <a:pt x="76500" y="29838"/>
                      <a:pt x="71018" y="25067"/>
                    </a:cubicBezTo>
                    <a:cubicBezTo>
                      <a:pt x="65535" y="20295"/>
                      <a:pt x="58714" y="17941"/>
                      <a:pt x="50554" y="17941"/>
                    </a:cubicBezTo>
                    <a:cubicBezTo>
                      <a:pt x="43159" y="17941"/>
                      <a:pt x="36848" y="20295"/>
                      <a:pt x="31620" y="24940"/>
                    </a:cubicBezTo>
                    <a:cubicBezTo>
                      <a:pt x="26393" y="29584"/>
                      <a:pt x="23269" y="35946"/>
                      <a:pt x="22249" y="43962"/>
                    </a:cubicBezTo>
                    <a:lnTo>
                      <a:pt x="79433" y="43962"/>
                    </a:lnTo>
                    <a:close/>
                  </a:path>
                </a:pathLst>
              </a:custGeom>
              <a:solidFill>
                <a:srgbClr val="FFFFFF"/>
              </a:solidFill>
              <a:ln w="6375"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9EB3F559-F327-217B-FDDD-CF481CCBED3A}"/>
                  </a:ext>
                </a:extLst>
              </p:cNvPr>
              <p:cNvSpPr/>
              <p:nvPr/>
            </p:nvSpPr>
            <p:spPr>
              <a:xfrm>
                <a:off x="6420041" y="-1071377"/>
                <a:ext cx="52275" cy="104784"/>
              </a:xfrm>
              <a:custGeom>
                <a:avLst/>
                <a:gdLst>
                  <a:gd name="connsiteX0" fmla="*/ 33787 w 52275"/>
                  <a:gd name="connsiteY0" fmla="*/ 4390 h 104784"/>
                  <a:gd name="connsiteX1" fmla="*/ 52275 w 52275"/>
                  <a:gd name="connsiteY1" fmla="*/ 0 h 104784"/>
                  <a:gd name="connsiteX2" fmla="*/ 52275 w 52275"/>
                  <a:gd name="connsiteY2" fmla="*/ 22077 h 104784"/>
                  <a:gd name="connsiteX3" fmla="*/ 46856 w 52275"/>
                  <a:gd name="connsiteY3" fmla="*/ 22077 h 104784"/>
                  <a:gd name="connsiteX4" fmla="*/ 27795 w 52275"/>
                  <a:gd name="connsiteY4" fmla="*/ 28439 h 104784"/>
                  <a:gd name="connsiteX5" fmla="*/ 21356 w 52275"/>
                  <a:gd name="connsiteY5" fmla="*/ 50515 h 104784"/>
                  <a:gd name="connsiteX6" fmla="*/ 21356 w 52275"/>
                  <a:gd name="connsiteY6" fmla="*/ 104784 h 104784"/>
                  <a:gd name="connsiteX7" fmla="*/ 0 w 52275"/>
                  <a:gd name="connsiteY7" fmla="*/ 104784 h 104784"/>
                  <a:gd name="connsiteX8" fmla="*/ 0 w 52275"/>
                  <a:gd name="connsiteY8" fmla="*/ 1718 h 104784"/>
                  <a:gd name="connsiteX9" fmla="*/ 21356 w 52275"/>
                  <a:gd name="connsiteY9" fmla="*/ 1718 h 104784"/>
                  <a:gd name="connsiteX10" fmla="*/ 21356 w 52275"/>
                  <a:gd name="connsiteY10" fmla="*/ 16669 h 104784"/>
                  <a:gd name="connsiteX11" fmla="*/ 33851 w 52275"/>
                  <a:gd name="connsiteY11" fmla="*/ 4390 h 10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275" h="104784">
                    <a:moveTo>
                      <a:pt x="33787" y="4390"/>
                    </a:moveTo>
                    <a:cubicBezTo>
                      <a:pt x="38951" y="1463"/>
                      <a:pt x="45135" y="0"/>
                      <a:pt x="52275" y="0"/>
                    </a:cubicBezTo>
                    <a:lnTo>
                      <a:pt x="52275" y="22077"/>
                    </a:lnTo>
                    <a:lnTo>
                      <a:pt x="46856" y="22077"/>
                    </a:lnTo>
                    <a:cubicBezTo>
                      <a:pt x="38505" y="22077"/>
                      <a:pt x="32130" y="24176"/>
                      <a:pt x="27795" y="28439"/>
                    </a:cubicBezTo>
                    <a:cubicBezTo>
                      <a:pt x="23460" y="32701"/>
                      <a:pt x="21356" y="40018"/>
                      <a:pt x="21356" y="50515"/>
                    </a:cubicBezTo>
                    <a:lnTo>
                      <a:pt x="21356" y="104784"/>
                    </a:lnTo>
                    <a:lnTo>
                      <a:pt x="0" y="104784"/>
                    </a:lnTo>
                    <a:lnTo>
                      <a:pt x="0" y="1718"/>
                    </a:lnTo>
                    <a:lnTo>
                      <a:pt x="21356" y="1718"/>
                    </a:lnTo>
                    <a:lnTo>
                      <a:pt x="21356" y="16669"/>
                    </a:lnTo>
                    <a:cubicBezTo>
                      <a:pt x="24480" y="11452"/>
                      <a:pt x="28624" y="7316"/>
                      <a:pt x="33851" y="4390"/>
                    </a:cubicBezTo>
                    <a:close/>
                  </a:path>
                </a:pathLst>
              </a:custGeom>
              <a:solidFill>
                <a:srgbClr val="FFFFFF"/>
              </a:solidFill>
              <a:ln w="6375" cap="flat">
                <a:no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E6BCD00E-6276-E121-EA42-48B9B117EBB5}"/>
                  </a:ext>
                </a:extLst>
              </p:cNvPr>
              <p:cNvSpPr/>
              <p:nvPr/>
            </p:nvSpPr>
            <p:spPr>
              <a:xfrm>
                <a:off x="6483663" y="-1069659"/>
                <a:ext cx="104103" cy="103066"/>
              </a:xfrm>
              <a:custGeom>
                <a:avLst/>
                <a:gdLst>
                  <a:gd name="connsiteX0" fmla="*/ 52147 w 104103"/>
                  <a:gd name="connsiteY0" fmla="*/ 83980 h 103066"/>
                  <a:gd name="connsiteX1" fmla="*/ 81408 w 104103"/>
                  <a:gd name="connsiteY1" fmla="*/ 0 h 103066"/>
                  <a:gd name="connsiteX2" fmla="*/ 104104 w 104103"/>
                  <a:gd name="connsiteY2" fmla="*/ 0 h 103066"/>
                  <a:gd name="connsiteX3" fmla="*/ 64706 w 104103"/>
                  <a:gd name="connsiteY3" fmla="*/ 103066 h 103066"/>
                  <a:gd name="connsiteX4" fmla="*/ 39206 w 104103"/>
                  <a:gd name="connsiteY4" fmla="*/ 103066 h 103066"/>
                  <a:gd name="connsiteX5" fmla="*/ 0 w 104103"/>
                  <a:gd name="connsiteY5" fmla="*/ 0 h 103066"/>
                  <a:gd name="connsiteX6" fmla="*/ 22886 w 104103"/>
                  <a:gd name="connsiteY6" fmla="*/ 0 h 103066"/>
                  <a:gd name="connsiteX7" fmla="*/ 52147 w 104103"/>
                  <a:gd name="connsiteY7" fmla="*/ 83980 h 103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103" h="103066">
                    <a:moveTo>
                      <a:pt x="52147" y="83980"/>
                    </a:moveTo>
                    <a:lnTo>
                      <a:pt x="81408" y="0"/>
                    </a:lnTo>
                    <a:lnTo>
                      <a:pt x="104104" y="0"/>
                    </a:lnTo>
                    <a:lnTo>
                      <a:pt x="64706" y="103066"/>
                    </a:lnTo>
                    <a:lnTo>
                      <a:pt x="39206" y="103066"/>
                    </a:lnTo>
                    <a:lnTo>
                      <a:pt x="0" y="0"/>
                    </a:lnTo>
                    <a:lnTo>
                      <a:pt x="22886" y="0"/>
                    </a:lnTo>
                    <a:lnTo>
                      <a:pt x="52147" y="83980"/>
                    </a:lnTo>
                    <a:close/>
                  </a:path>
                </a:pathLst>
              </a:custGeom>
              <a:solidFill>
                <a:srgbClr val="FFFFFF"/>
              </a:solidFill>
              <a:ln w="6375" cap="flat">
                <a:noFill/>
                <a:prstDash val="solid"/>
                <a:miter/>
              </a:ln>
            </p:spPr>
            <p:txBody>
              <a:bodyPr rtlCol="0" anchor="ctr"/>
              <a:lstStyle/>
              <a:p>
                <a:endParaRPr lang="en-US"/>
              </a:p>
            </p:txBody>
          </p:sp>
          <p:sp>
            <p:nvSpPr>
              <p:cNvPr id="44" name="Freeform 43">
                <a:extLst>
                  <a:ext uri="{FF2B5EF4-FFF2-40B4-BE49-F238E27FC236}">
                    <a16:creationId xmlns:a16="http://schemas.microsoft.com/office/drawing/2014/main" id="{558AAE17-0081-3B22-A3F9-EA1B41689839}"/>
                  </a:ext>
                </a:extLst>
              </p:cNvPr>
              <p:cNvSpPr/>
              <p:nvPr/>
            </p:nvSpPr>
            <p:spPr>
              <a:xfrm>
                <a:off x="6600326" y="-1110695"/>
                <a:ext cx="27221" cy="144038"/>
              </a:xfrm>
              <a:custGeom>
                <a:avLst/>
                <a:gdLst>
                  <a:gd name="connsiteX0" fmla="*/ 3952 w 27221"/>
                  <a:gd name="connsiteY0" fmla="*/ 23413 h 144038"/>
                  <a:gd name="connsiteX1" fmla="*/ 0 w 27221"/>
                  <a:gd name="connsiteY1" fmla="*/ 13679 h 144038"/>
                  <a:gd name="connsiteX2" fmla="*/ 3952 w 27221"/>
                  <a:gd name="connsiteY2" fmla="*/ 3944 h 144038"/>
                  <a:gd name="connsiteX3" fmla="*/ 13706 w 27221"/>
                  <a:gd name="connsiteY3" fmla="*/ 0 h 144038"/>
                  <a:gd name="connsiteX4" fmla="*/ 23269 w 27221"/>
                  <a:gd name="connsiteY4" fmla="*/ 3944 h 144038"/>
                  <a:gd name="connsiteX5" fmla="*/ 27221 w 27221"/>
                  <a:gd name="connsiteY5" fmla="*/ 13679 h 144038"/>
                  <a:gd name="connsiteX6" fmla="*/ 23269 w 27221"/>
                  <a:gd name="connsiteY6" fmla="*/ 23413 h 144038"/>
                  <a:gd name="connsiteX7" fmla="*/ 13706 w 27221"/>
                  <a:gd name="connsiteY7" fmla="*/ 27357 h 144038"/>
                  <a:gd name="connsiteX8" fmla="*/ 3952 w 27221"/>
                  <a:gd name="connsiteY8" fmla="*/ 23413 h 144038"/>
                  <a:gd name="connsiteX9" fmla="*/ 24162 w 27221"/>
                  <a:gd name="connsiteY9" fmla="*/ 40972 h 144038"/>
                  <a:gd name="connsiteX10" fmla="*/ 24162 w 27221"/>
                  <a:gd name="connsiteY10" fmla="*/ 144038 h 144038"/>
                  <a:gd name="connsiteX11" fmla="*/ 2805 w 27221"/>
                  <a:gd name="connsiteY11" fmla="*/ 144038 h 144038"/>
                  <a:gd name="connsiteX12" fmla="*/ 2805 w 27221"/>
                  <a:gd name="connsiteY12" fmla="*/ 40972 h 144038"/>
                  <a:gd name="connsiteX13" fmla="*/ 24162 w 27221"/>
                  <a:gd name="connsiteY13" fmla="*/ 40972 h 144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221" h="144038">
                    <a:moveTo>
                      <a:pt x="3952" y="23413"/>
                    </a:moveTo>
                    <a:cubicBezTo>
                      <a:pt x="1339" y="20804"/>
                      <a:pt x="0" y="17559"/>
                      <a:pt x="0" y="13679"/>
                    </a:cubicBezTo>
                    <a:cubicBezTo>
                      <a:pt x="0" y="9798"/>
                      <a:pt x="1339" y="6553"/>
                      <a:pt x="3952" y="3944"/>
                    </a:cubicBezTo>
                    <a:cubicBezTo>
                      <a:pt x="6566" y="1336"/>
                      <a:pt x="9818" y="0"/>
                      <a:pt x="13706" y="0"/>
                    </a:cubicBezTo>
                    <a:cubicBezTo>
                      <a:pt x="17595" y="0"/>
                      <a:pt x="20655" y="1336"/>
                      <a:pt x="23269" y="3944"/>
                    </a:cubicBezTo>
                    <a:cubicBezTo>
                      <a:pt x="25883" y="6553"/>
                      <a:pt x="27221" y="9798"/>
                      <a:pt x="27221" y="13679"/>
                    </a:cubicBezTo>
                    <a:cubicBezTo>
                      <a:pt x="27221" y="17559"/>
                      <a:pt x="25883" y="20804"/>
                      <a:pt x="23269" y="23413"/>
                    </a:cubicBezTo>
                    <a:cubicBezTo>
                      <a:pt x="20655" y="26021"/>
                      <a:pt x="17467" y="27357"/>
                      <a:pt x="13706" y="27357"/>
                    </a:cubicBezTo>
                    <a:cubicBezTo>
                      <a:pt x="9945" y="27357"/>
                      <a:pt x="6566" y="26021"/>
                      <a:pt x="3952" y="23413"/>
                    </a:cubicBezTo>
                    <a:close/>
                    <a:moveTo>
                      <a:pt x="24162" y="40972"/>
                    </a:moveTo>
                    <a:lnTo>
                      <a:pt x="24162" y="144038"/>
                    </a:lnTo>
                    <a:lnTo>
                      <a:pt x="2805" y="144038"/>
                    </a:lnTo>
                    <a:lnTo>
                      <a:pt x="2805" y="40972"/>
                    </a:lnTo>
                    <a:lnTo>
                      <a:pt x="24162" y="40972"/>
                    </a:lnTo>
                    <a:close/>
                  </a:path>
                </a:pathLst>
              </a:custGeom>
              <a:solidFill>
                <a:srgbClr val="FFFFFF"/>
              </a:solidFill>
              <a:ln w="6375" cap="flat">
                <a:noFill/>
                <a:prstDash val="solid"/>
                <a:miter/>
              </a:ln>
            </p:spPr>
            <p:txBody>
              <a:bodyPr rtlCol="0" anchor="ctr"/>
              <a:lstStyle/>
              <a:p>
                <a:endParaRPr lang="en-US"/>
              </a:p>
            </p:txBody>
          </p:sp>
          <p:sp>
            <p:nvSpPr>
              <p:cNvPr id="45" name="Freeform 44">
                <a:extLst>
                  <a:ext uri="{FF2B5EF4-FFF2-40B4-BE49-F238E27FC236}">
                    <a16:creationId xmlns:a16="http://schemas.microsoft.com/office/drawing/2014/main" id="{907A7036-6E53-DAFA-D3CA-80F7DB3A1F61}"/>
                  </a:ext>
                </a:extLst>
              </p:cNvPr>
              <p:cNvSpPr/>
              <p:nvPr/>
            </p:nvSpPr>
            <p:spPr>
              <a:xfrm>
                <a:off x="6644951" y="-1071440"/>
                <a:ext cx="98238" cy="106565"/>
              </a:xfrm>
              <a:custGeom>
                <a:avLst/>
                <a:gdLst>
                  <a:gd name="connsiteX0" fmla="*/ 6439 w 98238"/>
                  <a:gd name="connsiteY0" fmla="*/ 25194 h 106565"/>
                  <a:gd name="connsiteX1" fmla="*/ 24353 w 98238"/>
                  <a:gd name="connsiteY1" fmla="*/ 6553 h 106565"/>
                  <a:gd name="connsiteX2" fmla="*/ 50618 w 98238"/>
                  <a:gd name="connsiteY2" fmla="*/ 0 h 106565"/>
                  <a:gd name="connsiteX3" fmla="*/ 81664 w 98238"/>
                  <a:gd name="connsiteY3" fmla="*/ 8907 h 106565"/>
                  <a:gd name="connsiteX4" fmla="*/ 98239 w 98238"/>
                  <a:gd name="connsiteY4" fmla="*/ 34292 h 106565"/>
                  <a:gd name="connsiteX5" fmla="*/ 75162 w 98238"/>
                  <a:gd name="connsiteY5" fmla="*/ 34292 h 106565"/>
                  <a:gd name="connsiteX6" fmla="*/ 66173 w 98238"/>
                  <a:gd name="connsiteY6" fmla="*/ 22331 h 106565"/>
                  <a:gd name="connsiteX7" fmla="*/ 50618 w 98238"/>
                  <a:gd name="connsiteY7" fmla="*/ 18005 h 106565"/>
                  <a:gd name="connsiteX8" fmla="*/ 29708 w 98238"/>
                  <a:gd name="connsiteY8" fmla="*/ 27293 h 106565"/>
                  <a:gd name="connsiteX9" fmla="*/ 21930 w 98238"/>
                  <a:gd name="connsiteY9" fmla="*/ 53187 h 106565"/>
                  <a:gd name="connsiteX10" fmla="*/ 29708 w 98238"/>
                  <a:gd name="connsiteY10" fmla="*/ 79208 h 106565"/>
                  <a:gd name="connsiteX11" fmla="*/ 50618 w 98238"/>
                  <a:gd name="connsiteY11" fmla="*/ 88561 h 106565"/>
                  <a:gd name="connsiteX12" fmla="*/ 75162 w 98238"/>
                  <a:gd name="connsiteY12" fmla="*/ 72274 h 106565"/>
                  <a:gd name="connsiteX13" fmla="*/ 98239 w 98238"/>
                  <a:gd name="connsiteY13" fmla="*/ 72274 h 106565"/>
                  <a:gd name="connsiteX14" fmla="*/ 81345 w 98238"/>
                  <a:gd name="connsiteY14" fmla="*/ 97277 h 106565"/>
                  <a:gd name="connsiteX15" fmla="*/ 50618 w 98238"/>
                  <a:gd name="connsiteY15" fmla="*/ 106565 h 106565"/>
                  <a:gd name="connsiteX16" fmla="*/ 24353 w 98238"/>
                  <a:gd name="connsiteY16" fmla="*/ 99949 h 106565"/>
                  <a:gd name="connsiteX17" fmla="*/ 6439 w 98238"/>
                  <a:gd name="connsiteY17" fmla="*/ 81244 h 106565"/>
                  <a:gd name="connsiteX18" fmla="*/ 0 w 98238"/>
                  <a:gd name="connsiteY18" fmla="*/ 53251 h 106565"/>
                  <a:gd name="connsiteX19" fmla="*/ 6439 w 98238"/>
                  <a:gd name="connsiteY19" fmla="*/ 25258 h 10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238" h="106565">
                    <a:moveTo>
                      <a:pt x="6439" y="25194"/>
                    </a:moveTo>
                    <a:cubicBezTo>
                      <a:pt x="10774" y="17178"/>
                      <a:pt x="16702" y="10943"/>
                      <a:pt x="24353" y="6553"/>
                    </a:cubicBezTo>
                    <a:cubicBezTo>
                      <a:pt x="32003" y="2163"/>
                      <a:pt x="40736" y="0"/>
                      <a:pt x="50618" y="0"/>
                    </a:cubicBezTo>
                    <a:cubicBezTo>
                      <a:pt x="63113" y="0"/>
                      <a:pt x="73440" y="2990"/>
                      <a:pt x="81664" y="8907"/>
                    </a:cubicBezTo>
                    <a:cubicBezTo>
                      <a:pt x="89824" y="14824"/>
                      <a:pt x="95370" y="23285"/>
                      <a:pt x="98239" y="34292"/>
                    </a:cubicBezTo>
                    <a:lnTo>
                      <a:pt x="75162" y="34292"/>
                    </a:lnTo>
                    <a:cubicBezTo>
                      <a:pt x="73313" y="29202"/>
                      <a:pt x="70316" y="25194"/>
                      <a:pt x="66173" y="22331"/>
                    </a:cubicBezTo>
                    <a:cubicBezTo>
                      <a:pt x="62029" y="19468"/>
                      <a:pt x="56865" y="18005"/>
                      <a:pt x="50618" y="18005"/>
                    </a:cubicBezTo>
                    <a:cubicBezTo>
                      <a:pt x="41884" y="18005"/>
                      <a:pt x="34871" y="21059"/>
                      <a:pt x="29708" y="27293"/>
                    </a:cubicBezTo>
                    <a:cubicBezTo>
                      <a:pt x="24544" y="33465"/>
                      <a:pt x="21930" y="42117"/>
                      <a:pt x="21930" y="53187"/>
                    </a:cubicBezTo>
                    <a:cubicBezTo>
                      <a:pt x="21930" y="64257"/>
                      <a:pt x="24544" y="72974"/>
                      <a:pt x="29708" y="79208"/>
                    </a:cubicBezTo>
                    <a:cubicBezTo>
                      <a:pt x="34871" y="85443"/>
                      <a:pt x="41884" y="88561"/>
                      <a:pt x="50618" y="88561"/>
                    </a:cubicBezTo>
                    <a:cubicBezTo>
                      <a:pt x="62985" y="88561"/>
                      <a:pt x="71209" y="83153"/>
                      <a:pt x="75162" y="72274"/>
                    </a:cubicBezTo>
                    <a:lnTo>
                      <a:pt x="98239" y="72274"/>
                    </a:lnTo>
                    <a:cubicBezTo>
                      <a:pt x="95243" y="82771"/>
                      <a:pt x="89633" y="91106"/>
                      <a:pt x="81345" y="97277"/>
                    </a:cubicBezTo>
                    <a:cubicBezTo>
                      <a:pt x="73057" y="103448"/>
                      <a:pt x="62857" y="106565"/>
                      <a:pt x="50618" y="106565"/>
                    </a:cubicBezTo>
                    <a:cubicBezTo>
                      <a:pt x="40736" y="106565"/>
                      <a:pt x="32003" y="104339"/>
                      <a:pt x="24353" y="99949"/>
                    </a:cubicBezTo>
                    <a:cubicBezTo>
                      <a:pt x="16702" y="95495"/>
                      <a:pt x="10774" y="89261"/>
                      <a:pt x="6439" y="81244"/>
                    </a:cubicBezTo>
                    <a:cubicBezTo>
                      <a:pt x="2103" y="73228"/>
                      <a:pt x="0" y="63876"/>
                      <a:pt x="0" y="53251"/>
                    </a:cubicBezTo>
                    <a:cubicBezTo>
                      <a:pt x="0" y="42626"/>
                      <a:pt x="2167" y="33338"/>
                      <a:pt x="6439" y="25258"/>
                    </a:cubicBezTo>
                    <a:close/>
                  </a:path>
                </a:pathLst>
              </a:custGeom>
              <a:solidFill>
                <a:srgbClr val="FFFFFF"/>
              </a:solidFill>
              <a:ln w="6375" cap="flat">
                <a:noFill/>
                <a:prstDash val="solid"/>
                <a:miter/>
              </a:ln>
            </p:spPr>
            <p:txBody>
              <a:bodyPr rtlCol="0" anchor="ctr"/>
              <a:lstStyle/>
              <a:p>
                <a:endParaRPr lang="en-US"/>
              </a:p>
            </p:txBody>
          </p:sp>
          <p:sp>
            <p:nvSpPr>
              <p:cNvPr id="46" name="Freeform 45">
                <a:extLst>
                  <a:ext uri="{FF2B5EF4-FFF2-40B4-BE49-F238E27FC236}">
                    <a16:creationId xmlns:a16="http://schemas.microsoft.com/office/drawing/2014/main" id="{BB651277-F576-7772-F2CE-5C974AE49291}"/>
                  </a:ext>
                </a:extLst>
              </p:cNvPr>
              <p:cNvSpPr/>
              <p:nvPr/>
            </p:nvSpPr>
            <p:spPr>
              <a:xfrm>
                <a:off x="6761613" y="-1071377"/>
                <a:ext cx="101744" cy="106501"/>
              </a:xfrm>
              <a:custGeom>
                <a:avLst/>
                <a:gdLst>
                  <a:gd name="connsiteX0" fmla="*/ 100980 w 101744"/>
                  <a:gd name="connsiteY0" fmla="*/ 61140 h 106501"/>
                  <a:gd name="connsiteX1" fmla="*/ 22057 w 101744"/>
                  <a:gd name="connsiteY1" fmla="*/ 61140 h 106501"/>
                  <a:gd name="connsiteX2" fmla="*/ 31238 w 101744"/>
                  <a:gd name="connsiteY2" fmla="*/ 80990 h 106501"/>
                  <a:gd name="connsiteX3" fmla="*/ 51510 w 101744"/>
                  <a:gd name="connsiteY3" fmla="*/ 88497 h 106501"/>
                  <a:gd name="connsiteX4" fmla="*/ 75863 w 101744"/>
                  <a:gd name="connsiteY4" fmla="*/ 74119 h 106501"/>
                  <a:gd name="connsiteX5" fmla="*/ 98940 w 101744"/>
                  <a:gd name="connsiteY5" fmla="*/ 74119 h 106501"/>
                  <a:gd name="connsiteX6" fmla="*/ 81982 w 101744"/>
                  <a:gd name="connsiteY6" fmla="*/ 97404 h 106501"/>
                  <a:gd name="connsiteX7" fmla="*/ 51510 w 101744"/>
                  <a:gd name="connsiteY7" fmla="*/ 106502 h 106501"/>
                  <a:gd name="connsiteX8" fmla="*/ 24990 w 101744"/>
                  <a:gd name="connsiteY8" fmla="*/ 99885 h 106501"/>
                  <a:gd name="connsiteX9" fmla="*/ 6629 w 101744"/>
                  <a:gd name="connsiteY9" fmla="*/ 81181 h 106501"/>
                  <a:gd name="connsiteX10" fmla="*/ 0 w 101744"/>
                  <a:gd name="connsiteY10" fmla="*/ 53187 h 106501"/>
                  <a:gd name="connsiteX11" fmla="*/ 6439 w 101744"/>
                  <a:gd name="connsiteY11" fmla="*/ 25194 h 106501"/>
                  <a:gd name="connsiteX12" fmla="*/ 24607 w 101744"/>
                  <a:gd name="connsiteY12" fmla="*/ 6553 h 106501"/>
                  <a:gd name="connsiteX13" fmla="*/ 51510 w 101744"/>
                  <a:gd name="connsiteY13" fmla="*/ 0 h 106501"/>
                  <a:gd name="connsiteX14" fmla="*/ 77583 w 101744"/>
                  <a:gd name="connsiteY14" fmla="*/ 6362 h 106501"/>
                  <a:gd name="connsiteX15" fmla="*/ 95370 w 101744"/>
                  <a:gd name="connsiteY15" fmla="*/ 24240 h 106501"/>
                  <a:gd name="connsiteX16" fmla="*/ 101745 w 101744"/>
                  <a:gd name="connsiteY16" fmla="*/ 50706 h 106501"/>
                  <a:gd name="connsiteX17" fmla="*/ 100980 w 101744"/>
                  <a:gd name="connsiteY17" fmla="*/ 61204 h 106501"/>
                  <a:gd name="connsiteX18" fmla="*/ 79432 w 101744"/>
                  <a:gd name="connsiteY18" fmla="*/ 43962 h 106501"/>
                  <a:gd name="connsiteX19" fmla="*/ 71018 w 101744"/>
                  <a:gd name="connsiteY19" fmla="*/ 25067 h 106501"/>
                  <a:gd name="connsiteX20" fmla="*/ 50553 w 101744"/>
                  <a:gd name="connsiteY20" fmla="*/ 17941 h 106501"/>
                  <a:gd name="connsiteX21" fmla="*/ 31620 w 101744"/>
                  <a:gd name="connsiteY21" fmla="*/ 24940 h 106501"/>
                  <a:gd name="connsiteX22" fmla="*/ 22249 w 101744"/>
                  <a:gd name="connsiteY22" fmla="*/ 43962 h 106501"/>
                  <a:gd name="connsiteX23" fmla="*/ 79432 w 101744"/>
                  <a:gd name="connsiteY23" fmla="*/ 43962 h 10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1744" h="106501">
                    <a:moveTo>
                      <a:pt x="100980" y="61140"/>
                    </a:moveTo>
                    <a:lnTo>
                      <a:pt x="22057" y="61140"/>
                    </a:lnTo>
                    <a:cubicBezTo>
                      <a:pt x="22695" y="69347"/>
                      <a:pt x="25754" y="75964"/>
                      <a:pt x="31238" y="80990"/>
                    </a:cubicBezTo>
                    <a:cubicBezTo>
                      <a:pt x="36720" y="85952"/>
                      <a:pt x="43477" y="88497"/>
                      <a:pt x="51510" y="88497"/>
                    </a:cubicBezTo>
                    <a:cubicBezTo>
                      <a:pt x="62985" y="88497"/>
                      <a:pt x="71144" y="83662"/>
                      <a:pt x="75863" y="74119"/>
                    </a:cubicBezTo>
                    <a:lnTo>
                      <a:pt x="98940" y="74119"/>
                    </a:lnTo>
                    <a:cubicBezTo>
                      <a:pt x="95816" y="83598"/>
                      <a:pt x="90143" y="91360"/>
                      <a:pt x="81982" y="97404"/>
                    </a:cubicBezTo>
                    <a:cubicBezTo>
                      <a:pt x="73822" y="103448"/>
                      <a:pt x="63622" y="106502"/>
                      <a:pt x="51510" y="106502"/>
                    </a:cubicBezTo>
                    <a:cubicBezTo>
                      <a:pt x="41628" y="106502"/>
                      <a:pt x="32768" y="104275"/>
                      <a:pt x="24990" y="99885"/>
                    </a:cubicBezTo>
                    <a:cubicBezTo>
                      <a:pt x="17148" y="95432"/>
                      <a:pt x="11029" y="89197"/>
                      <a:pt x="6629" y="81181"/>
                    </a:cubicBezTo>
                    <a:cubicBezTo>
                      <a:pt x="2167" y="73164"/>
                      <a:pt x="0" y="63812"/>
                      <a:pt x="0" y="53187"/>
                    </a:cubicBezTo>
                    <a:cubicBezTo>
                      <a:pt x="0" y="42563"/>
                      <a:pt x="2167" y="33274"/>
                      <a:pt x="6439" y="25194"/>
                    </a:cubicBezTo>
                    <a:cubicBezTo>
                      <a:pt x="10710" y="17114"/>
                      <a:pt x="16830" y="10943"/>
                      <a:pt x="24607" y="6553"/>
                    </a:cubicBezTo>
                    <a:cubicBezTo>
                      <a:pt x="32449" y="2163"/>
                      <a:pt x="41374" y="0"/>
                      <a:pt x="51510" y="0"/>
                    </a:cubicBezTo>
                    <a:cubicBezTo>
                      <a:pt x="61646" y="0"/>
                      <a:pt x="69934" y="2100"/>
                      <a:pt x="77583" y="6362"/>
                    </a:cubicBezTo>
                    <a:cubicBezTo>
                      <a:pt x="85234" y="10625"/>
                      <a:pt x="91162" y="16542"/>
                      <a:pt x="95370" y="24240"/>
                    </a:cubicBezTo>
                    <a:cubicBezTo>
                      <a:pt x="99641" y="31938"/>
                      <a:pt x="101745" y="40718"/>
                      <a:pt x="101745" y="50706"/>
                    </a:cubicBezTo>
                    <a:cubicBezTo>
                      <a:pt x="101745" y="54587"/>
                      <a:pt x="101490" y="58086"/>
                      <a:pt x="100980" y="61204"/>
                    </a:cubicBezTo>
                    <a:close/>
                    <a:moveTo>
                      <a:pt x="79432" y="43962"/>
                    </a:moveTo>
                    <a:cubicBezTo>
                      <a:pt x="79305" y="36073"/>
                      <a:pt x="76500" y="29838"/>
                      <a:pt x="71018" y="25067"/>
                    </a:cubicBezTo>
                    <a:cubicBezTo>
                      <a:pt x="65534" y="20295"/>
                      <a:pt x="58714" y="17941"/>
                      <a:pt x="50553" y="17941"/>
                    </a:cubicBezTo>
                    <a:cubicBezTo>
                      <a:pt x="43159" y="17941"/>
                      <a:pt x="36847" y="20295"/>
                      <a:pt x="31620" y="24940"/>
                    </a:cubicBezTo>
                    <a:cubicBezTo>
                      <a:pt x="26393" y="29584"/>
                      <a:pt x="23269" y="35946"/>
                      <a:pt x="22249" y="43962"/>
                    </a:cubicBezTo>
                    <a:lnTo>
                      <a:pt x="79432" y="43962"/>
                    </a:lnTo>
                    <a:close/>
                  </a:path>
                </a:pathLst>
              </a:custGeom>
              <a:solidFill>
                <a:srgbClr val="FFFFFF"/>
              </a:solidFill>
              <a:ln w="6375" cap="flat">
                <a:noFill/>
                <a:prstDash val="solid"/>
                <a:miter/>
              </a:ln>
            </p:spPr>
            <p:txBody>
              <a:bodyPr rtlCol="0" anchor="ctr"/>
              <a:lstStyle/>
              <a:p>
                <a:endParaRPr lang="en-US"/>
              </a:p>
            </p:txBody>
          </p:sp>
          <p:sp>
            <p:nvSpPr>
              <p:cNvPr id="47" name="Freeform 46">
                <a:extLst>
                  <a:ext uri="{FF2B5EF4-FFF2-40B4-BE49-F238E27FC236}">
                    <a16:creationId xmlns:a16="http://schemas.microsoft.com/office/drawing/2014/main" id="{C86A7AE1-2829-03D3-1329-3BD3A0F4789A}"/>
                  </a:ext>
                </a:extLst>
              </p:cNvPr>
              <p:cNvSpPr/>
              <p:nvPr/>
            </p:nvSpPr>
            <p:spPr>
              <a:xfrm>
                <a:off x="6878339" y="-1071377"/>
                <a:ext cx="82683" cy="106565"/>
              </a:xfrm>
              <a:custGeom>
                <a:avLst/>
                <a:gdLst>
                  <a:gd name="connsiteX0" fmla="*/ 21293 w 82683"/>
                  <a:gd name="connsiteY0" fmla="*/ 102048 h 106565"/>
                  <a:gd name="connsiteX1" fmla="*/ 5993 w 82683"/>
                  <a:gd name="connsiteY1" fmla="*/ 90088 h 106565"/>
                  <a:gd name="connsiteX2" fmla="*/ 0 w 82683"/>
                  <a:gd name="connsiteY2" fmla="*/ 73164 h 106565"/>
                  <a:gd name="connsiteX3" fmla="*/ 22121 w 82683"/>
                  <a:gd name="connsiteY3" fmla="*/ 73164 h 106565"/>
                  <a:gd name="connsiteX4" fmla="*/ 28433 w 82683"/>
                  <a:gd name="connsiteY4" fmla="*/ 84107 h 106565"/>
                  <a:gd name="connsiteX5" fmla="*/ 42777 w 82683"/>
                  <a:gd name="connsiteY5" fmla="*/ 88497 h 106565"/>
                  <a:gd name="connsiteX6" fmla="*/ 56738 w 82683"/>
                  <a:gd name="connsiteY6" fmla="*/ 85062 h 106565"/>
                  <a:gd name="connsiteX7" fmla="*/ 61710 w 82683"/>
                  <a:gd name="connsiteY7" fmla="*/ 76155 h 106565"/>
                  <a:gd name="connsiteX8" fmla="*/ 56164 w 82683"/>
                  <a:gd name="connsiteY8" fmla="*/ 67566 h 106565"/>
                  <a:gd name="connsiteX9" fmla="*/ 38633 w 82683"/>
                  <a:gd name="connsiteY9" fmla="*/ 61395 h 106565"/>
                  <a:gd name="connsiteX10" fmla="*/ 19699 w 82683"/>
                  <a:gd name="connsiteY10" fmla="*/ 55223 h 106565"/>
                  <a:gd name="connsiteX11" fmla="*/ 7076 w 82683"/>
                  <a:gd name="connsiteY11" fmla="*/ 46062 h 106565"/>
                  <a:gd name="connsiteX12" fmla="*/ 1721 w 82683"/>
                  <a:gd name="connsiteY12" fmla="*/ 29775 h 106565"/>
                  <a:gd name="connsiteX13" fmla="*/ 6566 w 82683"/>
                  <a:gd name="connsiteY13" fmla="*/ 14697 h 106565"/>
                  <a:gd name="connsiteX14" fmla="*/ 20527 w 82683"/>
                  <a:gd name="connsiteY14" fmla="*/ 3945 h 106565"/>
                  <a:gd name="connsiteX15" fmla="*/ 41438 w 82683"/>
                  <a:gd name="connsiteY15" fmla="*/ 0 h 106565"/>
                  <a:gd name="connsiteX16" fmla="*/ 69807 w 82683"/>
                  <a:gd name="connsiteY16" fmla="*/ 8907 h 106565"/>
                  <a:gd name="connsiteX17" fmla="*/ 81345 w 82683"/>
                  <a:gd name="connsiteY17" fmla="*/ 33147 h 106565"/>
                  <a:gd name="connsiteX18" fmla="*/ 59989 w 82683"/>
                  <a:gd name="connsiteY18" fmla="*/ 33147 h 106565"/>
                  <a:gd name="connsiteX19" fmla="*/ 54379 w 82683"/>
                  <a:gd name="connsiteY19" fmla="*/ 22140 h 106565"/>
                  <a:gd name="connsiteX20" fmla="*/ 40673 w 82683"/>
                  <a:gd name="connsiteY20" fmla="*/ 18005 h 106565"/>
                  <a:gd name="connsiteX21" fmla="*/ 27731 w 82683"/>
                  <a:gd name="connsiteY21" fmla="*/ 21186 h 106565"/>
                  <a:gd name="connsiteX22" fmla="*/ 23205 w 82683"/>
                  <a:gd name="connsiteY22" fmla="*/ 29584 h 106565"/>
                  <a:gd name="connsiteX23" fmla="*/ 26201 w 82683"/>
                  <a:gd name="connsiteY23" fmla="*/ 36519 h 106565"/>
                  <a:gd name="connsiteX24" fmla="*/ 33533 w 82683"/>
                  <a:gd name="connsiteY24" fmla="*/ 40908 h 106565"/>
                  <a:gd name="connsiteX25" fmla="*/ 46283 w 82683"/>
                  <a:gd name="connsiteY25" fmla="*/ 44917 h 106565"/>
                  <a:gd name="connsiteX26" fmla="*/ 64770 w 82683"/>
                  <a:gd name="connsiteY26" fmla="*/ 51024 h 106565"/>
                  <a:gd name="connsiteX27" fmla="*/ 77265 w 82683"/>
                  <a:gd name="connsiteY27" fmla="*/ 60122 h 106565"/>
                  <a:gd name="connsiteX28" fmla="*/ 82684 w 82683"/>
                  <a:gd name="connsiteY28" fmla="*/ 76027 h 106565"/>
                  <a:gd name="connsiteX29" fmla="*/ 77839 w 82683"/>
                  <a:gd name="connsiteY29" fmla="*/ 91742 h 106565"/>
                  <a:gd name="connsiteX30" fmla="*/ 64069 w 82683"/>
                  <a:gd name="connsiteY30" fmla="*/ 102621 h 106565"/>
                  <a:gd name="connsiteX31" fmla="*/ 43159 w 82683"/>
                  <a:gd name="connsiteY31" fmla="*/ 106565 h 106565"/>
                  <a:gd name="connsiteX32" fmla="*/ 21293 w 82683"/>
                  <a:gd name="connsiteY32" fmla="*/ 102176 h 10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82683" h="106565">
                    <a:moveTo>
                      <a:pt x="21293" y="102048"/>
                    </a:moveTo>
                    <a:cubicBezTo>
                      <a:pt x="14854" y="99122"/>
                      <a:pt x="9754" y="95114"/>
                      <a:pt x="5993" y="90088"/>
                    </a:cubicBezTo>
                    <a:cubicBezTo>
                      <a:pt x="2231" y="85062"/>
                      <a:pt x="255" y="79399"/>
                      <a:pt x="0" y="73164"/>
                    </a:cubicBezTo>
                    <a:lnTo>
                      <a:pt x="22121" y="73164"/>
                    </a:lnTo>
                    <a:cubicBezTo>
                      <a:pt x="22504" y="77554"/>
                      <a:pt x="24607" y="81181"/>
                      <a:pt x="28433" y="84107"/>
                    </a:cubicBezTo>
                    <a:cubicBezTo>
                      <a:pt x="32258" y="87034"/>
                      <a:pt x="37039" y="88497"/>
                      <a:pt x="42777" y="88497"/>
                    </a:cubicBezTo>
                    <a:cubicBezTo>
                      <a:pt x="48514" y="88497"/>
                      <a:pt x="53423" y="87352"/>
                      <a:pt x="56738" y="85062"/>
                    </a:cubicBezTo>
                    <a:cubicBezTo>
                      <a:pt x="60053" y="82771"/>
                      <a:pt x="61710" y="79781"/>
                      <a:pt x="61710" y="76155"/>
                    </a:cubicBezTo>
                    <a:cubicBezTo>
                      <a:pt x="61710" y="72274"/>
                      <a:pt x="59861" y="69411"/>
                      <a:pt x="56164" y="67566"/>
                    </a:cubicBezTo>
                    <a:cubicBezTo>
                      <a:pt x="52466" y="65721"/>
                      <a:pt x="46602" y="63621"/>
                      <a:pt x="38633" y="61395"/>
                    </a:cubicBezTo>
                    <a:cubicBezTo>
                      <a:pt x="30856" y="59295"/>
                      <a:pt x="24607" y="57195"/>
                      <a:pt x="19699" y="55223"/>
                    </a:cubicBezTo>
                    <a:cubicBezTo>
                      <a:pt x="14790" y="53251"/>
                      <a:pt x="10583" y="50197"/>
                      <a:pt x="7076" y="46062"/>
                    </a:cubicBezTo>
                    <a:cubicBezTo>
                      <a:pt x="3570" y="41926"/>
                      <a:pt x="1721" y="36519"/>
                      <a:pt x="1721" y="29775"/>
                    </a:cubicBezTo>
                    <a:cubicBezTo>
                      <a:pt x="1721" y="24303"/>
                      <a:pt x="3315" y="19277"/>
                      <a:pt x="6566" y="14697"/>
                    </a:cubicBezTo>
                    <a:cubicBezTo>
                      <a:pt x="9818" y="10116"/>
                      <a:pt x="14471" y="6553"/>
                      <a:pt x="20527" y="3945"/>
                    </a:cubicBezTo>
                    <a:cubicBezTo>
                      <a:pt x="26584" y="1336"/>
                      <a:pt x="33533" y="0"/>
                      <a:pt x="41438" y="0"/>
                    </a:cubicBezTo>
                    <a:cubicBezTo>
                      <a:pt x="53168" y="0"/>
                      <a:pt x="62667" y="2990"/>
                      <a:pt x="69807" y="8907"/>
                    </a:cubicBezTo>
                    <a:cubicBezTo>
                      <a:pt x="77011" y="14824"/>
                      <a:pt x="80835" y="22904"/>
                      <a:pt x="81345" y="33147"/>
                    </a:cubicBezTo>
                    <a:lnTo>
                      <a:pt x="59989" y="33147"/>
                    </a:lnTo>
                    <a:cubicBezTo>
                      <a:pt x="59606" y="28566"/>
                      <a:pt x="57758" y="24876"/>
                      <a:pt x="54379" y="22140"/>
                    </a:cubicBezTo>
                    <a:cubicBezTo>
                      <a:pt x="51000" y="19404"/>
                      <a:pt x="46410" y="18005"/>
                      <a:pt x="40673" y="18005"/>
                    </a:cubicBezTo>
                    <a:cubicBezTo>
                      <a:pt x="34935" y="18005"/>
                      <a:pt x="30728" y="19086"/>
                      <a:pt x="27731" y="21186"/>
                    </a:cubicBezTo>
                    <a:cubicBezTo>
                      <a:pt x="24735" y="23285"/>
                      <a:pt x="23205" y="26148"/>
                      <a:pt x="23205" y="29584"/>
                    </a:cubicBezTo>
                    <a:cubicBezTo>
                      <a:pt x="23205" y="32320"/>
                      <a:pt x="24225" y="34610"/>
                      <a:pt x="26201" y="36519"/>
                    </a:cubicBezTo>
                    <a:cubicBezTo>
                      <a:pt x="28178" y="38427"/>
                      <a:pt x="30664" y="39827"/>
                      <a:pt x="33533" y="40908"/>
                    </a:cubicBezTo>
                    <a:cubicBezTo>
                      <a:pt x="36402" y="41990"/>
                      <a:pt x="40673" y="43326"/>
                      <a:pt x="46283" y="44917"/>
                    </a:cubicBezTo>
                    <a:cubicBezTo>
                      <a:pt x="53805" y="46889"/>
                      <a:pt x="59925" y="48925"/>
                      <a:pt x="64770" y="51024"/>
                    </a:cubicBezTo>
                    <a:cubicBezTo>
                      <a:pt x="69615" y="53124"/>
                      <a:pt x="73759" y="56114"/>
                      <a:pt x="77265" y="60122"/>
                    </a:cubicBezTo>
                    <a:cubicBezTo>
                      <a:pt x="80772" y="64130"/>
                      <a:pt x="82557" y="69411"/>
                      <a:pt x="82684" y="76027"/>
                    </a:cubicBezTo>
                    <a:cubicBezTo>
                      <a:pt x="82684" y="81881"/>
                      <a:pt x="81090" y="87161"/>
                      <a:pt x="77839" y="91742"/>
                    </a:cubicBezTo>
                    <a:cubicBezTo>
                      <a:pt x="74588" y="96386"/>
                      <a:pt x="69997" y="99949"/>
                      <a:pt x="64069" y="102621"/>
                    </a:cubicBezTo>
                    <a:cubicBezTo>
                      <a:pt x="58140" y="105229"/>
                      <a:pt x="51191" y="106565"/>
                      <a:pt x="43159" y="106565"/>
                    </a:cubicBezTo>
                    <a:cubicBezTo>
                      <a:pt x="35126" y="106565"/>
                      <a:pt x="27731" y="105102"/>
                      <a:pt x="21293" y="102176"/>
                    </a:cubicBezTo>
                    <a:close/>
                  </a:path>
                </a:pathLst>
              </a:custGeom>
              <a:solidFill>
                <a:srgbClr val="FFFFFF"/>
              </a:solidFill>
              <a:ln w="6375" cap="flat">
                <a:noFill/>
                <a:prstDash val="solid"/>
                <a:miter/>
              </a:ln>
            </p:spPr>
            <p:txBody>
              <a:bodyPr rtlCol="0" anchor="ctr"/>
              <a:lstStyle/>
              <a:p>
                <a:endParaRPr lang="en-US"/>
              </a:p>
            </p:txBody>
          </p:sp>
        </p:grpSp>
        <p:grpSp>
          <p:nvGrpSpPr>
            <p:cNvPr id="10" name="Graphic 15">
              <a:extLst>
                <a:ext uri="{FF2B5EF4-FFF2-40B4-BE49-F238E27FC236}">
                  <a16:creationId xmlns:a16="http://schemas.microsoft.com/office/drawing/2014/main" id="{B42B731A-E14D-8B6E-2281-13491B7CEF99}"/>
                </a:ext>
              </a:extLst>
            </p:cNvPr>
            <p:cNvGrpSpPr/>
            <p:nvPr/>
          </p:nvGrpSpPr>
          <p:grpSpPr>
            <a:xfrm>
              <a:off x="5298296" y="-742264"/>
              <a:ext cx="1666297" cy="450883"/>
              <a:chOff x="5298296" y="-742264"/>
              <a:chExt cx="1666297" cy="450883"/>
            </a:xfrm>
          </p:grpSpPr>
          <p:sp>
            <p:nvSpPr>
              <p:cNvPr id="11" name="Freeform 10">
                <a:extLst>
                  <a:ext uri="{FF2B5EF4-FFF2-40B4-BE49-F238E27FC236}">
                    <a16:creationId xmlns:a16="http://schemas.microsoft.com/office/drawing/2014/main" id="{A4B910FD-853A-560E-D27D-D65BD735E0F3}"/>
                  </a:ext>
                </a:extLst>
              </p:cNvPr>
              <p:cNvSpPr/>
              <p:nvPr/>
            </p:nvSpPr>
            <p:spPr>
              <a:xfrm>
                <a:off x="5298296" y="-742264"/>
                <a:ext cx="1666297" cy="450883"/>
              </a:xfrm>
              <a:custGeom>
                <a:avLst/>
                <a:gdLst>
                  <a:gd name="connsiteX0" fmla="*/ 0 w 1666297"/>
                  <a:gd name="connsiteY0" fmla="*/ 0 h 450883"/>
                  <a:gd name="connsiteX1" fmla="*/ 0 w 1666297"/>
                  <a:gd name="connsiteY1" fmla="*/ 450756 h 450883"/>
                  <a:gd name="connsiteX2" fmla="*/ 1666298 w 1666297"/>
                  <a:gd name="connsiteY2" fmla="*/ 450883 h 450883"/>
                  <a:gd name="connsiteX3" fmla="*/ 1666298 w 1666297"/>
                  <a:gd name="connsiteY3" fmla="*/ 0 h 450883"/>
                  <a:gd name="connsiteX4" fmla="*/ 0 w 1666297"/>
                  <a:gd name="connsiteY4" fmla="*/ 0 h 450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6297" h="450883">
                    <a:moveTo>
                      <a:pt x="0" y="0"/>
                    </a:moveTo>
                    <a:lnTo>
                      <a:pt x="0" y="450756"/>
                    </a:lnTo>
                    <a:lnTo>
                      <a:pt x="1666298" y="450883"/>
                    </a:lnTo>
                    <a:lnTo>
                      <a:pt x="1666298" y="0"/>
                    </a:lnTo>
                    <a:lnTo>
                      <a:pt x="0" y="0"/>
                    </a:lnTo>
                    <a:close/>
                  </a:path>
                </a:pathLst>
              </a:custGeom>
              <a:solidFill>
                <a:srgbClr val="FFC600"/>
              </a:solidFill>
              <a:ln w="6375" cap="flat">
                <a:noFill/>
                <a:prstDash val="solid"/>
                <a:miter/>
              </a:ln>
            </p:spPr>
            <p:txBody>
              <a:bodyPr rtlCol="0" anchor="ctr"/>
              <a:lstStyle/>
              <a:p>
                <a:endParaRPr lang="en-US"/>
              </a:p>
            </p:txBody>
          </p:sp>
          <p:grpSp>
            <p:nvGrpSpPr>
              <p:cNvPr id="12" name="Graphic 15">
                <a:extLst>
                  <a:ext uri="{FF2B5EF4-FFF2-40B4-BE49-F238E27FC236}">
                    <a16:creationId xmlns:a16="http://schemas.microsoft.com/office/drawing/2014/main" id="{305AE6F0-8BE5-4BEA-59DD-6B0AECCB43BA}"/>
                  </a:ext>
                </a:extLst>
              </p:cNvPr>
              <p:cNvGrpSpPr/>
              <p:nvPr/>
            </p:nvGrpSpPr>
            <p:grpSpPr>
              <a:xfrm>
                <a:off x="5383147" y="-657712"/>
                <a:ext cx="1440686" cy="281587"/>
                <a:chOff x="5383147" y="-657712"/>
                <a:chExt cx="1440686" cy="281587"/>
              </a:xfrm>
              <a:solidFill>
                <a:srgbClr val="000000"/>
              </a:solidFill>
            </p:grpSpPr>
            <p:sp>
              <p:nvSpPr>
                <p:cNvPr id="13" name="Freeform 12">
                  <a:extLst>
                    <a:ext uri="{FF2B5EF4-FFF2-40B4-BE49-F238E27FC236}">
                      <a16:creationId xmlns:a16="http://schemas.microsoft.com/office/drawing/2014/main" id="{BA1AF214-3103-A672-0108-3B60EB0D92F8}"/>
                    </a:ext>
                  </a:extLst>
                </p:cNvPr>
                <p:cNvSpPr/>
                <p:nvPr/>
              </p:nvSpPr>
              <p:spPr>
                <a:xfrm>
                  <a:off x="6239628" y="-615595"/>
                  <a:ext cx="136552" cy="186155"/>
                </a:xfrm>
                <a:custGeom>
                  <a:avLst/>
                  <a:gdLst>
                    <a:gd name="connsiteX0" fmla="*/ 56737 w 136552"/>
                    <a:gd name="connsiteY0" fmla="*/ 186156 h 186155"/>
                    <a:gd name="connsiteX1" fmla="*/ 0 w 136552"/>
                    <a:gd name="connsiteY1" fmla="*/ 177058 h 186155"/>
                    <a:gd name="connsiteX2" fmla="*/ 0 w 136552"/>
                    <a:gd name="connsiteY2" fmla="*/ 0 h 186155"/>
                    <a:gd name="connsiteX3" fmla="*/ 46346 w 136552"/>
                    <a:gd name="connsiteY3" fmla="*/ 0 h 186155"/>
                    <a:gd name="connsiteX4" fmla="*/ 46346 w 136552"/>
                    <a:gd name="connsiteY4" fmla="*/ 59549 h 186155"/>
                    <a:gd name="connsiteX5" fmla="*/ 70252 w 136552"/>
                    <a:gd name="connsiteY5" fmla="*/ 55796 h 186155"/>
                    <a:gd name="connsiteX6" fmla="*/ 136552 w 136552"/>
                    <a:gd name="connsiteY6" fmla="*/ 116300 h 186155"/>
                    <a:gd name="connsiteX7" fmla="*/ 56801 w 136552"/>
                    <a:gd name="connsiteY7" fmla="*/ 186156 h 186155"/>
                    <a:gd name="connsiteX8" fmla="*/ 60945 w 136552"/>
                    <a:gd name="connsiteY8" fmla="*/ 84807 h 186155"/>
                    <a:gd name="connsiteX9" fmla="*/ 46346 w 136552"/>
                    <a:gd name="connsiteY9" fmla="*/ 87352 h 186155"/>
                    <a:gd name="connsiteX10" fmla="*/ 46346 w 136552"/>
                    <a:gd name="connsiteY10" fmla="*/ 154599 h 186155"/>
                    <a:gd name="connsiteX11" fmla="*/ 59861 w 136552"/>
                    <a:gd name="connsiteY11" fmla="*/ 156254 h 186155"/>
                    <a:gd name="connsiteX12" fmla="*/ 90206 w 136552"/>
                    <a:gd name="connsiteY12" fmla="*/ 119608 h 186155"/>
                    <a:gd name="connsiteX13" fmla="*/ 61008 w 136552"/>
                    <a:gd name="connsiteY13" fmla="*/ 84807 h 186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552" h="186155">
                      <a:moveTo>
                        <a:pt x="56737" y="186156"/>
                      </a:moveTo>
                      <a:cubicBezTo>
                        <a:pt x="34297" y="186156"/>
                        <a:pt x="12622" y="181957"/>
                        <a:pt x="0" y="177058"/>
                      </a:cubicBezTo>
                      <a:lnTo>
                        <a:pt x="0" y="0"/>
                      </a:lnTo>
                      <a:lnTo>
                        <a:pt x="46346" y="0"/>
                      </a:lnTo>
                      <a:lnTo>
                        <a:pt x="46346" y="59549"/>
                      </a:lnTo>
                      <a:cubicBezTo>
                        <a:pt x="52275" y="57450"/>
                        <a:pt x="62347" y="55796"/>
                        <a:pt x="70252" y="55796"/>
                      </a:cubicBezTo>
                      <a:cubicBezTo>
                        <a:pt x="109586" y="55796"/>
                        <a:pt x="136552" y="77745"/>
                        <a:pt x="136552" y="116300"/>
                      </a:cubicBezTo>
                      <a:cubicBezTo>
                        <a:pt x="136552" y="163507"/>
                        <a:pt x="108184" y="186156"/>
                        <a:pt x="56801" y="186156"/>
                      </a:cubicBezTo>
                      <a:moveTo>
                        <a:pt x="60945" y="84807"/>
                      </a:moveTo>
                      <a:cubicBezTo>
                        <a:pt x="55590" y="84807"/>
                        <a:pt x="49980" y="85952"/>
                        <a:pt x="46346" y="87352"/>
                      </a:cubicBezTo>
                      <a:lnTo>
                        <a:pt x="46346" y="154599"/>
                      </a:lnTo>
                      <a:cubicBezTo>
                        <a:pt x="49151" y="155554"/>
                        <a:pt x="54506" y="156254"/>
                        <a:pt x="59861" y="156254"/>
                      </a:cubicBezTo>
                      <a:cubicBezTo>
                        <a:pt x="78922" y="156254"/>
                        <a:pt x="90206" y="142957"/>
                        <a:pt x="90206" y="119608"/>
                      </a:cubicBezTo>
                      <a:cubicBezTo>
                        <a:pt x="90206" y="96259"/>
                        <a:pt x="79560" y="84807"/>
                        <a:pt x="61008" y="84807"/>
                      </a:cubicBezTo>
                    </a:path>
                  </a:pathLst>
                </a:custGeom>
                <a:solidFill>
                  <a:srgbClr val="000000"/>
                </a:solidFill>
                <a:ln w="637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165BB4C3-57A9-D8D2-F382-A7FED486D80E}"/>
                    </a:ext>
                  </a:extLst>
                </p:cNvPr>
                <p:cNvSpPr/>
                <p:nvPr/>
              </p:nvSpPr>
              <p:spPr>
                <a:xfrm>
                  <a:off x="6382046" y="-561835"/>
                  <a:ext cx="130305" cy="132395"/>
                </a:xfrm>
                <a:custGeom>
                  <a:avLst/>
                  <a:gdLst>
                    <a:gd name="connsiteX0" fmla="*/ 71336 w 130305"/>
                    <a:gd name="connsiteY0" fmla="*/ 132396 h 132395"/>
                    <a:gd name="connsiteX1" fmla="*/ 0 w 130305"/>
                    <a:gd name="connsiteY1" fmla="*/ 90787 h 132395"/>
                    <a:gd name="connsiteX2" fmla="*/ 86764 w 130305"/>
                    <a:gd name="connsiteY2" fmla="*/ 47589 h 132395"/>
                    <a:gd name="connsiteX3" fmla="*/ 86764 w 130305"/>
                    <a:gd name="connsiteY3" fmla="*/ 42690 h 132395"/>
                    <a:gd name="connsiteX4" fmla="*/ 62603 w 130305"/>
                    <a:gd name="connsiteY4" fmla="*/ 27993 h 132395"/>
                    <a:gd name="connsiteX5" fmla="*/ 19635 w 130305"/>
                    <a:gd name="connsiteY5" fmla="*/ 35691 h 132395"/>
                    <a:gd name="connsiteX6" fmla="*/ 8415 w 130305"/>
                    <a:gd name="connsiteY6" fmla="*/ 9988 h 132395"/>
                    <a:gd name="connsiteX7" fmla="*/ 68213 w 130305"/>
                    <a:gd name="connsiteY7" fmla="*/ 0 h 132395"/>
                    <a:gd name="connsiteX8" fmla="*/ 130305 w 130305"/>
                    <a:gd name="connsiteY8" fmla="*/ 47398 h 132395"/>
                    <a:gd name="connsiteX9" fmla="*/ 130305 w 130305"/>
                    <a:gd name="connsiteY9" fmla="*/ 123298 h 132395"/>
                    <a:gd name="connsiteX10" fmla="*/ 71336 w 130305"/>
                    <a:gd name="connsiteY10" fmla="*/ 132396 h 132395"/>
                    <a:gd name="connsiteX11" fmla="*/ 86764 w 130305"/>
                    <a:gd name="connsiteY11" fmla="*/ 71701 h 132395"/>
                    <a:gd name="connsiteX12" fmla="*/ 42967 w 130305"/>
                    <a:gd name="connsiteY12" fmla="*/ 89897 h 132395"/>
                    <a:gd name="connsiteX13" fmla="*/ 69934 w 130305"/>
                    <a:gd name="connsiteY13" fmla="*/ 105802 h 132395"/>
                    <a:gd name="connsiteX14" fmla="*/ 86764 w 130305"/>
                    <a:gd name="connsiteY14" fmla="*/ 103957 h 132395"/>
                    <a:gd name="connsiteX15" fmla="*/ 86764 w 130305"/>
                    <a:gd name="connsiteY15" fmla="*/ 71765 h 132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0305" h="132395">
                      <a:moveTo>
                        <a:pt x="71336" y="132396"/>
                      </a:moveTo>
                      <a:cubicBezTo>
                        <a:pt x="23588" y="132396"/>
                        <a:pt x="0" y="117699"/>
                        <a:pt x="0" y="90787"/>
                      </a:cubicBezTo>
                      <a:cubicBezTo>
                        <a:pt x="0" y="57386"/>
                        <a:pt x="40991" y="49688"/>
                        <a:pt x="86764" y="47589"/>
                      </a:cubicBezTo>
                      <a:lnTo>
                        <a:pt x="86764" y="42690"/>
                      </a:lnTo>
                      <a:cubicBezTo>
                        <a:pt x="86764" y="32638"/>
                        <a:pt x="78349" y="27993"/>
                        <a:pt x="62603" y="27993"/>
                      </a:cubicBezTo>
                      <a:cubicBezTo>
                        <a:pt x="48004" y="27993"/>
                        <a:pt x="30600" y="31938"/>
                        <a:pt x="19635" y="35691"/>
                      </a:cubicBezTo>
                      <a:lnTo>
                        <a:pt x="8415" y="9988"/>
                      </a:lnTo>
                      <a:cubicBezTo>
                        <a:pt x="21866" y="5535"/>
                        <a:pt x="40609" y="0"/>
                        <a:pt x="68213" y="0"/>
                      </a:cubicBezTo>
                      <a:cubicBezTo>
                        <a:pt x="109522" y="0"/>
                        <a:pt x="130305" y="13997"/>
                        <a:pt x="130305" y="47398"/>
                      </a:cubicBezTo>
                      <a:lnTo>
                        <a:pt x="130305" y="123298"/>
                      </a:lnTo>
                      <a:cubicBezTo>
                        <a:pt x="118830" y="128197"/>
                        <a:pt x="95497" y="132396"/>
                        <a:pt x="71336" y="132396"/>
                      </a:cubicBezTo>
                      <a:moveTo>
                        <a:pt x="86764" y="71701"/>
                      </a:moveTo>
                      <a:cubicBezTo>
                        <a:pt x="61774" y="72655"/>
                        <a:pt x="42967" y="74946"/>
                        <a:pt x="42967" y="89897"/>
                      </a:cubicBezTo>
                      <a:cubicBezTo>
                        <a:pt x="42967" y="100203"/>
                        <a:pt x="53359" y="105802"/>
                        <a:pt x="69934" y="105802"/>
                      </a:cubicBezTo>
                      <a:cubicBezTo>
                        <a:pt x="76372" y="105802"/>
                        <a:pt x="83704" y="104848"/>
                        <a:pt x="86764" y="103957"/>
                      </a:cubicBezTo>
                      <a:lnTo>
                        <a:pt x="86764" y="71765"/>
                      </a:lnTo>
                      <a:close/>
                    </a:path>
                  </a:pathLst>
                </a:custGeom>
                <a:solidFill>
                  <a:srgbClr val="000000"/>
                </a:solidFill>
                <a:ln w="637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CD76E65A-3941-C750-5767-8A168EBDA9A6}"/>
                    </a:ext>
                  </a:extLst>
                </p:cNvPr>
                <p:cNvSpPr/>
                <p:nvPr/>
              </p:nvSpPr>
              <p:spPr>
                <a:xfrm>
                  <a:off x="6530073" y="-561835"/>
                  <a:ext cx="131452" cy="129596"/>
                </a:xfrm>
                <a:custGeom>
                  <a:avLst/>
                  <a:gdLst>
                    <a:gd name="connsiteX0" fmla="*/ 85106 w 131452"/>
                    <a:gd name="connsiteY0" fmla="*/ 129596 h 129596"/>
                    <a:gd name="connsiteX1" fmla="*/ 85106 w 131452"/>
                    <a:gd name="connsiteY1" fmla="*/ 47843 h 129596"/>
                    <a:gd name="connsiteX2" fmla="*/ 62539 w 131452"/>
                    <a:gd name="connsiteY2" fmla="*/ 30411 h 129596"/>
                    <a:gd name="connsiteX3" fmla="*/ 46346 w 131452"/>
                    <a:gd name="connsiteY3" fmla="*/ 33592 h 129596"/>
                    <a:gd name="connsiteX4" fmla="*/ 46346 w 131452"/>
                    <a:gd name="connsiteY4" fmla="*/ 129596 h 129596"/>
                    <a:gd name="connsiteX5" fmla="*/ 0 w 131452"/>
                    <a:gd name="connsiteY5" fmla="*/ 129596 h 129596"/>
                    <a:gd name="connsiteX6" fmla="*/ 0 w 131452"/>
                    <a:gd name="connsiteY6" fmla="*/ 9988 h 129596"/>
                    <a:gd name="connsiteX7" fmla="*/ 63176 w 131452"/>
                    <a:gd name="connsiteY7" fmla="*/ 0 h 129596"/>
                    <a:gd name="connsiteX8" fmla="*/ 131452 w 131452"/>
                    <a:gd name="connsiteY8" fmla="*/ 43390 h 129596"/>
                    <a:gd name="connsiteX9" fmla="*/ 131452 w 131452"/>
                    <a:gd name="connsiteY9" fmla="*/ 129596 h 129596"/>
                    <a:gd name="connsiteX10" fmla="*/ 85106 w 131452"/>
                    <a:gd name="connsiteY10" fmla="*/ 129596 h 129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1452" h="129596">
                      <a:moveTo>
                        <a:pt x="85106" y="129596"/>
                      </a:moveTo>
                      <a:lnTo>
                        <a:pt x="85106" y="47843"/>
                      </a:lnTo>
                      <a:cubicBezTo>
                        <a:pt x="85106" y="37346"/>
                        <a:pt x="79114" y="30411"/>
                        <a:pt x="62539" y="30411"/>
                      </a:cubicBezTo>
                      <a:cubicBezTo>
                        <a:pt x="53933" y="30411"/>
                        <a:pt x="46346" y="33592"/>
                        <a:pt x="46346" y="33592"/>
                      </a:cubicBezTo>
                      <a:lnTo>
                        <a:pt x="46346" y="129596"/>
                      </a:lnTo>
                      <a:lnTo>
                        <a:pt x="0" y="129596"/>
                      </a:lnTo>
                      <a:lnTo>
                        <a:pt x="0" y="9988"/>
                      </a:lnTo>
                      <a:cubicBezTo>
                        <a:pt x="16830" y="4644"/>
                        <a:pt x="36784" y="0"/>
                        <a:pt x="63176" y="0"/>
                      </a:cubicBezTo>
                      <a:cubicBezTo>
                        <a:pt x="110670" y="0"/>
                        <a:pt x="131452" y="16096"/>
                        <a:pt x="131452" y="43390"/>
                      </a:cubicBezTo>
                      <a:lnTo>
                        <a:pt x="131452" y="129596"/>
                      </a:lnTo>
                      <a:lnTo>
                        <a:pt x="85106" y="129596"/>
                      </a:lnTo>
                      <a:close/>
                    </a:path>
                  </a:pathLst>
                </a:custGeom>
                <a:solidFill>
                  <a:srgbClr val="000000"/>
                </a:solidFill>
                <a:ln w="637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7FBD38D2-2853-C73F-7924-CBF5C0C10B95}"/>
                    </a:ext>
                  </a:extLst>
                </p:cNvPr>
                <p:cNvSpPr/>
                <p:nvPr/>
              </p:nvSpPr>
              <p:spPr>
                <a:xfrm>
                  <a:off x="6679503" y="-615595"/>
                  <a:ext cx="144330" cy="183356"/>
                </a:xfrm>
                <a:custGeom>
                  <a:avLst/>
                  <a:gdLst>
                    <a:gd name="connsiteX0" fmla="*/ 92629 w 144330"/>
                    <a:gd name="connsiteY0" fmla="*/ 183356 h 183356"/>
                    <a:gd name="connsiteX1" fmla="*/ 46283 w 144330"/>
                    <a:gd name="connsiteY1" fmla="*/ 120562 h 183356"/>
                    <a:gd name="connsiteX2" fmla="*/ 45708 w 144330"/>
                    <a:gd name="connsiteY2" fmla="*/ 120562 h 183356"/>
                    <a:gd name="connsiteX3" fmla="*/ 45708 w 144330"/>
                    <a:gd name="connsiteY3" fmla="*/ 183356 h 183356"/>
                    <a:gd name="connsiteX4" fmla="*/ 0 w 144330"/>
                    <a:gd name="connsiteY4" fmla="*/ 183356 h 183356"/>
                    <a:gd name="connsiteX5" fmla="*/ 0 w 144330"/>
                    <a:gd name="connsiteY5" fmla="*/ 0 h 183356"/>
                    <a:gd name="connsiteX6" fmla="*/ 45708 w 144330"/>
                    <a:gd name="connsiteY6" fmla="*/ 0 h 183356"/>
                    <a:gd name="connsiteX7" fmla="*/ 45708 w 144330"/>
                    <a:gd name="connsiteY7" fmla="*/ 111401 h 183356"/>
                    <a:gd name="connsiteX8" fmla="*/ 46283 w 144330"/>
                    <a:gd name="connsiteY8" fmla="*/ 111401 h 183356"/>
                    <a:gd name="connsiteX9" fmla="*/ 88166 w 144330"/>
                    <a:gd name="connsiteY9" fmla="*/ 57514 h 183356"/>
                    <a:gd name="connsiteX10" fmla="*/ 140378 w 144330"/>
                    <a:gd name="connsiteY10" fmla="*/ 57514 h 183356"/>
                    <a:gd name="connsiteX11" fmla="*/ 93202 w 144330"/>
                    <a:gd name="connsiteY11" fmla="*/ 116109 h 183356"/>
                    <a:gd name="connsiteX12" fmla="*/ 144330 w 144330"/>
                    <a:gd name="connsiteY12" fmla="*/ 183356 h 183356"/>
                    <a:gd name="connsiteX13" fmla="*/ 92629 w 144330"/>
                    <a:gd name="connsiteY13" fmla="*/ 183356 h 18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4330" h="183356">
                      <a:moveTo>
                        <a:pt x="92629" y="183356"/>
                      </a:moveTo>
                      <a:lnTo>
                        <a:pt x="46283" y="120562"/>
                      </a:lnTo>
                      <a:lnTo>
                        <a:pt x="45708" y="120562"/>
                      </a:lnTo>
                      <a:lnTo>
                        <a:pt x="45708" y="183356"/>
                      </a:lnTo>
                      <a:lnTo>
                        <a:pt x="0" y="183356"/>
                      </a:lnTo>
                      <a:lnTo>
                        <a:pt x="0" y="0"/>
                      </a:lnTo>
                      <a:lnTo>
                        <a:pt x="45708" y="0"/>
                      </a:lnTo>
                      <a:lnTo>
                        <a:pt x="45708" y="111401"/>
                      </a:lnTo>
                      <a:lnTo>
                        <a:pt x="46283" y="111401"/>
                      </a:lnTo>
                      <a:lnTo>
                        <a:pt x="88166" y="57514"/>
                      </a:lnTo>
                      <a:lnTo>
                        <a:pt x="140378" y="57514"/>
                      </a:lnTo>
                      <a:lnTo>
                        <a:pt x="93202" y="116109"/>
                      </a:lnTo>
                      <a:lnTo>
                        <a:pt x="144330" y="183356"/>
                      </a:lnTo>
                      <a:lnTo>
                        <a:pt x="92629" y="183356"/>
                      </a:lnTo>
                      <a:close/>
                    </a:path>
                  </a:pathLst>
                </a:custGeom>
                <a:solidFill>
                  <a:srgbClr val="000000"/>
                </a:solidFill>
                <a:ln w="637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614F3DC5-3CCA-DE82-A18E-2576BBF04567}"/>
                    </a:ext>
                  </a:extLst>
                </p:cNvPr>
                <p:cNvSpPr/>
                <p:nvPr/>
              </p:nvSpPr>
              <p:spPr>
                <a:xfrm>
                  <a:off x="6069607" y="-558145"/>
                  <a:ext cx="162052" cy="176167"/>
                </a:xfrm>
                <a:custGeom>
                  <a:avLst/>
                  <a:gdLst>
                    <a:gd name="connsiteX0" fmla="*/ 82875 w 162052"/>
                    <a:gd name="connsiteY0" fmla="*/ 176167 h 176167"/>
                    <a:gd name="connsiteX1" fmla="*/ 34298 w 162052"/>
                    <a:gd name="connsiteY1" fmla="*/ 176167 h 176167"/>
                    <a:gd name="connsiteX2" fmla="*/ 57056 w 162052"/>
                    <a:gd name="connsiteY2" fmla="*/ 125906 h 176167"/>
                    <a:gd name="connsiteX3" fmla="*/ 0 w 162052"/>
                    <a:gd name="connsiteY3" fmla="*/ 0 h 176167"/>
                    <a:gd name="connsiteX4" fmla="*/ 50426 w 162052"/>
                    <a:gd name="connsiteY4" fmla="*/ 0 h 176167"/>
                    <a:gd name="connsiteX5" fmla="*/ 81154 w 162052"/>
                    <a:gd name="connsiteY5" fmla="*/ 89451 h 176167"/>
                    <a:gd name="connsiteX6" fmla="*/ 111626 w 162052"/>
                    <a:gd name="connsiteY6" fmla="*/ 0 h 176167"/>
                    <a:gd name="connsiteX7" fmla="*/ 162053 w 162052"/>
                    <a:gd name="connsiteY7" fmla="*/ 0 h 176167"/>
                    <a:gd name="connsiteX8" fmla="*/ 82875 w 162052"/>
                    <a:gd name="connsiteY8" fmla="*/ 176167 h 176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052" h="176167">
                      <a:moveTo>
                        <a:pt x="82875" y="176167"/>
                      </a:moveTo>
                      <a:lnTo>
                        <a:pt x="34298" y="176167"/>
                      </a:lnTo>
                      <a:lnTo>
                        <a:pt x="57056" y="125906"/>
                      </a:lnTo>
                      <a:lnTo>
                        <a:pt x="0" y="0"/>
                      </a:lnTo>
                      <a:lnTo>
                        <a:pt x="50426" y="0"/>
                      </a:lnTo>
                      <a:lnTo>
                        <a:pt x="81154" y="89451"/>
                      </a:lnTo>
                      <a:lnTo>
                        <a:pt x="111626" y="0"/>
                      </a:lnTo>
                      <a:lnTo>
                        <a:pt x="162053" y="0"/>
                      </a:lnTo>
                      <a:lnTo>
                        <a:pt x="82875" y="176167"/>
                      </a:lnTo>
                      <a:close/>
                    </a:path>
                  </a:pathLst>
                </a:custGeom>
                <a:solidFill>
                  <a:srgbClr val="000000"/>
                </a:solidFill>
                <a:ln w="637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AC11CBEC-9A46-3371-A97E-7ED2CA5C7464}"/>
                    </a:ext>
                  </a:extLst>
                </p:cNvPr>
                <p:cNvSpPr/>
                <p:nvPr/>
              </p:nvSpPr>
              <p:spPr>
                <a:xfrm>
                  <a:off x="5707762" y="-601343"/>
                  <a:ext cx="228097" cy="169105"/>
                </a:xfrm>
                <a:custGeom>
                  <a:avLst/>
                  <a:gdLst>
                    <a:gd name="connsiteX0" fmla="*/ 203618 w 228097"/>
                    <a:gd name="connsiteY0" fmla="*/ 0 h 169105"/>
                    <a:gd name="connsiteX1" fmla="*/ 149749 w 228097"/>
                    <a:gd name="connsiteY1" fmla="*/ 0 h 169105"/>
                    <a:gd name="connsiteX2" fmla="*/ 114049 w 228097"/>
                    <a:gd name="connsiteY2" fmla="*/ 104466 h 169105"/>
                    <a:gd name="connsiteX3" fmla="*/ 78413 w 228097"/>
                    <a:gd name="connsiteY3" fmla="*/ 0 h 169105"/>
                    <a:gd name="connsiteX4" fmla="*/ 24480 w 228097"/>
                    <a:gd name="connsiteY4" fmla="*/ 0 h 169105"/>
                    <a:gd name="connsiteX5" fmla="*/ 0 w 228097"/>
                    <a:gd name="connsiteY5" fmla="*/ 169105 h 169105"/>
                    <a:gd name="connsiteX6" fmla="*/ 44115 w 228097"/>
                    <a:gd name="connsiteY6" fmla="*/ 169105 h 169105"/>
                    <a:gd name="connsiteX7" fmla="*/ 58140 w 228097"/>
                    <a:gd name="connsiteY7" fmla="*/ 52869 h 169105"/>
                    <a:gd name="connsiteX8" fmla="*/ 99450 w 228097"/>
                    <a:gd name="connsiteY8" fmla="*/ 169105 h 169105"/>
                    <a:gd name="connsiteX9" fmla="*/ 128648 w 228097"/>
                    <a:gd name="connsiteY9" fmla="*/ 169105 h 169105"/>
                    <a:gd name="connsiteX10" fmla="*/ 169958 w 228097"/>
                    <a:gd name="connsiteY10" fmla="*/ 52869 h 169105"/>
                    <a:gd name="connsiteX11" fmla="*/ 183983 w 228097"/>
                    <a:gd name="connsiteY11" fmla="*/ 169105 h 169105"/>
                    <a:gd name="connsiteX12" fmla="*/ 228098 w 228097"/>
                    <a:gd name="connsiteY12" fmla="*/ 169105 h 169105"/>
                    <a:gd name="connsiteX13" fmla="*/ 203618 w 228097"/>
                    <a:gd name="connsiteY13" fmla="*/ 0 h 16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097" h="169105">
                      <a:moveTo>
                        <a:pt x="203618" y="0"/>
                      </a:moveTo>
                      <a:lnTo>
                        <a:pt x="149749" y="0"/>
                      </a:lnTo>
                      <a:lnTo>
                        <a:pt x="114049" y="104466"/>
                      </a:lnTo>
                      <a:lnTo>
                        <a:pt x="78413" y="0"/>
                      </a:lnTo>
                      <a:lnTo>
                        <a:pt x="24480" y="0"/>
                      </a:lnTo>
                      <a:lnTo>
                        <a:pt x="0" y="169105"/>
                      </a:lnTo>
                      <a:lnTo>
                        <a:pt x="44115" y="169105"/>
                      </a:lnTo>
                      <a:lnTo>
                        <a:pt x="58140" y="52869"/>
                      </a:lnTo>
                      <a:lnTo>
                        <a:pt x="99450" y="169105"/>
                      </a:lnTo>
                      <a:lnTo>
                        <a:pt x="128648" y="169105"/>
                      </a:lnTo>
                      <a:lnTo>
                        <a:pt x="169958" y="52869"/>
                      </a:lnTo>
                      <a:lnTo>
                        <a:pt x="183983" y="169105"/>
                      </a:lnTo>
                      <a:lnTo>
                        <a:pt x="228098" y="169105"/>
                      </a:lnTo>
                      <a:lnTo>
                        <a:pt x="203618" y="0"/>
                      </a:lnTo>
                      <a:close/>
                    </a:path>
                  </a:pathLst>
                </a:custGeom>
                <a:solidFill>
                  <a:srgbClr val="000000"/>
                </a:solidFill>
                <a:ln w="637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BD2739F8-204F-C8F8-DC82-C3B520C77232}"/>
                    </a:ext>
                  </a:extLst>
                </p:cNvPr>
                <p:cNvSpPr/>
                <p:nvPr/>
              </p:nvSpPr>
              <p:spPr>
                <a:xfrm>
                  <a:off x="5941724" y="-561835"/>
                  <a:ext cx="130241" cy="132395"/>
                </a:xfrm>
                <a:custGeom>
                  <a:avLst/>
                  <a:gdLst>
                    <a:gd name="connsiteX0" fmla="*/ 71336 w 130241"/>
                    <a:gd name="connsiteY0" fmla="*/ 132396 h 132395"/>
                    <a:gd name="connsiteX1" fmla="*/ 0 w 130241"/>
                    <a:gd name="connsiteY1" fmla="*/ 90787 h 132395"/>
                    <a:gd name="connsiteX2" fmla="*/ 86764 w 130241"/>
                    <a:gd name="connsiteY2" fmla="*/ 47589 h 132395"/>
                    <a:gd name="connsiteX3" fmla="*/ 86764 w 130241"/>
                    <a:gd name="connsiteY3" fmla="*/ 42690 h 132395"/>
                    <a:gd name="connsiteX4" fmla="*/ 62603 w 130241"/>
                    <a:gd name="connsiteY4" fmla="*/ 27993 h 132395"/>
                    <a:gd name="connsiteX5" fmla="*/ 19635 w 130241"/>
                    <a:gd name="connsiteY5" fmla="*/ 35691 h 132395"/>
                    <a:gd name="connsiteX6" fmla="*/ 8415 w 130241"/>
                    <a:gd name="connsiteY6" fmla="*/ 9988 h 132395"/>
                    <a:gd name="connsiteX7" fmla="*/ 68213 w 130241"/>
                    <a:gd name="connsiteY7" fmla="*/ 0 h 132395"/>
                    <a:gd name="connsiteX8" fmla="*/ 130241 w 130241"/>
                    <a:gd name="connsiteY8" fmla="*/ 47398 h 132395"/>
                    <a:gd name="connsiteX9" fmla="*/ 130241 w 130241"/>
                    <a:gd name="connsiteY9" fmla="*/ 123298 h 132395"/>
                    <a:gd name="connsiteX10" fmla="*/ 71272 w 130241"/>
                    <a:gd name="connsiteY10" fmla="*/ 132396 h 132395"/>
                    <a:gd name="connsiteX11" fmla="*/ 86764 w 130241"/>
                    <a:gd name="connsiteY11" fmla="*/ 71701 h 132395"/>
                    <a:gd name="connsiteX12" fmla="*/ 42967 w 130241"/>
                    <a:gd name="connsiteY12" fmla="*/ 89897 h 132395"/>
                    <a:gd name="connsiteX13" fmla="*/ 69934 w 130241"/>
                    <a:gd name="connsiteY13" fmla="*/ 105802 h 132395"/>
                    <a:gd name="connsiteX14" fmla="*/ 86764 w 130241"/>
                    <a:gd name="connsiteY14" fmla="*/ 103957 h 132395"/>
                    <a:gd name="connsiteX15" fmla="*/ 86764 w 130241"/>
                    <a:gd name="connsiteY15" fmla="*/ 71765 h 132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0241" h="132395">
                      <a:moveTo>
                        <a:pt x="71336" y="132396"/>
                      </a:moveTo>
                      <a:cubicBezTo>
                        <a:pt x="23588" y="132396"/>
                        <a:pt x="0" y="117699"/>
                        <a:pt x="0" y="90787"/>
                      </a:cubicBezTo>
                      <a:cubicBezTo>
                        <a:pt x="0" y="57386"/>
                        <a:pt x="40991" y="49688"/>
                        <a:pt x="86764" y="47589"/>
                      </a:cubicBezTo>
                      <a:lnTo>
                        <a:pt x="86764" y="42690"/>
                      </a:lnTo>
                      <a:cubicBezTo>
                        <a:pt x="86764" y="32638"/>
                        <a:pt x="78349" y="27993"/>
                        <a:pt x="62603" y="27993"/>
                      </a:cubicBezTo>
                      <a:cubicBezTo>
                        <a:pt x="48004" y="27993"/>
                        <a:pt x="30600" y="31938"/>
                        <a:pt x="19635" y="35691"/>
                      </a:cubicBezTo>
                      <a:lnTo>
                        <a:pt x="8415" y="9988"/>
                      </a:lnTo>
                      <a:cubicBezTo>
                        <a:pt x="21866" y="5535"/>
                        <a:pt x="44625" y="0"/>
                        <a:pt x="68213" y="0"/>
                      </a:cubicBezTo>
                      <a:cubicBezTo>
                        <a:pt x="109522" y="0"/>
                        <a:pt x="130241" y="13997"/>
                        <a:pt x="130241" y="47398"/>
                      </a:cubicBezTo>
                      <a:lnTo>
                        <a:pt x="130241" y="123298"/>
                      </a:lnTo>
                      <a:cubicBezTo>
                        <a:pt x="118766" y="128197"/>
                        <a:pt x="95434" y="132396"/>
                        <a:pt x="71272" y="132396"/>
                      </a:cubicBezTo>
                      <a:moveTo>
                        <a:pt x="86764" y="71701"/>
                      </a:moveTo>
                      <a:cubicBezTo>
                        <a:pt x="61774" y="72655"/>
                        <a:pt x="42967" y="74946"/>
                        <a:pt x="42967" y="89897"/>
                      </a:cubicBezTo>
                      <a:cubicBezTo>
                        <a:pt x="42967" y="100203"/>
                        <a:pt x="53359" y="105802"/>
                        <a:pt x="69934" y="105802"/>
                      </a:cubicBezTo>
                      <a:cubicBezTo>
                        <a:pt x="76373" y="105802"/>
                        <a:pt x="83704" y="104848"/>
                        <a:pt x="86764" y="103957"/>
                      </a:cubicBezTo>
                      <a:lnTo>
                        <a:pt x="86764" y="71765"/>
                      </a:lnTo>
                      <a:close/>
                    </a:path>
                  </a:pathLst>
                </a:custGeom>
                <a:solidFill>
                  <a:srgbClr val="000000"/>
                </a:solidFill>
                <a:ln w="637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7ED14EED-B7C1-FB68-59D5-7542721B5279}"/>
                    </a:ext>
                  </a:extLst>
                </p:cNvPr>
                <p:cNvSpPr/>
                <p:nvPr/>
              </p:nvSpPr>
              <p:spPr>
                <a:xfrm>
                  <a:off x="5383147" y="-657712"/>
                  <a:ext cx="282157" cy="281587"/>
                </a:xfrm>
                <a:custGeom>
                  <a:avLst/>
                  <a:gdLst>
                    <a:gd name="connsiteX0" fmla="*/ 141079 w 282157"/>
                    <a:gd name="connsiteY0" fmla="*/ 0 h 281587"/>
                    <a:gd name="connsiteX1" fmla="*/ 0 w 282157"/>
                    <a:gd name="connsiteY1" fmla="*/ 140794 h 281587"/>
                    <a:gd name="connsiteX2" fmla="*/ 141079 w 282157"/>
                    <a:gd name="connsiteY2" fmla="*/ 281587 h 281587"/>
                    <a:gd name="connsiteX3" fmla="*/ 282158 w 282157"/>
                    <a:gd name="connsiteY3" fmla="*/ 140794 h 281587"/>
                    <a:gd name="connsiteX4" fmla="*/ 141079 w 282157"/>
                    <a:gd name="connsiteY4" fmla="*/ 0 h 281587"/>
                    <a:gd name="connsiteX5" fmla="*/ 141079 w 282157"/>
                    <a:gd name="connsiteY5" fmla="*/ 270326 h 281587"/>
                    <a:gd name="connsiteX6" fmla="*/ 11284 w 282157"/>
                    <a:gd name="connsiteY6" fmla="*/ 140794 h 281587"/>
                    <a:gd name="connsiteX7" fmla="*/ 141079 w 282157"/>
                    <a:gd name="connsiteY7" fmla="*/ 11261 h 281587"/>
                    <a:gd name="connsiteX8" fmla="*/ 270874 w 282157"/>
                    <a:gd name="connsiteY8" fmla="*/ 140794 h 281587"/>
                    <a:gd name="connsiteX9" fmla="*/ 141079 w 282157"/>
                    <a:gd name="connsiteY9" fmla="*/ 270326 h 281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2157" h="281587">
                      <a:moveTo>
                        <a:pt x="141079" y="0"/>
                      </a:moveTo>
                      <a:cubicBezTo>
                        <a:pt x="63176" y="0"/>
                        <a:pt x="0" y="63049"/>
                        <a:pt x="0" y="140794"/>
                      </a:cubicBezTo>
                      <a:cubicBezTo>
                        <a:pt x="0" y="218539"/>
                        <a:pt x="63176" y="281587"/>
                        <a:pt x="141079" y="281587"/>
                      </a:cubicBezTo>
                      <a:cubicBezTo>
                        <a:pt x="218981" y="281587"/>
                        <a:pt x="282158" y="218539"/>
                        <a:pt x="282158" y="140794"/>
                      </a:cubicBezTo>
                      <a:cubicBezTo>
                        <a:pt x="282158" y="63049"/>
                        <a:pt x="218981" y="0"/>
                        <a:pt x="141079" y="0"/>
                      </a:cubicBezTo>
                      <a:moveTo>
                        <a:pt x="141079" y="270326"/>
                      </a:moveTo>
                      <a:cubicBezTo>
                        <a:pt x="69424" y="270326"/>
                        <a:pt x="11284" y="212368"/>
                        <a:pt x="11284" y="140794"/>
                      </a:cubicBezTo>
                      <a:cubicBezTo>
                        <a:pt x="11284" y="69220"/>
                        <a:pt x="69360" y="11261"/>
                        <a:pt x="141079" y="11261"/>
                      </a:cubicBezTo>
                      <a:cubicBezTo>
                        <a:pt x="212798" y="11261"/>
                        <a:pt x="270874" y="69220"/>
                        <a:pt x="270874" y="140794"/>
                      </a:cubicBezTo>
                      <a:cubicBezTo>
                        <a:pt x="270874" y="212368"/>
                        <a:pt x="212798" y="270326"/>
                        <a:pt x="141079" y="270326"/>
                      </a:cubicBezTo>
                    </a:path>
                  </a:pathLst>
                </a:custGeom>
                <a:solidFill>
                  <a:srgbClr val="000000"/>
                </a:solidFill>
                <a:ln w="637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2A8B251C-BB28-2D25-F245-52BAE33F267D}"/>
                    </a:ext>
                  </a:extLst>
                </p:cNvPr>
                <p:cNvSpPr/>
                <p:nvPr/>
              </p:nvSpPr>
              <p:spPr>
                <a:xfrm>
                  <a:off x="5444028" y="-528101"/>
                  <a:ext cx="23906" cy="22953"/>
                </a:xfrm>
                <a:custGeom>
                  <a:avLst/>
                  <a:gdLst>
                    <a:gd name="connsiteX0" fmla="*/ 23906 w 23906"/>
                    <a:gd name="connsiteY0" fmla="*/ 4758 h 22953"/>
                    <a:gd name="connsiteX1" fmla="*/ 0 w 23906"/>
                    <a:gd name="connsiteY1" fmla="*/ 22953 h 22953"/>
                    <a:gd name="connsiteX2" fmla="*/ 23906 w 23906"/>
                    <a:gd name="connsiteY2" fmla="*/ 4758 h 22953"/>
                  </a:gdLst>
                  <a:ahLst/>
                  <a:cxnLst>
                    <a:cxn ang="0">
                      <a:pos x="connsiteX0" y="connsiteY0"/>
                    </a:cxn>
                    <a:cxn ang="0">
                      <a:pos x="connsiteX1" y="connsiteY1"/>
                    </a:cxn>
                    <a:cxn ang="0">
                      <a:pos x="connsiteX2" y="connsiteY2"/>
                    </a:cxn>
                  </a:cxnLst>
                  <a:rect l="l" t="t" r="r" b="b"/>
                  <a:pathLst>
                    <a:path w="23906" h="22953">
                      <a:moveTo>
                        <a:pt x="23906" y="4758"/>
                      </a:moveTo>
                      <a:cubicBezTo>
                        <a:pt x="13834" y="2213"/>
                        <a:pt x="4909" y="13983"/>
                        <a:pt x="0" y="22953"/>
                      </a:cubicBezTo>
                      <a:cubicBezTo>
                        <a:pt x="1721" y="10738"/>
                        <a:pt x="16702" y="-9175"/>
                        <a:pt x="23906" y="4758"/>
                      </a:cubicBezTo>
                    </a:path>
                  </a:pathLst>
                </a:custGeom>
                <a:solidFill>
                  <a:srgbClr val="000000"/>
                </a:solidFill>
                <a:ln w="637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1F2ADCF4-0D43-1C52-418C-5BDBB916392A}"/>
                    </a:ext>
                  </a:extLst>
                </p:cNvPr>
                <p:cNvSpPr/>
                <p:nvPr/>
              </p:nvSpPr>
              <p:spPr>
                <a:xfrm>
                  <a:off x="5445750" y="-536713"/>
                  <a:ext cx="15682" cy="13560"/>
                </a:xfrm>
                <a:custGeom>
                  <a:avLst/>
                  <a:gdLst>
                    <a:gd name="connsiteX0" fmla="*/ 0 w 15682"/>
                    <a:gd name="connsiteY0" fmla="*/ 13560 h 13560"/>
                    <a:gd name="connsiteX1" fmla="*/ 15683 w 15682"/>
                    <a:gd name="connsiteY1" fmla="*/ 1154 h 13560"/>
                    <a:gd name="connsiteX2" fmla="*/ 0 w 15682"/>
                    <a:gd name="connsiteY2" fmla="*/ 13560 h 13560"/>
                  </a:gdLst>
                  <a:ahLst/>
                  <a:cxnLst>
                    <a:cxn ang="0">
                      <a:pos x="connsiteX0" y="connsiteY0"/>
                    </a:cxn>
                    <a:cxn ang="0">
                      <a:pos x="connsiteX1" y="connsiteY1"/>
                    </a:cxn>
                    <a:cxn ang="0">
                      <a:pos x="connsiteX2" y="connsiteY2"/>
                    </a:cxn>
                  </a:cxnLst>
                  <a:rect l="l" t="t" r="r" b="b"/>
                  <a:pathLst>
                    <a:path w="15682" h="13560">
                      <a:moveTo>
                        <a:pt x="0" y="13560"/>
                      </a:moveTo>
                      <a:cubicBezTo>
                        <a:pt x="3379" y="1981"/>
                        <a:pt x="11411" y="-2281"/>
                        <a:pt x="15683" y="1154"/>
                      </a:cubicBezTo>
                      <a:cubicBezTo>
                        <a:pt x="9881" y="2999"/>
                        <a:pt x="5610" y="6435"/>
                        <a:pt x="0" y="13560"/>
                      </a:cubicBezTo>
                    </a:path>
                  </a:pathLst>
                </a:custGeom>
                <a:solidFill>
                  <a:srgbClr val="000000"/>
                </a:solidFill>
                <a:ln w="6375" cap="flat">
                  <a:noFill/>
                  <a:prstDash val="solid"/>
                  <a:miter/>
                </a:ln>
              </p:spPr>
              <p:txBody>
                <a:bodyPr rtlCol="0" anchor="ctr"/>
                <a:lstStyle/>
                <a:p>
                  <a:endParaRPr lang="en-US"/>
                </a:p>
              </p:txBody>
            </p:sp>
            <p:sp>
              <p:nvSpPr>
                <p:cNvPr id="23" name="Freeform 22">
                  <a:extLst>
                    <a:ext uri="{FF2B5EF4-FFF2-40B4-BE49-F238E27FC236}">
                      <a16:creationId xmlns:a16="http://schemas.microsoft.com/office/drawing/2014/main" id="{B40B1414-B1E5-E802-D784-580B4E968933}"/>
                    </a:ext>
                  </a:extLst>
                </p:cNvPr>
                <p:cNvSpPr/>
                <p:nvPr/>
              </p:nvSpPr>
              <p:spPr>
                <a:xfrm>
                  <a:off x="5447917" y="-517700"/>
                  <a:ext cx="26954" cy="21267"/>
                </a:xfrm>
                <a:custGeom>
                  <a:avLst/>
                  <a:gdLst>
                    <a:gd name="connsiteX0" fmla="*/ 23587 w 26954"/>
                    <a:gd name="connsiteY0" fmla="*/ 13124 h 21267"/>
                    <a:gd name="connsiteX1" fmla="*/ 20209 w 26954"/>
                    <a:gd name="connsiteY1" fmla="*/ 145 h 21267"/>
                    <a:gd name="connsiteX2" fmla="*/ 0 w 26954"/>
                    <a:gd name="connsiteY2" fmla="*/ 21267 h 21267"/>
                    <a:gd name="connsiteX3" fmla="*/ 23587 w 26954"/>
                    <a:gd name="connsiteY3" fmla="*/ 13124 h 21267"/>
                  </a:gdLst>
                  <a:ahLst/>
                  <a:cxnLst>
                    <a:cxn ang="0">
                      <a:pos x="connsiteX0" y="connsiteY0"/>
                    </a:cxn>
                    <a:cxn ang="0">
                      <a:pos x="connsiteX1" y="connsiteY1"/>
                    </a:cxn>
                    <a:cxn ang="0">
                      <a:pos x="connsiteX2" y="connsiteY2"/>
                    </a:cxn>
                    <a:cxn ang="0">
                      <a:pos x="connsiteX3" y="connsiteY3"/>
                    </a:cxn>
                  </a:cxnLst>
                  <a:rect l="l" t="t" r="r" b="b"/>
                  <a:pathLst>
                    <a:path w="26954" h="21267">
                      <a:moveTo>
                        <a:pt x="23587" y="13124"/>
                      </a:moveTo>
                      <a:cubicBezTo>
                        <a:pt x="28751" y="8734"/>
                        <a:pt x="28241" y="2245"/>
                        <a:pt x="20209" y="145"/>
                      </a:cubicBezTo>
                      <a:cubicBezTo>
                        <a:pt x="14216" y="-1382"/>
                        <a:pt x="1402" y="9370"/>
                        <a:pt x="0" y="21267"/>
                      </a:cubicBezTo>
                      <a:cubicBezTo>
                        <a:pt x="5100" y="14651"/>
                        <a:pt x="20017" y="2563"/>
                        <a:pt x="23587" y="13124"/>
                      </a:cubicBezTo>
                    </a:path>
                  </a:pathLst>
                </a:custGeom>
                <a:solidFill>
                  <a:srgbClr val="000000"/>
                </a:solidFill>
                <a:ln w="637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C8D1658C-E15B-2418-3124-26C5C71268CC}"/>
                    </a:ext>
                  </a:extLst>
                </p:cNvPr>
                <p:cNvSpPr/>
                <p:nvPr/>
              </p:nvSpPr>
              <p:spPr>
                <a:xfrm>
                  <a:off x="5535550" y="-577804"/>
                  <a:ext cx="29284" cy="104147"/>
                </a:xfrm>
                <a:custGeom>
                  <a:avLst/>
                  <a:gdLst>
                    <a:gd name="connsiteX0" fmla="*/ 16981 w 29284"/>
                    <a:gd name="connsiteY0" fmla="*/ 104084 h 104147"/>
                    <a:gd name="connsiteX1" fmla="*/ 214 w 29284"/>
                    <a:gd name="connsiteY1" fmla="*/ 66102 h 104147"/>
                    <a:gd name="connsiteX2" fmla="*/ 6972 w 29284"/>
                    <a:gd name="connsiteY2" fmla="*/ 0 h 104147"/>
                    <a:gd name="connsiteX3" fmla="*/ 29284 w 29284"/>
                    <a:gd name="connsiteY3" fmla="*/ 60313 h 104147"/>
                    <a:gd name="connsiteX4" fmla="*/ 15451 w 29284"/>
                    <a:gd name="connsiteY4" fmla="*/ 50324 h 104147"/>
                    <a:gd name="connsiteX5" fmla="*/ 16981 w 29284"/>
                    <a:gd name="connsiteY5" fmla="*/ 104148 h 10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284" h="104147">
                      <a:moveTo>
                        <a:pt x="16981" y="104084"/>
                      </a:moveTo>
                      <a:cubicBezTo>
                        <a:pt x="17873" y="88815"/>
                        <a:pt x="3083" y="81690"/>
                        <a:pt x="214" y="66102"/>
                      </a:cubicBezTo>
                      <a:cubicBezTo>
                        <a:pt x="-2591" y="50452"/>
                        <a:pt x="23356" y="25512"/>
                        <a:pt x="6972" y="0"/>
                      </a:cubicBezTo>
                      <a:cubicBezTo>
                        <a:pt x="37954" y="24876"/>
                        <a:pt x="13666" y="39572"/>
                        <a:pt x="29284" y="60313"/>
                      </a:cubicBezTo>
                      <a:cubicBezTo>
                        <a:pt x="23292" y="58531"/>
                        <a:pt x="17235" y="53124"/>
                        <a:pt x="15451" y="50324"/>
                      </a:cubicBezTo>
                      <a:cubicBezTo>
                        <a:pt x="6717" y="61776"/>
                        <a:pt x="36807" y="77427"/>
                        <a:pt x="16981" y="104148"/>
                      </a:cubicBezTo>
                    </a:path>
                  </a:pathLst>
                </a:custGeom>
                <a:solidFill>
                  <a:srgbClr val="000000"/>
                </a:solidFill>
                <a:ln w="637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FC6E85DF-FCC8-56BD-669E-CFB7407E0982}"/>
                    </a:ext>
                  </a:extLst>
                </p:cNvPr>
                <p:cNvSpPr/>
                <p:nvPr/>
              </p:nvSpPr>
              <p:spPr>
                <a:xfrm>
                  <a:off x="5480684" y="-596635"/>
                  <a:ext cx="29979" cy="18259"/>
                </a:xfrm>
                <a:custGeom>
                  <a:avLst/>
                  <a:gdLst>
                    <a:gd name="connsiteX0" fmla="*/ 21994 w 29979"/>
                    <a:gd name="connsiteY0" fmla="*/ 0 h 18259"/>
                    <a:gd name="connsiteX1" fmla="*/ 29389 w 29979"/>
                    <a:gd name="connsiteY1" fmla="*/ 5471 h 18259"/>
                    <a:gd name="connsiteX2" fmla="*/ 0 w 29979"/>
                    <a:gd name="connsiteY2" fmla="*/ 18259 h 18259"/>
                    <a:gd name="connsiteX3" fmla="*/ 21994 w 29979"/>
                    <a:gd name="connsiteY3" fmla="*/ 0 h 18259"/>
                  </a:gdLst>
                  <a:ahLst/>
                  <a:cxnLst>
                    <a:cxn ang="0">
                      <a:pos x="connsiteX0" y="connsiteY0"/>
                    </a:cxn>
                    <a:cxn ang="0">
                      <a:pos x="connsiteX1" y="connsiteY1"/>
                    </a:cxn>
                    <a:cxn ang="0">
                      <a:pos x="connsiteX2" y="connsiteY2"/>
                    </a:cxn>
                    <a:cxn ang="0">
                      <a:pos x="connsiteX3" y="connsiteY3"/>
                    </a:cxn>
                  </a:cxnLst>
                  <a:rect l="l" t="t" r="r" b="b"/>
                  <a:pathLst>
                    <a:path w="29979" h="18259">
                      <a:moveTo>
                        <a:pt x="21994" y="0"/>
                      </a:moveTo>
                      <a:cubicBezTo>
                        <a:pt x="25628" y="0"/>
                        <a:pt x="31939" y="2545"/>
                        <a:pt x="29389" y="5471"/>
                      </a:cubicBezTo>
                      <a:cubicBezTo>
                        <a:pt x="20783" y="13488"/>
                        <a:pt x="9180" y="10243"/>
                        <a:pt x="0" y="18259"/>
                      </a:cubicBezTo>
                      <a:cubicBezTo>
                        <a:pt x="3761" y="8207"/>
                        <a:pt x="20528" y="6807"/>
                        <a:pt x="21994" y="0"/>
                      </a:cubicBezTo>
                    </a:path>
                  </a:pathLst>
                </a:custGeom>
                <a:solidFill>
                  <a:srgbClr val="000000"/>
                </a:solidFill>
                <a:ln w="637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A9F69181-177A-4F74-0CCF-69CCEB682802}"/>
                    </a:ext>
                  </a:extLst>
                </p:cNvPr>
                <p:cNvSpPr/>
                <p:nvPr/>
              </p:nvSpPr>
              <p:spPr>
                <a:xfrm>
                  <a:off x="5477061" y="-596763"/>
                  <a:ext cx="54795" cy="55360"/>
                </a:xfrm>
                <a:custGeom>
                  <a:avLst/>
                  <a:gdLst>
                    <a:gd name="connsiteX0" fmla="*/ 53476 w 54795"/>
                    <a:gd name="connsiteY0" fmla="*/ 11388 h 55360"/>
                    <a:gd name="connsiteX1" fmla="*/ 39069 w 54795"/>
                    <a:gd name="connsiteY1" fmla="*/ 0 h 55360"/>
                    <a:gd name="connsiteX2" fmla="*/ 28869 w 54795"/>
                    <a:gd name="connsiteY2" fmla="*/ 21949 h 55360"/>
                    <a:gd name="connsiteX3" fmla="*/ 10318 w 54795"/>
                    <a:gd name="connsiteY3" fmla="*/ 23476 h 55360"/>
                    <a:gd name="connsiteX4" fmla="*/ 3241 w 54795"/>
                    <a:gd name="connsiteY4" fmla="*/ 20486 h 55360"/>
                    <a:gd name="connsiteX5" fmla="*/ 4006 w 54795"/>
                    <a:gd name="connsiteY5" fmla="*/ 31174 h 55360"/>
                    <a:gd name="connsiteX6" fmla="*/ 5026 w 54795"/>
                    <a:gd name="connsiteY6" fmla="*/ 33147 h 55360"/>
                    <a:gd name="connsiteX7" fmla="*/ 2923 w 54795"/>
                    <a:gd name="connsiteY7" fmla="*/ 46507 h 55360"/>
                    <a:gd name="connsiteX8" fmla="*/ 10381 w 54795"/>
                    <a:gd name="connsiteY8" fmla="*/ 36837 h 55360"/>
                    <a:gd name="connsiteX9" fmla="*/ 25617 w 54795"/>
                    <a:gd name="connsiteY9" fmla="*/ 29838 h 55360"/>
                    <a:gd name="connsiteX10" fmla="*/ 26255 w 54795"/>
                    <a:gd name="connsiteY10" fmla="*/ 30093 h 55360"/>
                    <a:gd name="connsiteX11" fmla="*/ 1839 w 54795"/>
                    <a:gd name="connsiteY11" fmla="*/ 51470 h 55360"/>
                    <a:gd name="connsiteX12" fmla="*/ 24980 w 54795"/>
                    <a:gd name="connsiteY12" fmla="*/ 50070 h 55360"/>
                    <a:gd name="connsiteX13" fmla="*/ 32566 w 54795"/>
                    <a:gd name="connsiteY13" fmla="*/ 24240 h 55360"/>
                    <a:gd name="connsiteX14" fmla="*/ 53476 w 54795"/>
                    <a:gd name="connsiteY14" fmla="*/ 11452 h 55360"/>
                    <a:gd name="connsiteX15" fmla="*/ 15099 w 54795"/>
                    <a:gd name="connsiteY15" fmla="*/ 33783 h 55360"/>
                    <a:gd name="connsiteX16" fmla="*/ 12676 w 54795"/>
                    <a:gd name="connsiteY16" fmla="*/ 30156 h 55360"/>
                    <a:gd name="connsiteX17" fmla="*/ 15736 w 54795"/>
                    <a:gd name="connsiteY17" fmla="*/ 26785 h 55360"/>
                    <a:gd name="connsiteX18" fmla="*/ 23004 w 54795"/>
                    <a:gd name="connsiteY18" fmla="*/ 26785 h 55360"/>
                    <a:gd name="connsiteX19" fmla="*/ 15099 w 54795"/>
                    <a:gd name="connsiteY19" fmla="*/ 33847 h 5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4795" h="55360">
                      <a:moveTo>
                        <a:pt x="53476" y="11388"/>
                      </a:moveTo>
                      <a:cubicBezTo>
                        <a:pt x="57046" y="7380"/>
                        <a:pt x="53731" y="1845"/>
                        <a:pt x="39069" y="0"/>
                      </a:cubicBezTo>
                      <a:cubicBezTo>
                        <a:pt x="54433" y="7507"/>
                        <a:pt x="29698" y="9034"/>
                        <a:pt x="28869" y="21949"/>
                      </a:cubicBezTo>
                      <a:cubicBezTo>
                        <a:pt x="20772" y="25130"/>
                        <a:pt x="14334" y="19913"/>
                        <a:pt x="10318" y="23476"/>
                      </a:cubicBezTo>
                      <a:cubicBezTo>
                        <a:pt x="6429" y="26975"/>
                        <a:pt x="1966" y="24621"/>
                        <a:pt x="3241" y="20486"/>
                      </a:cubicBezTo>
                      <a:cubicBezTo>
                        <a:pt x="-1412" y="22904"/>
                        <a:pt x="-520" y="29202"/>
                        <a:pt x="4006" y="31174"/>
                      </a:cubicBezTo>
                      <a:cubicBezTo>
                        <a:pt x="4899" y="31620"/>
                        <a:pt x="5728" y="32447"/>
                        <a:pt x="5026" y="33147"/>
                      </a:cubicBezTo>
                      <a:cubicBezTo>
                        <a:pt x="54" y="37791"/>
                        <a:pt x="-2241" y="41863"/>
                        <a:pt x="2923" y="46507"/>
                      </a:cubicBezTo>
                      <a:cubicBezTo>
                        <a:pt x="5791" y="41290"/>
                        <a:pt x="7194" y="39445"/>
                        <a:pt x="10381" y="36837"/>
                      </a:cubicBezTo>
                      <a:cubicBezTo>
                        <a:pt x="13378" y="38873"/>
                        <a:pt x="18541" y="37536"/>
                        <a:pt x="25617" y="29838"/>
                      </a:cubicBezTo>
                      <a:cubicBezTo>
                        <a:pt x="25936" y="29457"/>
                        <a:pt x="26382" y="29647"/>
                        <a:pt x="26255" y="30093"/>
                      </a:cubicBezTo>
                      <a:cubicBezTo>
                        <a:pt x="20709" y="49243"/>
                        <a:pt x="6429" y="52360"/>
                        <a:pt x="1839" y="51470"/>
                      </a:cubicBezTo>
                      <a:cubicBezTo>
                        <a:pt x="4644" y="55605"/>
                        <a:pt x="22749" y="58150"/>
                        <a:pt x="24980" y="50070"/>
                      </a:cubicBezTo>
                      <a:cubicBezTo>
                        <a:pt x="30144" y="31874"/>
                        <a:pt x="47739" y="23922"/>
                        <a:pt x="32566" y="24240"/>
                      </a:cubicBezTo>
                      <a:cubicBezTo>
                        <a:pt x="36646" y="19468"/>
                        <a:pt x="50480" y="14887"/>
                        <a:pt x="53476" y="11452"/>
                      </a:cubicBezTo>
                      <a:moveTo>
                        <a:pt x="15099" y="33783"/>
                      </a:moveTo>
                      <a:cubicBezTo>
                        <a:pt x="13951" y="33783"/>
                        <a:pt x="12931" y="32192"/>
                        <a:pt x="12676" y="30156"/>
                      </a:cubicBezTo>
                      <a:cubicBezTo>
                        <a:pt x="14143" y="33910"/>
                        <a:pt x="17840" y="32065"/>
                        <a:pt x="15736" y="26785"/>
                      </a:cubicBezTo>
                      <a:cubicBezTo>
                        <a:pt x="17075" y="26785"/>
                        <a:pt x="19179" y="26912"/>
                        <a:pt x="23004" y="26785"/>
                      </a:cubicBezTo>
                      <a:cubicBezTo>
                        <a:pt x="18988" y="28884"/>
                        <a:pt x="17139" y="33910"/>
                        <a:pt x="15099" y="33847"/>
                      </a:cubicBezTo>
                    </a:path>
                  </a:pathLst>
                </a:custGeom>
                <a:solidFill>
                  <a:srgbClr val="000000"/>
                </a:solidFill>
                <a:ln w="637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A2FC06AC-E548-0FCC-FFCA-40B53111A576}"/>
                    </a:ext>
                  </a:extLst>
                </p:cNvPr>
                <p:cNvSpPr/>
                <p:nvPr/>
              </p:nvSpPr>
              <p:spPr>
                <a:xfrm>
                  <a:off x="5537905" y="-608489"/>
                  <a:ext cx="16015" cy="26931"/>
                </a:xfrm>
                <a:custGeom>
                  <a:avLst/>
                  <a:gdLst>
                    <a:gd name="connsiteX0" fmla="*/ 282 w 16015"/>
                    <a:gd name="connsiteY0" fmla="*/ 13317 h 26931"/>
                    <a:gd name="connsiteX1" fmla="*/ 15901 w 16015"/>
                    <a:gd name="connsiteY1" fmla="*/ 26932 h 26931"/>
                    <a:gd name="connsiteX2" fmla="*/ 5828 w 16015"/>
                    <a:gd name="connsiteY2" fmla="*/ 147 h 26931"/>
                    <a:gd name="connsiteX3" fmla="*/ 282 w 16015"/>
                    <a:gd name="connsiteY3" fmla="*/ 13317 h 26931"/>
                  </a:gdLst>
                  <a:ahLst/>
                  <a:cxnLst>
                    <a:cxn ang="0">
                      <a:pos x="connsiteX0" y="connsiteY0"/>
                    </a:cxn>
                    <a:cxn ang="0">
                      <a:pos x="connsiteX1" y="connsiteY1"/>
                    </a:cxn>
                    <a:cxn ang="0">
                      <a:pos x="connsiteX2" y="connsiteY2"/>
                    </a:cxn>
                    <a:cxn ang="0">
                      <a:pos x="connsiteX3" y="connsiteY3"/>
                    </a:cxn>
                  </a:cxnLst>
                  <a:rect l="l" t="t" r="r" b="b"/>
                  <a:pathLst>
                    <a:path w="16015" h="26931">
                      <a:moveTo>
                        <a:pt x="282" y="13317"/>
                      </a:moveTo>
                      <a:cubicBezTo>
                        <a:pt x="7677" y="18025"/>
                        <a:pt x="11056" y="21206"/>
                        <a:pt x="15901" y="26932"/>
                      </a:cubicBezTo>
                      <a:cubicBezTo>
                        <a:pt x="16793" y="19107"/>
                        <a:pt x="12394" y="3710"/>
                        <a:pt x="5828" y="147"/>
                      </a:cubicBezTo>
                      <a:cubicBezTo>
                        <a:pt x="3023" y="-1379"/>
                        <a:pt x="-1121" y="9373"/>
                        <a:pt x="282" y="13317"/>
                      </a:cubicBezTo>
                    </a:path>
                  </a:pathLst>
                </a:custGeom>
                <a:solidFill>
                  <a:srgbClr val="000000"/>
                </a:solidFill>
                <a:ln w="637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BEAFD5A3-C771-9E04-2F9A-163E51209385}"/>
                    </a:ext>
                  </a:extLst>
                </p:cNvPr>
                <p:cNvSpPr/>
                <p:nvPr/>
              </p:nvSpPr>
              <p:spPr>
                <a:xfrm>
                  <a:off x="5420760" y="-636719"/>
                  <a:ext cx="193672" cy="104022"/>
                </a:xfrm>
                <a:custGeom>
                  <a:avLst/>
                  <a:gdLst>
                    <a:gd name="connsiteX0" fmla="*/ 0 w 193672"/>
                    <a:gd name="connsiteY0" fmla="*/ 104023 h 104022"/>
                    <a:gd name="connsiteX1" fmla="*/ 35063 w 193672"/>
                    <a:gd name="connsiteY1" fmla="*/ 65659 h 104022"/>
                    <a:gd name="connsiteX2" fmla="*/ 83321 w 193672"/>
                    <a:gd name="connsiteY2" fmla="*/ 29395 h 104022"/>
                    <a:gd name="connsiteX3" fmla="*/ 86126 w 193672"/>
                    <a:gd name="connsiteY3" fmla="*/ 14699 h 104022"/>
                    <a:gd name="connsiteX4" fmla="*/ 99514 w 193672"/>
                    <a:gd name="connsiteY4" fmla="*/ 24560 h 104022"/>
                    <a:gd name="connsiteX5" fmla="*/ 104486 w 193672"/>
                    <a:gd name="connsiteY5" fmla="*/ 23987 h 104022"/>
                    <a:gd name="connsiteX6" fmla="*/ 111563 w 193672"/>
                    <a:gd name="connsiteY6" fmla="*/ 3883 h 104022"/>
                    <a:gd name="connsiteX7" fmla="*/ 129285 w 193672"/>
                    <a:gd name="connsiteY7" fmla="*/ 4901 h 104022"/>
                    <a:gd name="connsiteX8" fmla="*/ 155295 w 193672"/>
                    <a:gd name="connsiteY8" fmla="*/ 29459 h 104022"/>
                    <a:gd name="connsiteX9" fmla="*/ 193673 w 193672"/>
                    <a:gd name="connsiteY9" fmla="*/ 55671 h 104022"/>
                    <a:gd name="connsiteX10" fmla="*/ 176077 w 193672"/>
                    <a:gd name="connsiteY10" fmla="*/ 49817 h 104022"/>
                    <a:gd name="connsiteX11" fmla="*/ 188572 w 193672"/>
                    <a:gd name="connsiteY11" fmla="*/ 97661 h 104022"/>
                    <a:gd name="connsiteX12" fmla="*/ 161160 w 193672"/>
                    <a:gd name="connsiteY12" fmla="*/ 60633 h 104022"/>
                    <a:gd name="connsiteX13" fmla="*/ 136935 w 193672"/>
                    <a:gd name="connsiteY13" fmla="*/ 58915 h 104022"/>
                    <a:gd name="connsiteX14" fmla="*/ 142927 w 193672"/>
                    <a:gd name="connsiteY14" fmla="*/ 58597 h 104022"/>
                    <a:gd name="connsiteX15" fmla="*/ 123484 w 193672"/>
                    <a:gd name="connsiteY15" fmla="*/ 10500 h 104022"/>
                    <a:gd name="connsiteX16" fmla="*/ 109650 w 193672"/>
                    <a:gd name="connsiteY16" fmla="*/ 30222 h 104022"/>
                    <a:gd name="connsiteX17" fmla="*/ 101618 w 193672"/>
                    <a:gd name="connsiteY17" fmla="*/ 36393 h 104022"/>
                    <a:gd name="connsiteX18" fmla="*/ 103721 w 193672"/>
                    <a:gd name="connsiteY18" fmla="*/ 30413 h 104022"/>
                    <a:gd name="connsiteX19" fmla="*/ 71527 w 193672"/>
                    <a:gd name="connsiteY19" fmla="*/ 41547 h 104022"/>
                    <a:gd name="connsiteX20" fmla="*/ 42011 w 193672"/>
                    <a:gd name="connsiteY20" fmla="*/ 70367 h 104022"/>
                    <a:gd name="connsiteX21" fmla="*/ 64 w 193672"/>
                    <a:gd name="connsiteY21" fmla="*/ 104023 h 104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3672" h="104022">
                      <a:moveTo>
                        <a:pt x="0" y="104023"/>
                      </a:moveTo>
                      <a:cubicBezTo>
                        <a:pt x="4717" y="91617"/>
                        <a:pt x="16320" y="76729"/>
                        <a:pt x="35063" y="65659"/>
                      </a:cubicBezTo>
                      <a:cubicBezTo>
                        <a:pt x="39397" y="54525"/>
                        <a:pt x="37931" y="46955"/>
                        <a:pt x="83321" y="29395"/>
                      </a:cubicBezTo>
                      <a:cubicBezTo>
                        <a:pt x="84469" y="22651"/>
                        <a:pt x="84214" y="14699"/>
                        <a:pt x="86126" y="14699"/>
                      </a:cubicBezTo>
                      <a:cubicBezTo>
                        <a:pt x="88039" y="14699"/>
                        <a:pt x="94732" y="17625"/>
                        <a:pt x="99514" y="24560"/>
                      </a:cubicBezTo>
                      <a:cubicBezTo>
                        <a:pt x="101490" y="24369"/>
                        <a:pt x="103275" y="24114"/>
                        <a:pt x="104486" y="23987"/>
                      </a:cubicBezTo>
                      <a:cubicBezTo>
                        <a:pt x="105315" y="20043"/>
                        <a:pt x="107993" y="9354"/>
                        <a:pt x="111563" y="3883"/>
                      </a:cubicBezTo>
                      <a:cubicBezTo>
                        <a:pt x="114877" y="-1207"/>
                        <a:pt x="121189" y="-1716"/>
                        <a:pt x="129285" y="4901"/>
                      </a:cubicBezTo>
                      <a:cubicBezTo>
                        <a:pt x="137764" y="11836"/>
                        <a:pt x="143692" y="14699"/>
                        <a:pt x="155295" y="29459"/>
                      </a:cubicBezTo>
                      <a:cubicBezTo>
                        <a:pt x="165048" y="33849"/>
                        <a:pt x="180412" y="39447"/>
                        <a:pt x="193673" y="55671"/>
                      </a:cubicBezTo>
                      <a:cubicBezTo>
                        <a:pt x="187935" y="51917"/>
                        <a:pt x="181369" y="50454"/>
                        <a:pt x="176077" y="49817"/>
                      </a:cubicBezTo>
                      <a:cubicBezTo>
                        <a:pt x="186851" y="59297"/>
                        <a:pt x="193991" y="74884"/>
                        <a:pt x="188572" y="97661"/>
                      </a:cubicBezTo>
                      <a:cubicBezTo>
                        <a:pt x="186469" y="76348"/>
                        <a:pt x="170722" y="67441"/>
                        <a:pt x="161160" y="60633"/>
                      </a:cubicBezTo>
                      <a:cubicBezTo>
                        <a:pt x="166387" y="78638"/>
                        <a:pt x="143756" y="72403"/>
                        <a:pt x="136935" y="58915"/>
                      </a:cubicBezTo>
                      <a:cubicBezTo>
                        <a:pt x="139166" y="59615"/>
                        <a:pt x="141525" y="59552"/>
                        <a:pt x="142927" y="58597"/>
                      </a:cubicBezTo>
                      <a:cubicBezTo>
                        <a:pt x="142162" y="31113"/>
                        <a:pt x="129221" y="15335"/>
                        <a:pt x="123484" y="10500"/>
                      </a:cubicBezTo>
                      <a:cubicBezTo>
                        <a:pt x="116089" y="4392"/>
                        <a:pt x="112136" y="19088"/>
                        <a:pt x="109650" y="30222"/>
                      </a:cubicBezTo>
                      <a:cubicBezTo>
                        <a:pt x="108821" y="33912"/>
                        <a:pt x="105697" y="36521"/>
                        <a:pt x="101618" y="36393"/>
                      </a:cubicBezTo>
                      <a:cubicBezTo>
                        <a:pt x="102510" y="35057"/>
                        <a:pt x="103530" y="31495"/>
                        <a:pt x="103721" y="30413"/>
                      </a:cubicBezTo>
                      <a:cubicBezTo>
                        <a:pt x="92310" y="31304"/>
                        <a:pt x="79432" y="38048"/>
                        <a:pt x="71527" y="41547"/>
                      </a:cubicBezTo>
                      <a:cubicBezTo>
                        <a:pt x="51510" y="50581"/>
                        <a:pt x="46410" y="55162"/>
                        <a:pt x="42011" y="70367"/>
                      </a:cubicBezTo>
                      <a:cubicBezTo>
                        <a:pt x="26074" y="77047"/>
                        <a:pt x="7777" y="95370"/>
                        <a:pt x="64" y="104023"/>
                      </a:cubicBezTo>
                    </a:path>
                  </a:pathLst>
                </a:custGeom>
                <a:solidFill>
                  <a:srgbClr val="000000"/>
                </a:solidFill>
                <a:ln w="637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62FD6DBE-FAD0-1D1A-A85C-CC331EF7717B}"/>
                    </a:ext>
                  </a:extLst>
                </p:cNvPr>
                <p:cNvSpPr/>
                <p:nvPr/>
              </p:nvSpPr>
              <p:spPr>
                <a:xfrm>
                  <a:off x="5460731" y="-571970"/>
                  <a:ext cx="79687" cy="83363"/>
                </a:xfrm>
                <a:custGeom>
                  <a:avLst/>
                  <a:gdLst>
                    <a:gd name="connsiteX0" fmla="*/ 60117 w 79687"/>
                    <a:gd name="connsiteY0" fmla="*/ 35521 h 83363"/>
                    <a:gd name="connsiteX1" fmla="*/ 60244 w 79687"/>
                    <a:gd name="connsiteY1" fmla="*/ 83364 h 83363"/>
                    <a:gd name="connsiteX2" fmla="*/ 39908 w 79687"/>
                    <a:gd name="connsiteY2" fmla="*/ 47227 h 83363"/>
                    <a:gd name="connsiteX3" fmla="*/ 49151 w 79687"/>
                    <a:gd name="connsiteY3" fmla="*/ 64977 h 83363"/>
                    <a:gd name="connsiteX4" fmla="*/ 27540 w 79687"/>
                    <a:gd name="connsiteY4" fmla="*/ 54162 h 83363"/>
                    <a:gd name="connsiteX5" fmla="*/ 12687 w 79687"/>
                    <a:gd name="connsiteY5" fmla="*/ 49136 h 83363"/>
                    <a:gd name="connsiteX6" fmla="*/ 0 w 79687"/>
                    <a:gd name="connsiteY6" fmla="*/ 31004 h 83363"/>
                    <a:gd name="connsiteX7" fmla="*/ 23906 w 79687"/>
                    <a:gd name="connsiteY7" fmla="*/ 42901 h 83363"/>
                    <a:gd name="connsiteX8" fmla="*/ 40290 w 79687"/>
                    <a:gd name="connsiteY8" fmla="*/ 34185 h 83363"/>
                    <a:gd name="connsiteX9" fmla="*/ 55144 w 79687"/>
                    <a:gd name="connsiteY9" fmla="*/ 31640 h 83363"/>
                    <a:gd name="connsiteX10" fmla="*/ 62029 w 79687"/>
                    <a:gd name="connsiteY10" fmla="*/ 1738 h 83363"/>
                    <a:gd name="connsiteX11" fmla="*/ 79688 w 79687"/>
                    <a:gd name="connsiteY11" fmla="*/ 3328 h 83363"/>
                    <a:gd name="connsiteX12" fmla="*/ 60117 w 79687"/>
                    <a:gd name="connsiteY12" fmla="*/ 35457 h 83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9687" h="83363">
                      <a:moveTo>
                        <a:pt x="60117" y="35521"/>
                      </a:moveTo>
                      <a:cubicBezTo>
                        <a:pt x="62348" y="38002"/>
                        <a:pt x="75544" y="57979"/>
                        <a:pt x="60244" y="83364"/>
                      </a:cubicBezTo>
                      <a:cubicBezTo>
                        <a:pt x="64452" y="64723"/>
                        <a:pt x="52785" y="28968"/>
                        <a:pt x="39908" y="47227"/>
                      </a:cubicBezTo>
                      <a:cubicBezTo>
                        <a:pt x="48641" y="51044"/>
                        <a:pt x="51510" y="58106"/>
                        <a:pt x="49151" y="64977"/>
                      </a:cubicBezTo>
                      <a:cubicBezTo>
                        <a:pt x="45581" y="58361"/>
                        <a:pt x="36465" y="51171"/>
                        <a:pt x="27540" y="54162"/>
                      </a:cubicBezTo>
                      <a:cubicBezTo>
                        <a:pt x="23077" y="55689"/>
                        <a:pt x="17085" y="55689"/>
                        <a:pt x="12687" y="49136"/>
                      </a:cubicBezTo>
                      <a:cubicBezTo>
                        <a:pt x="6885" y="40674"/>
                        <a:pt x="16575" y="30176"/>
                        <a:pt x="0" y="31004"/>
                      </a:cubicBezTo>
                      <a:cubicBezTo>
                        <a:pt x="20081" y="20824"/>
                        <a:pt x="14280" y="40547"/>
                        <a:pt x="23906" y="42901"/>
                      </a:cubicBezTo>
                      <a:cubicBezTo>
                        <a:pt x="35126" y="45573"/>
                        <a:pt x="36465" y="38702"/>
                        <a:pt x="40290" y="34185"/>
                      </a:cubicBezTo>
                      <a:cubicBezTo>
                        <a:pt x="43414" y="30495"/>
                        <a:pt x="49151" y="27695"/>
                        <a:pt x="55144" y="31640"/>
                      </a:cubicBezTo>
                      <a:cubicBezTo>
                        <a:pt x="58013" y="22860"/>
                        <a:pt x="53869" y="9054"/>
                        <a:pt x="62029" y="1738"/>
                      </a:cubicBezTo>
                      <a:cubicBezTo>
                        <a:pt x="65025" y="-934"/>
                        <a:pt x="74715" y="-616"/>
                        <a:pt x="79688" y="3328"/>
                      </a:cubicBezTo>
                      <a:cubicBezTo>
                        <a:pt x="72611" y="3201"/>
                        <a:pt x="64260" y="11663"/>
                        <a:pt x="60117" y="35457"/>
                      </a:cubicBezTo>
                    </a:path>
                  </a:pathLst>
                </a:custGeom>
                <a:solidFill>
                  <a:srgbClr val="000000"/>
                </a:solidFill>
                <a:ln w="637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7D0667F4-E788-F8EC-695C-E57EC8799248}"/>
                    </a:ext>
                  </a:extLst>
                </p:cNvPr>
                <p:cNvSpPr/>
                <p:nvPr/>
              </p:nvSpPr>
              <p:spPr>
                <a:xfrm>
                  <a:off x="5413110" y="-571378"/>
                  <a:ext cx="224465" cy="165351"/>
                </a:xfrm>
                <a:custGeom>
                  <a:avLst/>
                  <a:gdLst>
                    <a:gd name="connsiteX0" fmla="*/ 210247 w 224465"/>
                    <a:gd name="connsiteY0" fmla="*/ 0 h 165351"/>
                    <a:gd name="connsiteX1" fmla="*/ 207060 w 224465"/>
                    <a:gd name="connsiteY1" fmla="*/ 90151 h 165351"/>
                    <a:gd name="connsiteX2" fmla="*/ 201641 w 224465"/>
                    <a:gd name="connsiteY2" fmla="*/ 36773 h 165351"/>
                    <a:gd name="connsiteX3" fmla="*/ 165240 w 224465"/>
                    <a:gd name="connsiteY3" fmla="*/ 141430 h 165351"/>
                    <a:gd name="connsiteX4" fmla="*/ 173209 w 224465"/>
                    <a:gd name="connsiteY4" fmla="*/ 90469 h 165351"/>
                    <a:gd name="connsiteX5" fmla="*/ 180030 w 224465"/>
                    <a:gd name="connsiteY5" fmla="*/ 97340 h 165351"/>
                    <a:gd name="connsiteX6" fmla="*/ 176970 w 224465"/>
                    <a:gd name="connsiteY6" fmla="*/ 46316 h 165351"/>
                    <a:gd name="connsiteX7" fmla="*/ 187552 w 224465"/>
                    <a:gd name="connsiteY7" fmla="*/ 51406 h 165351"/>
                    <a:gd name="connsiteX8" fmla="*/ 163200 w 224465"/>
                    <a:gd name="connsiteY8" fmla="*/ 11834 h 165351"/>
                    <a:gd name="connsiteX9" fmla="*/ 175058 w 224465"/>
                    <a:gd name="connsiteY9" fmla="*/ 38873 h 165351"/>
                    <a:gd name="connsiteX10" fmla="*/ 159247 w 224465"/>
                    <a:gd name="connsiteY10" fmla="*/ 35564 h 165351"/>
                    <a:gd name="connsiteX11" fmla="*/ 173209 w 224465"/>
                    <a:gd name="connsiteY11" fmla="*/ 81690 h 165351"/>
                    <a:gd name="connsiteX12" fmla="*/ 157909 w 224465"/>
                    <a:gd name="connsiteY12" fmla="*/ 74882 h 165351"/>
                    <a:gd name="connsiteX13" fmla="*/ 158929 w 224465"/>
                    <a:gd name="connsiteY13" fmla="*/ 121580 h 165351"/>
                    <a:gd name="connsiteX14" fmla="*/ 154721 w 224465"/>
                    <a:gd name="connsiteY14" fmla="*/ 108220 h 165351"/>
                    <a:gd name="connsiteX15" fmla="*/ 132154 w 224465"/>
                    <a:gd name="connsiteY15" fmla="*/ 130233 h 165351"/>
                    <a:gd name="connsiteX16" fmla="*/ 125906 w 224465"/>
                    <a:gd name="connsiteY16" fmla="*/ 98104 h 165351"/>
                    <a:gd name="connsiteX17" fmla="*/ 91099 w 224465"/>
                    <a:gd name="connsiteY17" fmla="*/ 132014 h 165351"/>
                    <a:gd name="connsiteX18" fmla="*/ 71145 w 224465"/>
                    <a:gd name="connsiteY18" fmla="*/ 111464 h 165351"/>
                    <a:gd name="connsiteX19" fmla="*/ 104423 w 224465"/>
                    <a:gd name="connsiteY19" fmla="*/ 86207 h 165351"/>
                    <a:gd name="connsiteX20" fmla="*/ 75225 w 224465"/>
                    <a:gd name="connsiteY20" fmla="*/ 64257 h 165351"/>
                    <a:gd name="connsiteX21" fmla="*/ 38696 w 224465"/>
                    <a:gd name="connsiteY21" fmla="*/ 84044 h 165351"/>
                    <a:gd name="connsiteX22" fmla="*/ 20209 w 224465"/>
                    <a:gd name="connsiteY22" fmla="*/ 67820 h 165351"/>
                    <a:gd name="connsiteX23" fmla="*/ 28114 w 224465"/>
                    <a:gd name="connsiteY23" fmla="*/ 45553 h 165351"/>
                    <a:gd name="connsiteX24" fmla="*/ 5419 w 224465"/>
                    <a:gd name="connsiteY24" fmla="*/ 47398 h 165351"/>
                    <a:gd name="connsiteX25" fmla="*/ 6184 w 224465"/>
                    <a:gd name="connsiteY25" fmla="*/ 40654 h 165351"/>
                    <a:gd name="connsiteX26" fmla="*/ 0 w 224465"/>
                    <a:gd name="connsiteY26" fmla="*/ 51851 h 165351"/>
                    <a:gd name="connsiteX27" fmla="*/ 12814 w 224465"/>
                    <a:gd name="connsiteY27" fmla="*/ 65721 h 165351"/>
                    <a:gd name="connsiteX28" fmla="*/ 38059 w 224465"/>
                    <a:gd name="connsiteY28" fmla="*/ 90724 h 165351"/>
                    <a:gd name="connsiteX29" fmla="*/ 54060 w 224465"/>
                    <a:gd name="connsiteY29" fmla="*/ 101667 h 165351"/>
                    <a:gd name="connsiteX30" fmla="*/ 53295 w 224465"/>
                    <a:gd name="connsiteY30" fmla="*/ 83153 h 165351"/>
                    <a:gd name="connsiteX31" fmla="*/ 85871 w 224465"/>
                    <a:gd name="connsiteY31" fmla="*/ 80926 h 165351"/>
                    <a:gd name="connsiteX32" fmla="*/ 55144 w 224465"/>
                    <a:gd name="connsiteY32" fmla="*/ 102812 h 165351"/>
                    <a:gd name="connsiteX33" fmla="*/ 58841 w 224465"/>
                    <a:gd name="connsiteY33" fmla="*/ 119799 h 165351"/>
                    <a:gd name="connsiteX34" fmla="*/ 99514 w 224465"/>
                    <a:gd name="connsiteY34" fmla="*/ 141239 h 165351"/>
                    <a:gd name="connsiteX35" fmla="*/ 121571 w 224465"/>
                    <a:gd name="connsiteY35" fmla="*/ 103893 h 165351"/>
                    <a:gd name="connsiteX36" fmla="*/ 116790 w 224465"/>
                    <a:gd name="connsiteY36" fmla="*/ 139140 h 165351"/>
                    <a:gd name="connsiteX37" fmla="*/ 150769 w 224465"/>
                    <a:gd name="connsiteY37" fmla="*/ 130996 h 165351"/>
                    <a:gd name="connsiteX38" fmla="*/ 135214 w 224465"/>
                    <a:gd name="connsiteY38" fmla="*/ 165351 h 165351"/>
                    <a:gd name="connsiteX39" fmla="*/ 210184 w 224465"/>
                    <a:gd name="connsiteY39" fmla="*/ 64 h 165351"/>
                    <a:gd name="connsiteX40" fmla="*/ 16830 w 224465"/>
                    <a:gd name="connsiteY40" fmla="*/ 62667 h 165351"/>
                    <a:gd name="connsiteX41" fmla="*/ 6885 w 224465"/>
                    <a:gd name="connsiteY41" fmla="*/ 52042 h 165351"/>
                    <a:gd name="connsiteX42" fmla="*/ 14535 w 224465"/>
                    <a:gd name="connsiteY42" fmla="*/ 46825 h 165351"/>
                    <a:gd name="connsiteX43" fmla="*/ 18806 w 224465"/>
                    <a:gd name="connsiteY43" fmla="*/ 48543 h 165351"/>
                    <a:gd name="connsiteX44" fmla="*/ 15173 w 224465"/>
                    <a:gd name="connsiteY44" fmla="*/ 51597 h 165351"/>
                    <a:gd name="connsiteX45" fmla="*/ 18424 w 224465"/>
                    <a:gd name="connsiteY45" fmla="*/ 57386 h 165351"/>
                    <a:gd name="connsiteX46" fmla="*/ 16894 w 224465"/>
                    <a:gd name="connsiteY46" fmla="*/ 62667 h 165351"/>
                    <a:gd name="connsiteX47" fmla="*/ 42266 w 224465"/>
                    <a:gd name="connsiteY47" fmla="*/ 88115 h 165351"/>
                    <a:gd name="connsiteX48" fmla="*/ 48641 w 224465"/>
                    <a:gd name="connsiteY48" fmla="*/ 83280 h 165351"/>
                    <a:gd name="connsiteX49" fmla="*/ 50044 w 224465"/>
                    <a:gd name="connsiteY49" fmla="*/ 96768 h 165351"/>
                    <a:gd name="connsiteX50" fmla="*/ 42266 w 224465"/>
                    <a:gd name="connsiteY50" fmla="*/ 88052 h 165351"/>
                    <a:gd name="connsiteX51" fmla="*/ 82174 w 224465"/>
                    <a:gd name="connsiteY51" fmla="*/ 93523 h 165351"/>
                    <a:gd name="connsiteX52" fmla="*/ 87656 w 224465"/>
                    <a:gd name="connsiteY52" fmla="*/ 94032 h 165351"/>
                    <a:gd name="connsiteX53" fmla="*/ 86254 w 224465"/>
                    <a:gd name="connsiteY53" fmla="*/ 85634 h 165351"/>
                    <a:gd name="connsiteX54" fmla="*/ 94605 w 224465"/>
                    <a:gd name="connsiteY54" fmla="*/ 88497 h 165351"/>
                    <a:gd name="connsiteX55" fmla="*/ 79688 w 224465"/>
                    <a:gd name="connsiteY55" fmla="*/ 101985 h 165351"/>
                    <a:gd name="connsiteX56" fmla="*/ 82174 w 224465"/>
                    <a:gd name="connsiteY56" fmla="*/ 93459 h 165351"/>
                    <a:gd name="connsiteX57" fmla="*/ 61965 w 224465"/>
                    <a:gd name="connsiteY57" fmla="*/ 115472 h 165351"/>
                    <a:gd name="connsiteX58" fmla="*/ 58650 w 224465"/>
                    <a:gd name="connsiteY58" fmla="*/ 107520 h 165351"/>
                    <a:gd name="connsiteX59" fmla="*/ 66619 w 224465"/>
                    <a:gd name="connsiteY59" fmla="*/ 110701 h 165351"/>
                    <a:gd name="connsiteX60" fmla="*/ 62029 w 224465"/>
                    <a:gd name="connsiteY60" fmla="*/ 115472 h 16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24465" h="165351">
                      <a:moveTo>
                        <a:pt x="210247" y="0"/>
                      </a:moveTo>
                      <a:cubicBezTo>
                        <a:pt x="220448" y="35501"/>
                        <a:pt x="217579" y="69729"/>
                        <a:pt x="207060" y="90151"/>
                      </a:cubicBezTo>
                      <a:cubicBezTo>
                        <a:pt x="208399" y="77363"/>
                        <a:pt x="197115" y="58595"/>
                        <a:pt x="201641" y="36773"/>
                      </a:cubicBezTo>
                      <a:cubicBezTo>
                        <a:pt x="180285" y="57450"/>
                        <a:pt x="213626" y="108156"/>
                        <a:pt x="165240" y="141430"/>
                      </a:cubicBezTo>
                      <a:cubicBezTo>
                        <a:pt x="172444" y="129851"/>
                        <a:pt x="175759" y="100967"/>
                        <a:pt x="173209" y="90469"/>
                      </a:cubicBezTo>
                      <a:cubicBezTo>
                        <a:pt x="175759" y="91487"/>
                        <a:pt x="178372" y="94668"/>
                        <a:pt x="180030" y="97340"/>
                      </a:cubicBezTo>
                      <a:cubicBezTo>
                        <a:pt x="184046" y="84107"/>
                        <a:pt x="184556" y="65275"/>
                        <a:pt x="176970" y="46316"/>
                      </a:cubicBezTo>
                      <a:cubicBezTo>
                        <a:pt x="179584" y="46634"/>
                        <a:pt x="185066" y="49052"/>
                        <a:pt x="187552" y="51406"/>
                      </a:cubicBezTo>
                      <a:cubicBezTo>
                        <a:pt x="188764" y="22013"/>
                        <a:pt x="167216" y="19786"/>
                        <a:pt x="163200" y="11834"/>
                      </a:cubicBezTo>
                      <a:cubicBezTo>
                        <a:pt x="163200" y="20422"/>
                        <a:pt x="173272" y="27675"/>
                        <a:pt x="175058" y="38873"/>
                      </a:cubicBezTo>
                      <a:cubicBezTo>
                        <a:pt x="167981" y="35564"/>
                        <a:pt x="162881" y="35183"/>
                        <a:pt x="159247" y="35564"/>
                      </a:cubicBezTo>
                      <a:cubicBezTo>
                        <a:pt x="164666" y="39509"/>
                        <a:pt x="176779" y="62921"/>
                        <a:pt x="173209" y="81690"/>
                      </a:cubicBezTo>
                      <a:cubicBezTo>
                        <a:pt x="167981" y="77300"/>
                        <a:pt x="163136" y="75264"/>
                        <a:pt x="157909" y="74882"/>
                      </a:cubicBezTo>
                      <a:cubicBezTo>
                        <a:pt x="164347" y="84553"/>
                        <a:pt x="166961" y="110001"/>
                        <a:pt x="158929" y="121580"/>
                      </a:cubicBezTo>
                      <a:cubicBezTo>
                        <a:pt x="158738" y="118972"/>
                        <a:pt x="157717" y="111401"/>
                        <a:pt x="154721" y="108220"/>
                      </a:cubicBezTo>
                      <a:cubicBezTo>
                        <a:pt x="150896" y="122407"/>
                        <a:pt x="139804" y="128451"/>
                        <a:pt x="132154" y="130233"/>
                      </a:cubicBezTo>
                      <a:cubicBezTo>
                        <a:pt x="141652" y="120371"/>
                        <a:pt x="139804" y="102812"/>
                        <a:pt x="125906" y="98104"/>
                      </a:cubicBezTo>
                      <a:cubicBezTo>
                        <a:pt x="113411" y="93841"/>
                        <a:pt x="97537" y="102303"/>
                        <a:pt x="91099" y="132014"/>
                      </a:cubicBezTo>
                      <a:cubicBezTo>
                        <a:pt x="82046" y="134686"/>
                        <a:pt x="54952" y="128833"/>
                        <a:pt x="71145" y="111464"/>
                      </a:cubicBezTo>
                      <a:cubicBezTo>
                        <a:pt x="81026" y="114773"/>
                        <a:pt x="106144" y="97977"/>
                        <a:pt x="104423" y="86207"/>
                      </a:cubicBezTo>
                      <a:cubicBezTo>
                        <a:pt x="102000" y="69856"/>
                        <a:pt x="87082" y="64130"/>
                        <a:pt x="75225" y="64257"/>
                      </a:cubicBezTo>
                      <a:cubicBezTo>
                        <a:pt x="60563" y="64448"/>
                        <a:pt x="50681" y="78063"/>
                        <a:pt x="38696" y="84044"/>
                      </a:cubicBezTo>
                      <a:cubicBezTo>
                        <a:pt x="28688" y="82517"/>
                        <a:pt x="25309" y="81117"/>
                        <a:pt x="20209" y="67820"/>
                      </a:cubicBezTo>
                      <a:cubicBezTo>
                        <a:pt x="19571" y="59677"/>
                        <a:pt x="28241" y="53951"/>
                        <a:pt x="28114" y="45553"/>
                      </a:cubicBezTo>
                      <a:cubicBezTo>
                        <a:pt x="21037" y="47080"/>
                        <a:pt x="19253" y="36391"/>
                        <a:pt x="5419" y="47398"/>
                      </a:cubicBezTo>
                      <a:cubicBezTo>
                        <a:pt x="4335" y="45362"/>
                        <a:pt x="6184" y="40654"/>
                        <a:pt x="6184" y="40654"/>
                      </a:cubicBezTo>
                      <a:cubicBezTo>
                        <a:pt x="1084" y="45235"/>
                        <a:pt x="128" y="50770"/>
                        <a:pt x="0" y="51851"/>
                      </a:cubicBezTo>
                      <a:cubicBezTo>
                        <a:pt x="2486" y="56750"/>
                        <a:pt x="5993" y="61267"/>
                        <a:pt x="12814" y="65721"/>
                      </a:cubicBezTo>
                      <a:cubicBezTo>
                        <a:pt x="20974" y="87479"/>
                        <a:pt x="29389" y="89960"/>
                        <a:pt x="38059" y="90724"/>
                      </a:cubicBezTo>
                      <a:cubicBezTo>
                        <a:pt x="39525" y="92823"/>
                        <a:pt x="45964" y="100458"/>
                        <a:pt x="54060" y="101667"/>
                      </a:cubicBezTo>
                      <a:cubicBezTo>
                        <a:pt x="52658" y="97595"/>
                        <a:pt x="52466" y="86016"/>
                        <a:pt x="53295" y="83153"/>
                      </a:cubicBezTo>
                      <a:cubicBezTo>
                        <a:pt x="71018" y="65403"/>
                        <a:pt x="84214" y="76218"/>
                        <a:pt x="85871" y="80926"/>
                      </a:cubicBezTo>
                      <a:cubicBezTo>
                        <a:pt x="70125" y="84171"/>
                        <a:pt x="81281" y="117763"/>
                        <a:pt x="55144" y="102812"/>
                      </a:cubicBezTo>
                      <a:cubicBezTo>
                        <a:pt x="54060" y="106247"/>
                        <a:pt x="55526" y="114836"/>
                        <a:pt x="58841" y="119799"/>
                      </a:cubicBezTo>
                      <a:cubicBezTo>
                        <a:pt x="61519" y="142830"/>
                        <a:pt x="90525" y="137167"/>
                        <a:pt x="99514" y="141239"/>
                      </a:cubicBezTo>
                      <a:cubicBezTo>
                        <a:pt x="98558" y="118908"/>
                        <a:pt x="110925" y="102557"/>
                        <a:pt x="121571" y="103893"/>
                      </a:cubicBezTo>
                      <a:cubicBezTo>
                        <a:pt x="132281" y="105229"/>
                        <a:pt x="135022" y="122662"/>
                        <a:pt x="116790" y="139140"/>
                      </a:cubicBezTo>
                      <a:cubicBezTo>
                        <a:pt x="121316" y="141493"/>
                        <a:pt x="140824" y="138249"/>
                        <a:pt x="150769" y="130996"/>
                      </a:cubicBezTo>
                      <a:cubicBezTo>
                        <a:pt x="151661" y="136722"/>
                        <a:pt x="144330" y="153518"/>
                        <a:pt x="135214" y="165351"/>
                      </a:cubicBezTo>
                      <a:cubicBezTo>
                        <a:pt x="211841" y="147856"/>
                        <a:pt x="246075" y="64894"/>
                        <a:pt x="210184" y="64"/>
                      </a:cubicBezTo>
                      <a:moveTo>
                        <a:pt x="16830" y="62667"/>
                      </a:moveTo>
                      <a:cubicBezTo>
                        <a:pt x="13196" y="60058"/>
                        <a:pt x="7459" y="54269"/>
                        <a:pt x="6885" y="52042"/>
                      </a:cubicBezTo>
                      <a:cubicBezTo>
                        <a:pt x="7586" y="51215"/>
                        <a:pt x="10646" y="47907"/>
                        <a:pt x="14535" y="46825"/>
                      </a:cubicBezTo>
                      <a:cubicBezTo>
                        <a:pt x="17340" y="46062"/>
                        <a:pt x="19189" y="47652"/>
                        <a:pt x="18806" y="48543"/>
                      </a:cubicBezTo>
                      <a:cubicBezTo>
                        <a:pt x="18424" y="49434"/>
                        <a:pt x="15938" y="49434"/>
                        <a:pt x="15173" y="51597"/>
                      </a:cubicBezTo>
                      <a:cubicBezTo>
                        <a:pt x="14025" y="54969"/>
                        <a:pt x="17659" y="55859"/>
                        <a:pt x="18424" y="57386"/>
                      </a:cubicBezTo>
                      <a:cubicBezTo>
                        <a:pt x="18870" y="58341"/>
                        <a:pt x="19826" y="60695"/>
                        <a:pt x="16894" y="62667"/>
                      </a:cubicBezTo>
                      <a:moveTo>
                        <a:pt x="42266" y="88115"/>
                      </a:moveTo>
                      <a:cubicBezTo>
                        <a:pt x="43095" y="86079"/>
                        <a:pt x="46920" y="83471"/>
                        <a:pt x="48641" y="83280"/>
                      </a:cubicBezTo>
                      <a:cubicBezTo>
                        <a:pt x="48004" y="89006"/>
                        <a:pt x="50044" y="96768"/>
                        <a:pt x="50044" y="96768"/>
                      </a:cubicBezTo>
                      <a:cubicBezTo>
                        <a:pt x="50044" y="96768"/>
                        <a:pt x="42330" y="91933"/>
                        <a:pt x="42266" y="88052"/>
                      </a:cubicBezTo>
                      <a:moveTo>
                        <a:pt x="82174" y="93523"/>
                      </a:moveTo>
                      <a:cubicBezTo>
                        <a:pt x="84150" y="93714"/>
                        <a:pt x="85871" y="95368"/>
                        <a:pt x="87656" y="94032"/>
                      </a:cubicBezTo>
                      <a:cubicBezTo>
                        <a:pt x="89441" y="92760"/>
                        <a:pt x="87656" y="87352"/>
                        <a:pt x="86254" y="85634"/>
                      </a:cubicBezTo>
                      <a:cubicBezTo>
                        <a:pt x="87975" y="85316"/>
                        <a:pt x="94924" y="85952"/>
                        <a:pt x="94605" y="88497"/>
                      </a:cubicBezTo>
                      <a:cubicBezTo>
                        <a:pt x="93776" y="94986"/>
                        <a:pt x="89696" y="97086"/>
                        <a:pt x="79688" y="101985"/>
                      </a:cubicBezTo>
                      <a:cubicBezTo>
                        <a:pt x="81409" y="100394"/>
                        <a:pt x="81090" y="96959"/>
                        <a:pt x="82174" y="93459"/>
                      </a:cubicBezTo>
                      <a:moveTo>
                        <a:pt x="61965" y="115472"/>
                      </a:moveTo>
                      <a:cubicBezTo>
                        <a:pt x="61073" y="114709"/>
                        <a:pt x="58395" y="111210"/>
                        <a:pt x="58650" y="107520"/>
                      </a:cubicBezTo>
                      <a:cubicBezTo>
                        <a:pt x="61965" y="109683"/>
                        <a:pt x="66619" y="110701"/>
                        <a:pt x="66619" y="110701"/>
                      </a:cubicBezTo>
                      <a:cubicBezTo>
                        <a:pt x="66619" y="110701"/>
                        <a:pt x="64451" y="114391"/>
                        <a:pt x="62029" y="115472"/>
                      </a:cubicBezTo>
                    </a:path>
                  </a:pathLst>
                </a:custGeom>
                <a:solidFill>
                  <a:srgbClr val="000000"/>
                </a:solidFill>
                <a:ln w="6375" cap="flat">
                  <a:noFill/>
                  <a:prstDash val="solid"/>
                  <a:miter/>
                </a:ln>
              </p:spPr>
              <p:txBody>
                <a:bodyPr rtlCol="0" anchor="ctr"/>
                <a:lstStyle/>
                <a:p>
                  <a:endParaRPr lang="en-US"/>
                </a:p>
              </p:txBody>
            </p:sp>
          </p:grpSp>
        </p:grpSp>
      </p:grpSp>
    </p:spTree>
    <p:extLst>
      <p:ext uri="{BB962C8B-B14F-4D97-AF65-F5344CB8AC3E}">
        <p14:creationId xmlns:p14="http://schemas.microsoft.com/office/powerpoint/2010/main" val="24754527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a typeface="+mn-ea"/>
                <a:cs typeface="+mn-cs"/>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tx2">
                <a:lumMod val="60000"/>
                <a:lumOff val="40000"/>
                <a:alpha val="3799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sp>
          <p:nvSpPr>
            <p:cNvPr id="57" name="Whitespace measure"/>
            <p:cNvSpPr>
              <a:spLocks noChangeArrowheads="1"/>
            </p:cNvSpPr>
            <p:nvPr/>
          </p:nvSpPr>
          <p:spPr bwMode="auto">
            <a:xfrm>
              <a:off x="629400" y="1497600"/>
              <a:ext cx="10932229" cy="583200"/>
            </a:xfrm>
            <a:prstGeom prst="rect">
              <a:avLst/>
            </a:prstGeom>
            <a:solidFill>
              <a:schemeClr val="tx2">
                <a:lumMod val="60000"/>
                <a:lumOff val="40000"/>
                <a:alpha val="3770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a typeface="+mn-ea"/>
                  <a:cs typeface="+mn-cs"/>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a typeface="+mn-ea"/>
                <a:cs typeface="+mn-cs"/>
              </a:endParaRPr>
            </a:p>
          </p:txBody>
        </p:sp>
        <p:sp>
          <p:nvSpPr>
            <p:cNvPr id="60" name="Footnote example"/>
            <p:cNvSpPr txBox="1"/>
            <p:nvPr/>
          </p:nvSpPr>
          <p:spPr>
            <a:xfrm>
              <a:off x="630000" y="6182529"/>
              <a:ext cx="9030914" cy="3774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lumMod val="50000"/>
                    </a:schemeClr>
                  </a:solidFill>
                  <a:effectLst/>
                  <a:uLnTx/>
                  <a:uFillTx/>
                  <a:latin typeface="Poppins" pitchFamily="2" charset="77"/>
                  <a:ea typeface="+mn-ea"/>
                  <a:cs typeface="Poppins" pitchFamily="2" charset="77"/>
                  <a:sym typeface="Trebuchet MS" panose="020B0603020202020204" pitchFamily="34" charset="0"/>
                </a:rPr>
                <a:t>1. </a:t>
              </a:r>
              <a:r>
                <a:rPr kumimoji="0" lang="en-US" sz="900" b="0" i="0" u="none" strike="noStrike" kern="1200" cap="none" spc="0" normalizeH="0" baseline="0" noProof="0" dirty="0" err="1">
                  <a:ln>
                    <a:noFill/>
                  </a:ln>
                  <a:solidFill>
                    <a:schemeClr val="bg1">
                      <a:lumMod val="50000"/>
                    </a:schemeClr>
                  </a:solidFill>
                  <a:effectLst/>
                  <a:uLnTx/>
                  <a:uFillTx/>
                  <a:latin typeface="Poppins" pitchFamily="2" charset="77"/>
                  <a:ea typeface="+mn-ea"/>
                  <a:cs typeface="Poppins" pitchFamily="2" charset="77"/>
                  <a:sym typeface="Trebuchet MS" panose="020B0603020202020204" pitchFamily="34" charset="0"/>
                </a:rPr>
                <a:t>xxxx</a:t>
              </a:r>
              <a:r>
                <a:rPr kumimoji="0" lang="en-US" sz="900" b="0" i="0" u="none" strike="noStrike" kern="1200" cap="none" spc="0" normalizeH="0" baseline="0" noProof="0" dirty="0">
                  <a:ln>
                    <a:noFill/>
                  </a:ln>
                  <a:solidFill>
                    <a:schemeClr val="bg1">
                      <a:lumMod val="50000"/>
                    </a:schemeClr>
                  </a:solidFill>
                  <a:effectLst/>
                  <a:uLnTx/>
                  <a:uFillTx/>
                  <a:latin typeface="Poppins" pitchFamily="2" charset="77"/>
                  <a:ea typeface="+mn-ea"/>
                  <a:cs typeface="Poppins" pitchFamily="2" charset="77"/>
                  <a:sym typeface="Trebuchet MS" panose="020B0603020202020204" pitchFamily="34" charset="0"/>
                </a:rPr>
                <a:t>  2. </a:t>
              </a:r>
              <a:r>
                <a:rPr kumimoji="0" lang="en-US" sz="900" b="0" i="0" u="none" strike="noStrike" kern="1200" cap="none" spc="0" normalizeH="0" baseline="0" noProof="0" dirty="0" err="1">
                  <a:ln>
                    <a:noFill/>
                  </a:ln>
                  <a:solidFill>
                    <a:schemeClr val="bg1">
                      <a:lumMod val="50000"/>
                    </a:schemeClr>
                  </a:solidFill>
                  <a:effectLst/>
                  <a:uLnTx/>
                  <a:uFillTx/>
                  <a:latin typeface="Poppins" pitchFamily="2" charset="77"/>
                  <a:ea typeface="+mn-ea"/>
                  <a:cs typeface="Poppins" pitchFamily="2" charset="77"/>
                  <a:sym typeface="Trebuchet MS" panose="020B0603020202020204" pitchFamily="34" charset="0"/>
                </a:rPr>
                <a:t>xxxx</a:t>
              </a:r>
              <a:r>
                <a:rPr kumimoji="0" lang="en-US" sz="900" b="0" i="0" u="none" strike="noStrike" kern="1200" cap="none" spc="0" normalizeH="0" baseline="0" noProof="0" dirty="0">
                  <a:ln>
                    <a:noFill/>
                  </a:ln>
                  <a:solidFill>
                    <a:schemeClr val="bg1">
                      <a:lumMod val="50000"/>
                    </a:schemeClr>
                  </a:solidFill>
                  <a:effectLst/>
                  <a:uLnTx/>
                  <a:uFillTx/>
                  <a:latin typeface="Poppins" pitchFamily="2" charset="77"/>
                  <a:ea typeface="+mn-ea"/>
                  <a:cs typeface="Poppins" pitchFamily="2" charset="77"/>
                  <a:sym typeface="Trebuchet MS" panose="020B0603020202020204" pitchFamily="34" charset="0"/>
                </a:rPr>
                <a:t>  3. List footnotes in numerical order. Footnote numbers are not bracketed. Use 9pt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lumMod val="50000"/>
                    </a:schemeClr>
                  </a:solidFill>
                  <a:effectLst/>
                  <a:uLnTx/>
                  <a:uFillTx/>
                  <a:latin typeface="Poppins" pitchFamily="2" charset="77"/>
                  <a:ea typeface="+mn-ea"/>
                  <a:cs typeface="Poppins" pitchFamily="2" charset="77"/>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lumMod val="50000"/>
                    </a:schemeClr>
                  </a:solidFill>
                  <a:effectLst/>
                  <a:uLnTx/>
                  <a:uFillTx/>
                  <a:latin typeface="Poppins" pitchFamily="2" charset="77"/>
                  <a:ea typeface="+mn-ea"/>
                  <a:cs typeface="Poppins" pitchFamily="2" charset="77"/>
                  <a:sym typeface="Trebuchet MS" panose="020B0603020202020204" pitchFamily="34" charset="0"/>
                </a:rPr>
                <a:t>Source: Include a source for every chart that you use. Separate sources with a semicolon; BCG-related sources go at the end</a:t>
              </a:r>
            </a:p>
          </p:txBody>
        </p:sp>
      </p:grpSp>
      <p:graphicFrame>
        <p:nvGraphicFramePr>
          <p:cNvPr id="3" name="Object 2" hidden="1">
            <a:extLst>
              <a:ext uri="{FF2B5EF4-FFF2-40B4-BE49-F238E27FC236}">
                <a16:creationId xmlns:a16="http://schemas.microsoft.com/office/drawing/2014/main" id="{D8DE8D1D-9982-4F11-8CC1-9088DC4FB70D}"/>
              </a:ext>
            </a:extLst>
          </p:cNvPr>
          <p:cNvGraphicFramePr>
            <a:graphicFrameLocks noChangeAspect="1"/>
          </p:cNvGraphicFramePr>
          <p:nvPr userDrawn="1">
            <p:custDataLst>
              <p:tags r:id="rId1"/>
            </p:custDataLst>
            <p:extLst>
              <p:ext uri="{D42A27DB-BD31-4B8C-83A1-F6EECF244321}">
                <p14:modId xmlns:p14="http://schemas.microsoft.com/office/powerpoint/2010/main" val="2202772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1" imgH="363" progId="TCLayout.ActiveDocument.1">
                  <p:embed/>
                </p:oleObj>
              </mc:Choice>
              <mc:Fallback>
                <p:oleObj name="think-cell Slide" r:id="rId3" imgW="351" imgH="363" progId="TCLayout.ActiveDocument.1">
                  <p:embed/>
                  <p:pic>
                    <p:nvPicPr>
                      <p:cNvPr id="3" name="Object 2" hidden="1">
                        <a:extLst>
                          <a:ext uri="{FF2B5EF4-FFF2-40B4-BE49-F238E27FC236}">
                            <a16:creationId xmlns:a16="http://schemas.microsoft.com/office/drawing/2014/main" id="{D8DE8D1D-9982-4F11-8CC1-9088DC4FB7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E7CACAE0-B553-20BB-1161-32D4C2767743}"/>
              </a:ext>
            </a:extLst>
          </p:cNvPr>
          <p:cNvSpPr txBox="1">
            <a:spLocks/>
          </p:cNvSpPr>
          <p:nvPr userDrawn="1"/>
        </p:nvSpPr>
        <p:spPr>
          <a:xfrm>
            <a:off x="9278470" y="6356350"/>
            <a:ext cx="2328314" cy="360000"/>
          </a:xfrm>
          <a:prstGeom prst="rect">
            <a:avLst/>
          </a:prstGeom>
        </p:spPr>
        <p:txBody>
          <a:bodyPr lIns="0" tIns="0" rIns="0" bIns="0" anchor="ctr"/>
          <a:lstStyle>
            <a:lvl1pPr marL="0" indent="0" algn="l" defTabSz="914400" rtl="0" eaLnBrk="1" latinLnBrk="0" hangingPunct="1">
              <a:lnSpc>
                <a:spcPct val="100000"/>
              </a:lnSpc>
              <a:spcBef>
                <a:spcPts val="0"/>
              </a:spcBef>
              <a:spcAft>
                <a:spcPts val="0"/>
              </a:spcAft>
              <a:buFont typeface="Arial" panose="020B0604020202020204" pitchFamily="34" charset="0"/>
              <a:buChar char="​"/>
              <a:defRPr lang="en-US" sz="1000" kern="1200">
                <a:solidFill>
                  <a:schemeClr val="tx1">
                    <a:lumMod val="50000"/>
                    <a:lumOff val="50000"/>
                  </a:schemeClr>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r>
              <a:rPr lang="en-US" sz="900" b="1" dirty="0">
                <a:solidFill>
                  <a:schemeClr val="bg1">
                    <a:lumMod val="65000"/>
                  </a:schemeClr>
                </a:solidFill>
                <a:latin typeface="Poppins" pitchFamily="2" charset="77"/>
                <a:ea typeface="+mn-ea"/>
                <a:cs typeface="Poppins" pitchFamily="2" charset="77"/>
              </a:rPr>
              <a:t>Choose one: Highly Confidential / Confidential / Restricted / Public</a:t>
            </a:r>
          </a:p>
        </p:txBody>
      </p:sp>
    </p:spTree>
    <p:extLst>
      <p:ext uri="{BB962C8B-B14F-4D97-AF65-F5344CB8AC3E}">
        <p14:creationId xmlns:p14="http://schemas.microsoft.com/office/powerpoint/2010/main" val="421773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3"/>
            </p:custDataLst>
            <p:extLst>
              <p:ext uri="{D42A27DB-BD31-4B8C-83A1-F6EECF244321}">
                <p14:modId xmlns:p14="http://schemas.microsoft.com/office/powerpoint/2010/main" val="419917689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14" imgW="270" imgH="270" progId="TCLayout.ActiveDocument.1">
                  <p:embed/>
                </p:oleObj>
              </mc:Choice>
              <mc:Fallback>
                <p:oleObj name="think-cell Slide" r:id="rId14" imgW="270" imgH="270" progId="TCLayout.ActiveDocument.1">
                  <p:embed/>
                  <p:pic>
                    <p:nvPicPr>
                      <p:cNvPr id="2" name="Object 1" hidden="1"/>
                      <p:cNvPicPr/>
                      <p:nvPr/>
                    </p:nvPicPr>
                    <p:blipFill>
                      <a:blip r:embed="rId15"/>
                      <a:stretch>
                        <a:fillRect/>
                      </a:stretch>
                    </p:blipFill>
                    <p:spPr>
                      <a:xfrm>
                        <a:off x="1588" y="1588"/>
                        <a:ext cx="1587" cy="1587"/>
                      </a:xfrm>
                      <a:prstGeom prst="rect">
                        <a:avLst/>
                      </a:prstGeom>
                    </p:spPr>
                  </p:pic>
                </p:oleObj>
              </mc:Fallback>
            </mc:AlternateContent>
          </a:graphicData>
        </a:graphic>
      </p:graphicFrame>
      <p:sp>
        <p:nvSpPr>
          <p:cNvPr id="12" name="TextBox 11"/>
          <p:cNvSpPr txBox="1"/>
          <p:nvPr userDrawn="1"/>
        </p:nvSpPr>
        <p:spPr>
          <a:xfrm>
            <a:off x="11648049" y="6467100"/>
            <a:ext cx="209096" cy="138499"/>
          </a:xfrm>
          <a:prstGeom prst="rect">
            <a:avLst/>
          </a:prstGeom>
          <a:noFill/>
        </p:spPr>
        <p:txBody>
          <a:bodyPr wrap="square" lIns="0" tIns="0" rIns="0" bIns="0" rtlCol="0" anchor="ctr">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900" kern="1200" smtClean="0">
                <a:solidFill>
                  <a:schemeClr val="bg1">
                    <a:lumMod val="65000"/>
                  </a:schemeClr>
                </a:solidFill>
                <a:latin typeface="Poppins" pitchFamily="2" charset="77"/>
                <a:ea typeface="+mn-ea"/>
                <a:cs typeface="Poppins" pitchFamily="2" charset="77"/>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900" kern="1200" dirty="0">
              <a:solidFill>
                <a:schemeClr val="bg1">
                  <a:lumMod val="65000"/>
                </a:schemeClr>
              </a:solidFill>
              <a:latin typeface="Poppins" pitchFamily="2" charset="77"/>
              <a:ea typeface="+mn-ea"/>
              <a:cs typeface="Poppins" pitchFamily="2" charset="77"/>
              <a:sym typeface="Trebuchet MS" panose="020B0603020202020204" pitchFamily="34" charset="0"/>
            </a:endParaRPr>
          </a:p>
        </p:txBody>
      </p:sp>
      <p:pic>
        <p:nvPicPr>
          <p:cNvPr id="3" name="Graphic 2">
            <a:extLst>
              <a:ext uri="{FF2B5EF4-FFF2-40B4-BE49-F238E27FC236}">
                <a16:creationId xmlns:a16="http://schemas.microsoft.com/office/drawing/2014/main" id="{75A600DD-FF37-9D5C-460C-D64C15EEA31A}"/>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1171044" y="206342"/>
            <a:ext cx="666000" cy="666000"/>
          </a:xfrm>
          <a:prstGeom prst="rect">
            <a:avLst/>
          </a:prstGeom>
        </p:spPr>
      </p:pic>
      <p:sp>
        <p:nvSpPr>
          <p:cNvPr id="7" name="Title 1">
            <a:extLst>
              <a:ext uri="{FF2B5EF4-FFF2-40B4-BE49-F238E27FC236}">
                <a16:creationId xmlns:a16="http://schemas.microsoft.com/office/drawing/2014/main" id="{9FCE4FFF-81B3-4CDA-B0A1-3363FFB22A6A}"/>
              </a:ext>
            </a:extLst>
          </p:cNvPr>
          <p:cNvSpPr txBox="1">
            <a:spLocks/>
          </p:cNvSpPr>
          <p:nvPr userDrawn="1"/>
        </p:nvSpPr>
        <p:spPr>
          <a:xfrm>
            <a:off x="502919" y="384507"/>
            <a:ext cx="10412557" cy="584297"/>
          </a:xfrm>
          <a:prstGeom prst="rect">
            <a:avLst/>
          </a:prstGeom>
        </p:spPr>
        <p:txBody>
          <a:bodyPr vert="horz" lIns="91440" tIns="0" rIns="0" bIns="0" anchor="ctr">
            <a:noAutofit/>
          </a:bodyPr>
          <a:lstStyle>
            <a:lvl1pPr algn="l" defTabSz="914400" rtl="0" eaLnBrk="1" latinLnBrk="0" hangingPunct="1">
              <a:lnSpc>
                <a:spcPct val="90000"/>
              </a:lnSpc>
              <a:spcBef>
                <a:spcPct val="0"/>
              </a:spcBef>
              <a:buNone/>
              <a:defRPr sz="3400" kern="1200">
                <a:solidFill>
                  <a:schemeClr val="tx1"/>
                </a:solidFill>
                <a:latin typeface="Poppins" pitchFamily="2" charset="77"/>
                <a:ea typeface="+mj-ea"/>
                <a:cs typeface="Poppins" pitchFamily="2" charset="77"/>
                <a:sym typeface="Trebuchet MS" panose="020B0603020202020204" pitchFamily="34" charset="0"/>
              </a:defRPr>
            </a:lvl1pPr>
          </a:lstStyle>
          <a:p>
            <a:endParaRPr lang="en-US" dirty="0"/>
          </a:p>
        </p:txBody>
      </p:sp>
      <p:sp>
        <p:nvSpPr>
          <p:cNvPr id="5" name="Title Placeholder 4"/>
          <p:cNvSpPr>
            <a:spLocks noGrp="1"/>
          </p:cNvSpPr>
          <p:nvPr>
            <p:ph type="title"/>
          </p:nvPr>
        </p:nvSpPr>
        <p:spPr>
          <a:xfrm>
            <a:off x="298934" y="248731"/>
            <a:ext cx="10820525" cy="574229"/>
          </a:xfrm>
          <a:prstGeom prst="rect">
            <a:avLst/>
          </a:prstGeom>
        </p:spPr>
        <p:txBody>
          <a:bodyPr vert="horz" lIns="91440" tIns="45720" rIns="91440" bIns="45720" rtlCol="0" anchor="ctr">
            <a:normAutofit/>
          </a:bodyPr>
          <a:lstStyle/>
          <a:p>
            <a:r>
              <a:rPr lang="en-US" dirty="0"/>
              <a:t>Click to edit Master title style</a:t>
            </a:r>
            <a:endParaRPr lang="en-SG" dirty="0"/>
          </a:p>
        </p:txBody>
      </p:sp>
      <p:sp>
        <p:nvSpPr>
          <p:cNvPr id="9" name="Text Placeholder 8"/>
          <p:cNvSpPr>
            <a:spLocks noGrp="1"/>
          </p:cNvSpPr>
          <p:nvPr>
            <p:ph type="body" idx="1"/>
          </p:nvPr>
        </p:nvSpPr>
        <p:spPr>
          <a:xfrm>
            <a:off x="502919" y="1325562"/>
            <a:ext cx="11145130" cy="1577355"/>
          </a:xfrm>
          <a:prstGeom prst="rect">
            <a:avLst/>
          </a:prstGeom>
        </p:spPr>
        <p:txBody>
          <a:bodyPr vert="horz" lIns="91440" tIns="45720" rIns="91440" bIns="4572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4"/>
            <a:endParaRPr lang="en-SG"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318" r:id="rId1"/>
    <p:sldLayoutId id="2147485317" r:id="rId2"/>
    <p:sldLayoutId id="2147485315" r:id="rId3"/>
    <p:sldLayoutId id="2147485086" r:id="rId4"/>
    <p:sldLayoutId id="2147485306" r:id="rId5"/>
    <p:sldLayoutId id="2147485254" r:id="rId6"/>
    <p:sldLayoutId id="2147485255" r:id="rId7"/>
    <p:sldLayoutId id="2147485319" r:id="rId8"/>
    <p:sldLayoutId id="2147485310" r:id="rId9"/>
    <p:sldLayoutId id="2147485314" r:id="rId10"/>
    <p:sldLayoutId id="2147485272" r:id="rId11"/>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800" kern="1200">
          <a:solidFill>
            <a:schemeClr val="tx1"/>
          </a:solidFill>
          <a:latin typeface="Poppins" pitchFamily="2" charset="77"/>
          <a:ea typeface="+mj-ea"/>
          <a:cs typeface="Poppins" pitchFamily="2" charset="77"/>
          <a:sym typeface="Trebuchet MS" panose="020B0603020202020204" pitchFamily="34" charset="0"/>
        </a:defRPr>
      </a:lvl1pPr>
    </p:titleStyle>
    <p:bodyStyle>
      <a:lvl1pPr marL="252000" indent="-252000" algn="l" defTabSz="252000" rtl="0" eaLnBrk="1" latinLnBrk="0" hangingPunct="1">
        <a:lnSpc>
          <a:spcPct val="100000"/>
        </a:lnSpc>
        <a:spcBef>
          <a:spcPts val="600"/>
        </a:spcBef>
        <a:spcAft>
          <a:spcPts val="300"/>
        </a:spcAft>
        <a:buFont typeface="Arial" panose="020B0604020202020204" pitchFamily="34" charset="0"/>
        <a:buChar char="•"/>
        <a:defRPr lang="en-US" sz="1400" kern="1200">
          <a:solidFill>
            <a:schemeClr val="tx1"/>
          </a:solidFill>
          <a:latin typeface="Poppins" pitchFamily="2" charset="77"/>
          <a:ea typeface="+mn-ea"/>
          <a:cs typeface="Poppins" pitchFamily="2" charset="77"/>
          <a:sym typeface="Trebuchet MS" panose="020B0603020202020204" pitchFamily="34" charset="0"/>
        </a:defRPr>
      </a:lvl1pPr>
      <a:lvl2pPr marL="504000" indent="-252000" algn="l" defTabSz="914400" rtl="0" eaLnBrk="1" latinLnBrk="0" hangingPunct="1">
        <a:lnSpc>
          <a:spcPct val="100000"/>
        </a:lnSpc>
        <a:spcBef>
          <a:spcPts val="0"/>
        </a:spcBef>
        <a:spcAft>
          <a:spcPts val="300"/>
        </a:spcAft>
        <a:buClrTx/>
        <a:buFont typeface="Arial" panose="020B0604020202020204" pitchFamily="34" charset="0"/>
        <a:buChar char="•"/>
        <a:defRPr lang="en-US" sz="1400" kern="1200">
          <a:solidFill>
            <a:schemeClr val="tx1"/>
          </a:solidFill>
          <a:latin typeface="Poppins" pitchFamily="2" charset="77"/>
          <a:ea typeface="+mn-ea"/>
          <a:cs typeface="Poppins" pitchFamily="2" charset="77"/>
          <a:sym typeface="Trebuchet MS" panose="020B0603020202020204" pitchFamily="34" charset="0"/>
        </a:defRPr>
      </a:lvl2pPr>
      <a:lvl3pPr marL="756000" indent="-252000" algn="l" defTabSz="914400" rtl="0" eaLnBrk="1" latinLnBrk="0" hangingPunct="1">
        <a:lnSpc>
          <a:spcPct val="100000"/>
        </a:lnSpc>
        <a:spcBef>
          <a:spcPts val="0"/>
        </a:spcBef>
        <a:spcAft>
          <a:spcPts val="300"/>
        </a:spcAft>
        <a:buClrTx/>
        <a:buFont typeface="Arial" panose="020B0604020202020204" pitchFamily="34" charset="0"/>
        <a:buChar char="•"/>
        <a:defRPr lang="en-US" sz="1400" kern="1200">
          <a:solidFill>
            <a:schemeClr val="tx1"/>
          </a:solidFill>
          <a:latin typeface="Poppins" pitchFamily="2" charset="77"/>
          <a:ea typeface="+mn-ea"/>
          <a:cs typeface="Poppins" pitchFamily="2" charset="77"/>
          <a:sym typeface="Trebuchet MS" panose="020B0603020202020204" pitchFamily="34" charset="0"/>
        </a:defRPr>
      </a:lvl3pPr>
      <a:lvl4pPr marL="1008000" indent="-252000" algn="l" defTabSz="914400" rtl="0" eaLnBrk="1" latinLnBrk="0" hangingPunct="1">
        <a:lnSpc>
          <a:spcPct val="100000"/>
        </a:lnSpc>
        <a:spcBef>
          <a:spcPts val="0"/>
        </a:spcBef>
        <a:spcAft>
          <a:spcPts val="300"/>
        </a:spcAft>
        <a:buClrTx/>
        <a:buFont typeface="Arial" panose="020B0604020202020204" pitchFamily="34" charset="0"/>
        <a:buChar char="•"/>
        <a:defRPr lang="en-US" sz="1400" kern="1200">
          <a:solidFill>
            <a:schemeClr val="tx1"/>
          </a:solidFill>
          <a:latin typeface="Poppins" pitchFamily="2" charset="77"/>
          <a:ea typeface="+mn-ea"/>
          <a:cs typeface="Poppins" pitchFamily="2" charset="77"/>
          <a:sym typeface="Trebuchet MS" panose="020B0603020202020204" pitchFamily="34" charset="0"/>
        </a:defRPr>
      </a:lvl4pPr>
      <a:lvl5pPr marL="1260000" indent="-252000" algn="l" defTabSz="914400" rtl="0" eaLnBrk="1" latinLnBrk="0" hangingPunct="1">
        <a:lnSpc>
          <a:spcPct val="100000"/>
        </a:lnSpc>
        <a:spcBef>
          <a:spcPts val="0"/>
        </a:spcBef>
        <a:spcAft>
          <a:spcPts val="300"/>
        </a:spcAft>
        <a:buClrTx/>
        <a:buFont typeface="Arial" panose="020B0604020202020204" pitchFamily="34" charset="0"/>
        <a:buChar char="•"/>
        <a:defRPr lang="en-US" sz="1400" b="0" kern="1200" smtClean="0">
          <a:solidFill>
            <a:schemeClr val="tx1"/>
          </a:solidFill>
          <a:latin typeface="Poppins" pitchFamily="2" charset="77"/>
          <a:ea typeface="+mn-ea"/>
          <a:cs typeface="Poppins" pitchFamily="2" charset="77"/>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24" userDrawn="1">
          <p15:clr>
            <a:srgbClr val="F26B43"/>
          </p15:clr>
        </p15:guide>
        <p15:guide id="2" pos="315" userDrawn="1">
          <p15:clr>
            <a:srgbClr val="F26B43"/>
          </p15:clr>
        </p15:guide>
        <p15:guide id="3" pos="7046" userDrawn="1">
          <p15:clr>
            <a:srgbClr val="F26B43"/>
          </p15:clr>
        </p15:guide>
        <p15:guide id="4" orient="horz" pos="389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image" Target="../media/image9.emf"/><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4.png"/><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20.svg"/><Relationship Id="rId11" Type="http://schemas.openxmlformats.org/officeDocument/2006/relationships/chart" Target="../charts/chart3.xml"/><Relationship Id="rId5" Type="http://schemas.openxmlformats.org/officeDocument/2006/relationships/image" Target="../media/image19.png"/><Relationship Id="rId10" Type="http://schemas.openxmlformats.org/officeDocument/2006/relationships/chart" Target="../charts/chart2.xml"/><Relationship Id="rId4" Type="http://schemas.openxmlformats.org/officeDocument/2006/relationships/image" Target="../media/image18.svg"/><Relationship Id="rId9" Type="http://schemas.openxmlformats.org/officeDocument/2006/relationships/chart" Target="../charts/char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slide" Target="slide4.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2029520" y="2416175"/>
            <a:ext cx="8638479" cy="380093"/>
          </a:xfrm>
        </p:spPr>
        <p:txBody>
          <a:bodyPr/>
          <a:lstStyle/>
          <a:p>
            <a:pPr marL="0" indent="0">
              <a:buNone/>
            </a:pPr>
            <a:r>
              <a:rPr lang="en-US" dirty="0"/>
              <a:t>April 2025</a:t>
            </a:r>
          </a:p>
        </p:txBody>
      </p:sp>
      <p:sp>
        <p:nvSpPr>
          <p:cNvPr id="3" name="Text Placeholder 2"/>
          <p:cNvSpPr>
            <a:spLocks noGrp="1"/>
          </p:cNvSpPr>
          <p:nvPr>
            <p:ph type="body" sz="quarter" idx="10"/>
          </p:nvPr>
        </p:nvSpPr>
        <p:spPr>
          <a:xfrm>
            <a:off x="2029522" y="1154280"/>
            <a:ext cx="8638478" cy="830997"/>
          </a:xfrm>
        </p:spPr>
        <p:txBody>
          <a:bodyPr/>
          <a:lstStyle/>
          <a:p>
            <a:r>
              <a:rPr lang="en-US" sz="2400" b="1" dirty="0"/>
              <a:t>Integrating ESG Risks Into Credit Assessment: Sustainability Use Case </a:t>
            </a:r>
            <a:r>
              <a:rPr lang="en-US" sz="2400" b="1" dirty="0" err="1"/>
              <a:t>PoC</a:t>
            </a:r>
            <a:endParaRPr lang="en-US" sz="2400" dirty="0"/>
          </a:p>
        </p:txBody>
      </p:sp>
      <p:sp>
        <p:nvSpPr>
          <p:cNvPr id="4" name="Text Placeholder 3"/>
          <p:cNvSpPr>
            <a:spLocks noGrp="1"/>
          </p:cNvSpPr>
          <p:nvPr>
            <p:ph type="body" sz="quarter" idx="11"/>
          </p:nvPr>
        </p:nvSpPr>
        <p:spPr>
          <a:xfrm>
            <a:off x="2029522" y="2016094"/>
            <a:ext cx="8638478" cy="369332"/>
          </a:xfrm>
        </p:spPr>
        <p:txBody>
          <a:bodyPr/>
          <a:lstStyle/>
          <a:p>
            <a:r>
              <a:rPr lang="en-US" dirty="0"/>
              <a:t>Brandon Yu Seung Gyun</a:t>
            </a:r>
          </a:p>
        </p:txBody>
      </p:sp>
    </p:spTree>
    <p:extLst>
      <p:ext uri="{BB962C8B-B14F-4D97-AF65-F5344CB8AC3E}">
        <p14:creationId xmlns:p14="http://schemas.microsoft.com/office/powerpoint/2010/main" val="5026708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sz="2400" b="1" dirty="0"/>
              <a:t>Integrating ESG Risks Into Credit Assessment: Sustainability Use Case</a:t>
            </a:r>
            <a:endParaRPr lang="en-SG" sz="2400" b="1" dirty="0"/>
          </a:p>
        </p:txBody>
      </p:sp>
      <p:sp>
        <p:nvSpPr>
          <p:cNvPr id="4" name="Rectangle 3">
            <a:extLst>
              <a:ext uri="{FF2B5EF4-FFF2-40B4-BE49-F238E27FC236}">
                <a16:creationId xmlns:a16="http://schemas.microsoft.com/office/drawing/2014/main" id="{89424CAA-328F-ACBD-C301-1ABBEE1E42E2}"/>
              </a:ext>
            </a:extLst>
          </p:cNvPr>
          <p:cNvSpPr/>
          <p:nvPr/>
        </p:nvSpPr>
        <p:spPr>
          <a:xfrm>
            <a:off x="504819" y="1479240"/>
            <a:ext cx="1654725" cy="772916"/>
          </a:xfrm>
          <a:prstGeom prst="rect">
            <a:avLst/>
          </a:prstGeom>
          <a:solidFill>
            <a:srgbClr val="FFB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Understanding ESG</a:t>
            </a:r>
          </a:p>
        </p:txBody>
      </p:sp>
      <p:sp>
        <p:nvSpPr>
          <p:cNvPr id="5" name="Rectangle 4">
            <a:extLst>
              <a:ext uri="{FF2B5EF4-FFF2-40B4-BE49-F238E27FC236}">
                <a16:creationId xmlns:a16="http://schemas.microsoft.com/office/drawing/2014/main" id="{2F1B3143-5B35-58F6-BB85-3789EB402EBE}"/>
              </a:ext>
            </a:extLst>
          </p:cNvPr>
          <p:cNvSpPr/>
          <p:nvPr/>
        </p:nvSpPr>
        <p:spPr>
          <a:xfrm>
            <a:off x="2247541" y="1479240"/>
            <a:ext cx="1412146" cy="2310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000" dirty="0"/>
              <a:t>Environmental Risk</a:t>
            </a:r>
          </a:p>
        </p:txBody>
      </p:sp>
      <p:sp>
        <p:nvSpPr>
          <p:cNvPr id="6" name="Rectangle 5">
            <a:extLst>
              <a:ext uri="{FF2B5EF4-FFF2-40B4-BE49-F238E27FC236}">
                <a16:creationId xmlns:a16="http://schemas.microsoft.com/office/drawing/2014/main" id="{FBF4972A-486C-09AB-37C1-DF063FB914B1}"/>
              </a:ext>
            </a:extLst>
          </p:cNvPr>
          <p:cNvSpPr/>
          <p:nvPr/>
        </p:nvSpPr>
        <p:spPr>
          <a:xfrm>
            <a:off x="2247541" y="1750175"/>
            <a:ext cx="1412146" cy="2310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000" dirty="0"/>
              <a:t>Social Risk</a:t>
            </a:r>
          </a:p>
        </p:txBody>
      </p:sp>
      <p:sp>
        <p:nvSpPr>
          <p:cNvPr id="7" name="Rectangle 6">
            <a:extLst>
              <a:ext uri="{FF2B5EF4-FFF2-40B4-BE49-F238E27FC236}">
                <a16:creationId xmlns:a16="http://schemas.microsoft.com/office/drawing/2014/main" id="{2A3CAB30-B5F2-1801-4EE9-6C780AE4EE0B}"/>
              </a:ext>
            </a:extLst>
          </p:cNvPr>
          <p:cNvSpPr/>
          <p:nvPr/>
        </p:nvSpPr>
        <p:spPr>
          <a:xfrm>
            <a:off x="2247541" y="2021110"/>
            <a:ext cx="1412146" cy="2310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000" dirty="0"/>
              <a:t>Governance Risk</a:t>
            </a:r>
          </a:p>
        </p:txBody>
      </p:sp>
      <p:sp>
        <p:nvSpPr>
          <p:cNvPr id="8" name="Rectangle 7">
            <a:extLst>
              <a:ext uri="{FF2B5EF4-FFF2-40B4-BE49-F238E27FC236}">
                <a16:creationId xmlns:a16="http://schemas.microsoft.com/office/drawing/2014/main" id="{E334AF1E-7215-0DE5-9574-F7EDC4EFAADA}"/>
              </a:ext>
            </a:extLst>
          </p:cNvPr>
          <p:cNvSpPr/>
          <p:nvPr/>
        </p:nvSpPr>
        <p:spPr>
          <a:xfrm>
            <a:off x="3909600" y="1478174"/>
            <a:ext cx="1289629" cy="772916"/>
          </a:xfrm>
          <a:prstGeom prst="rect">
            <a:avLst/>
          </a:prstGeom>
          <a:ln>
            <a:solidFill>
              <a:srgbClr val="44546A"/>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1000" dirty="0"/>
              <a:t>Adverse revenue impact</a:t>
            </a:r>
          </a:p>
        </p:txBody>
      </p:sp>
      <p:sp>
        <p:nvSpPr>
          <p:cNvPr id="9" name="Rectangle 8">
            <a:extLst>
              <a:ext uri="{FF2B5EF4-FFF2-40B4-BE49-F238E27FC236}">
                <a16:creationId xmlns:a16="http://schemas.microsoft.com/office/drawing/2014/main" id="{A8B6D673-99FD-5268-7140-5BAC9E42F5ED}"/>
              </a:ext>
            </a:extLst>
          </p:cNvPr>
          <p:cNvSpPr/>
          <p:nvPr/>
        </p:nvSpPr>
        <p:spPr>
          <a:xfrm>
            <a:off x="5291039" y="1478707"/>
            <a:ext cx="1289629" cy="771850"/>
          </a:xfrm>
          <a:prstGeom prst="rect">
            <a:avLst/>
          </a:prstGeom>
          <a:ln>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1000" dirty="0"/>
              <a:t>Increased operational and compliance cost</a:t>
            </a:r>
          </a:p>
        </p:txBody>
      </p:sp>
      <p:sp>
        <p:nvSpPr>
          <p:cNvPr id="10" name="Rectangle 9">
            <a:extLst>
              <a:ext uri="{FF2B5EF4-FFF2-40B4-BE49-F238E27FC236}">
                <a16:creationId xmlns:a16="http://schemas.microsoft.com/office/drawing/2014/main" id="{EDE4CBB8-EF06-5321-1322-E2A4F78106BE}"/>
              </a:ext>
            </a:extLst>
          </p:cNvPr>
          <p:cNvSpPr/>
          <p:nvPr/>
        </p:nvSpPr>
        <p:spPr>
          <a:xfrm>
            <a:off x="6672478" y="1478707"/>
            <a:ext cx="1289629" cy="771850"/>
          </a:xfrm>
          <a:prstGeom prst="rect">
            <a:avLst/>
          </a:prstGeom>
          <a:ln>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1000" dirty="0"/>
              <a:t>Risk of interruption / stoppage of operations</a:t>
            </a:r>
          </a:p>
        </p:txBody>
      </p:sp>
      <p:sp>
        <p:nvSpPr>
          <p:cNvPr id="11" name="Rectangle 10">
            <a:extLst>
              <a:ext uri="{FF2B5EF4-FFF2-40B4-BE49-F238E27FC236}">
                <a16:creationId xmlns:a16="http://schemas.microsoft.com/office/drawing/2014/main" id="{C2BE3E72-22AC-EEF6-1E28-B925090BB426}"/>
              </a:ext>
            </a:extLst>
          </p:cNvPr>
          <p:cNvSpPr/>
          <p:nvPr/>
        </p:nvSpPr>
        <p:spPr>
          <a:xfrm>
            <a:off x="8053919" y="1478707"/>
            <a:ext cx="1289629" cy="771850"/>
          </a:xfrm>
          <a:prstGeom prst="rect">
            <a:avLst/>
          </a:prstGeom>
          <a:ln>
            <a:solidFill>
              <a:srgbClr val="44546A"/>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1000" dirty="0"/>
              <a:t>Reputational risk affecting investor and consumer sentiments</a:t>
            </a:r>
          </a:p>
        </p:txBody>
      </p:sp>
      <p:sp>
        <p:nvSpPr>
          <p:cNvPr id="12" name="Rectangle 11">
            <a:extLst>
              <a:ext uri="{FF2B5EF4-FFF2-40B4-BE49-F238E27FC236}">
                <a16:creationId xmlns:a16="http://schemas.microsoft.com/office/drawing/2014/main" id="{1CB351FF-55CD-B85A-F7DC-E55A092A4669}"/>
              </a:ext>
            </a:extLst>
          </p:cNvPr>
          <p:cNvSpPr/>
          <p:nvPr/>
        </p:nvSpPr>
        <p:spPr>
          <a:xfrm>
            <a:off x="9471231" y="1478174"/>
            <a:ext cx="1309831" cy="771850"/>
          </a:xfrm>
          <a:prstGeom prst="rect">
            <a:avLst/>
          </a:prstGeom>
          <a:solidFill>
            <a:srgbClr val="ED7D31"/>
          </a:solidFill>
          <a:ln>
            <a:solidFill>
              <a:srgbClr val="ED7D31"/>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1000" b="1" dirty="0">
                <a:solidFill>
                  <a:schemeClr val="bg1"/>
                </a:solidFill>
              </a:rPr>
              <a:t>Adverse Impact on Credit Profile</a:t>
            </a:r>
          </a:p>
        </p:txBody>
      </p:sp>
      <p:sp>
        <p:nvSpPr>
          <p:cNvPr id="13" name="Left Brace 12">
            <a:extLst>
              <a:ext uri="{FF2B5EF4-FFF2-40B4-BE49-F238E27FC236}">
                <a16:creationId xmlns:a16="http://schemas.microsoft.com/office/drawing/2014/main" id="{BAE5C9BB-8314-04AA-2DBB-17253AFB15FB}"/>
              </a:ext>
            </a:extLst>
          </p:cNvPr>
          <p:cNvSpPr/>
          <p:nvPr/>
        </p:nvSpPr>
        <p:spPr>
          <a:xfrm rot="10800000">
            <a:off x="10817092" y="1478174"/>
            <a:ext cx="78964" cy="77185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51671B61-D67E-7CDB-43C2-761B750845AB}"/>
              </a:ext>
            </a:extLst>
          </p:cNvPr>
          <p:cNvSpPr txBox="1"/>
          <p:nvPr/>
        </p:nvSpPr>
        <p:spPr>
          <a:xfrm>
            <a:off x="10878052" y="1594763"/>
            <a:ext cx="904439" cy="553998"/>
          </a:xfrm>
          <a:prstGeom prst="rect">
            <a:avLst/>
          </a:prstGeom>
          <a:noFill/>
        </p:spPr>
        <p:txBody>
          <a:bodyPr wrap="square" rtlCol="0">
            <a:spAutoFit/>
          </a:bodyPr>
          <a:lstStyle/>
          <a:p>
            <a:pPr algn="ctr"/>
            <a:r>
              <a:rPr lang="en-US" sz="1000" b="1" dirty="0">
                <a:solidFill>
                  <a:srgbClr val="FF0000"/>
                </a:solidFill>
              </a:rPr>
              <a:t>Increased Probability of Default</a:t>
            </a:r>
          </a:p>
        </p:txBody>
      </p:sp>
      <p:sp>
        <p:nvSpPr>
          <p:cNvPr id="15" name="TextBox 14">
            <a:extLst>
              <a:ext uri="{FF2B5EF4-FFF2-40B4-BE49-F238E27FC236}">
                <a16:creationId xmlns:a16="http://schemas.microsoft.com/office/drawing/2014/main" id="{FCEEB74C-26C2-DBB0-F16C-6EAEF4721588}"/>
              </a:ext>
            </a:extLst>
          </p:cNvPr>
          <p:cNvSpPr txBox="1"/>
          <p:nvPr/>
        </p:nvSpPr>
        <p:spPr>
          <a:xfrm>
            <a:off x="429693" y="791942"/>
            <a:ext cx="11257475" cy="461665"/>
          </a:xfrm>
          <a:prstGeom prst="rect">
            <a:avLst/>
          </a:prstGeom>
          <a:noFill/>
        </p:spPr>
        <p:txBody>
          <a:bodyPr wrap="square" rtlCol="0">
            <a:spAutoFit/>
          </a:bodyPr>
          <a:lstStyle/>
          <a:p>
            <a:r>
              <a:rPr lang="en-US" sz="1200" b="1" dirty="0"/>
              <a:t>Goal</a:t>
            </a:r>
            <a:r>
              <a:rPr lang="en-US" sz="1200" dirty="0"/>
              <a:t>: </a:t>
            </a:r>
            <a:r>
              <a:rPr lang="en-SG" sz="1200" dirty="0"/>
              <a:t>To explore how ESG integration is evolving in the financial sector, with a focus on translating qualitative sustainability disclosures into structured and quantitative insights. This enables banks and investors to better assess ESG performance, monitor compliance and support sustainable capital allocation.</a:t>
            </a:r>
            <a:endParaRPr lang="en-US" sz="1200" dirty="0"/>
          </a:p>
        </p:txBody>
      </p:sp>
      <p:cxnSp>
        <p:nvCxnSpPr>
          <p:cNvPr id="16" name="Straight Connector 15">
            <a:extLst>
              <a:ext uri="{FF2B5EF4-FFF2-40B4-BE49-F238E27FC236}">
                <a16:creationId xmlns:a16="http://schemas.microsoft.com/office/drawing/2014/main" id="{22E8F1AF-17EC-8CA2-3DCA-52BBD34CAA92}"/>
              </a:ext>
            </a:extLst>
          </p:cNvPr>
          <p:cNvCxnSpPr>
            <a:cxnSpLocks/>
          </p:cNvCxnSpPr>
          <p:nvPr/>
        </p:nvCxnSpPr>
        <p:spPr>
          <a:xfrm>
            <a:off x="3757672" y="1594763"/>
            <a:ext cx="0" cy="54187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CDF3B5A-4223-4B3A-61F1-7C21C3992EE8}"/>
              </a:ext>
            </a:extLst>
          </p:cNvPr>
          <p:cNvCxnSpPr>
            <a:endCxn id="5" idx="3"/>
          </p:cNvCxnSpPr>
          <p:nvPr/>
        </p:nvCxnSpPr>
        <p:spPr>
          <a:xfrm flipH="1">
            <a:off x="3659687" y="1594763"/>
            <a:ext cx="979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A092754-EC4E-EAFA-7AAE-B7D032C61785}"/>
              </a:ext>
            </a:extLst>
          </p:cNvPr>
          <p:cNvCxnSpPr>
            <a:cxnSpLocks/>
            <a:endCxn id="7" idx="3"/>
          </p:cNvCxnSpPr>
          <p:nvPr/>
        </p:nvCxnSpPr>
        <p:spPr>
          <a:xfrm flipH="1">
            <a:off x="3659687" y="2136633"/>
            <a:ext cx="9792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7662FEA-F750-4FC9-3F64-CD92EFD31FED}"/>
              </a:ext>
            </a:extLst>
          </p:cNvPr>
          <p:cNvCxnSpPr>
            <a:stCxn id="6" idx="3"/>
            <a:endCxn id="8" idx="1"/>
          </p:cNvCxnSpPr>
          <p:nvPr/>
        </p:nvCxnSpPr>
        <p:spPr>
          <a:xfrm flipV="1">
            <a:off x="3659687" y="1864632"/>
            <a:ext cx="249913" cy="1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B44F72A-F1E3-7D69-384C-3F7CF63DEC64}"/>
              </a:ext>
            </a:extLst>
          </p:cNvPr>
          <p:cNvCxnSpPr>
            <a:stCxn id="11" idx="3"/>
            <a:endCxn id="12" idx="1"/>
          </p:cNvCxnSpPr>
          <p:nvPr/>
        </p:nvCxnSpPr>
        <p:spPr>
          <a:xfrm flipV="1">
            <a:off x="9343548" y="1864099"/>
            <a:ext cx="127683" cy="5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Plus 21">
            <a:extLst>
              <a:ext uri="{FF2B5EF4-FFF2-40B4-BE49-F238E27FC236}">
                <a16:creationId xmlns:a16="http://schemas.microsoft.com/office/drawing/2014/main" id="{108D943A-A833-B673-E866-69C0643960A8}"/>
              </a:ext>
            </a:extLst>
          </p:cNvPr>
          <p:cNvSpPr/>
          <p:nvPr/>
        </p:nvSpPr>
        <p:spPr>
          <a:xfrm>
            <a:off x="5220376" y="1836573"/>
            <a:ext cx="49516" cy="56119"/>
          </a:xfrm>
          <a:prstGeom prst="mathPlus">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lus 22">
            <a:extLst>
              <a:ext uri="{FF2B5EF4-FFF2-40B4-BE49-F238E27FC236}">
                <a16:creationId xmlns:a16="http://schemas.microsoft.com/office/drawing/2014/main" id="{C058A197-E12E-22DB-2B2E-C8DC8337478C}"/>
              </a:ext>
            </a:extLst>
          </p:cNvPr>
          <p:cNvSpPr/>
          <p:nvPr/>
        </p:nvSpPr>
        <p:spPr>
          <a:xfrm>
            <a:off x="6601815" y="1836573"/>
            <a:ext cx="49516" cy="56119"/>
          </a:xfrm>
          <a:prstGeom prst="mathPlus">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Plus 23">
            <a:extLst>
              <a:ext uri="{FF2B5EF4-FFF2-40B4-BE49-F238E27FC236}">
                <a16:creationId xmlns:a16="http://schemas.microsoft.com/office/drawing/2014/main" id="{46F2A205-F5DC-CAC7-DDDE-31E11120B87D}"/>
              </a:ext>
            </a:extLst>
          </p:cNvPr>
          <p:cNvSpPr/>
          <p:nvPr/>
        </p:nvSpPr>
        <p:spPr>
          <a:xfrm>
            <a:off x="7983254" y="1836573"/>
            <a:ext cx="49516" cy="56119"/>
          </a:xfrm>
          <a:prstGeom prst="mathPlus">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CFD8B82-6B7C-E56B-9803-98F2A2472C32}"/>
              </a:ext>
            </a:extLst>
          </p:cNvPr>
          <p:cNvSpPr/>
          <p:nvPr/>
        </p:nvSpPr>
        <p:spPr>
          <a:xfrm>
            <a:off x="504820" y="2415926"/>
            <a:ext cx="4049830" cy="2821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Competitor Analysis</a:t>
            </a:r>
            <a:endParaRPr lang="en-US" sz="1400" dirty="0">
              <a:solidFill>
                <a:schemeClr val="bg1"/>
              </a:solidFill>
            </a:endParaRPr>
          </a:p>
        </p:txBody>
      </p:sp>
      <p:sp>
        <p:nvSpPr>
          <p:cNvPr id="26" name="Rectangle 25">
            <a:extLst>
              <a:ext uri="{FF2B5EF4-FFF2-40B4-BE49-F238E27FC236}">
                <a16:creationId xmlns:a16="http://schemas.microsoft.com/office/drawing/2014/main" id="{F1154F73-A325-4AE4-D37A-31F3410E419A}"/>
              </a:ext>
            </a:extLst>
          </p:cNvPr>
          <p:cNvSpPr/>
          <p:nvPr/>
        </p:nvSpPr>
        <p:spPr>
          <a:xfrm>
            <a:off x="4656741" y="2415926"/>
            <a:ext cx="7030427" cy="282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ESG Score Analysis</a:t>
            </a:r>
          </a:p>
        </p:txBody>
      </p:sp>
      <p:graphicFrame>
        <p:nvGraphicFramePr>
          <p:cNvPr id="27" name="Table 26">
            <a:extLst>
              <a:ext uri="{FF2B5EF4-FFF2-40B4-BE49-F238E27FC236}">
                <a16:creationId xmlns:a16="http://schemas.microsoft.com/office/drawing/2014/main" id="{87C54B4D-DBAB-EDF2-1CC3-A8CFAD315C79}"/>
              </a:ext>
            </a:extLst>
          </p:cNvPr>
          <p:cNvGraphicFramePr>
            <a:graphicFrameLocks noGrp="1"/>
          </p:cNvGraphicFramePr>
          <p:nvPr>
            <p:extLst>
              <p:ext uri="{D42A27DB-BD31-4B8C-83A1-F6EECF244321}">
                <p14:modId xmlns:p14="http://schemas.microsoft.com/office/powerpoint/2010/main" val="2739008599"/>
              </p:ext>
            </p:extLst>
          </p:nvPr>
        </p:nvGraphicFramePr>
        <p:xfrm>
          <a:off x="1482019" y="2944970"/>
          <a:ext cx="3075119" cy="1484640"/>
        </p:xfrm>
        <a:graphic>
          <a:graphicData uri="http://schemas.openxmlformats.org/drawingml/2006/table">
            <a:tbl>
              <a:tblPr firstRow="1" bandRow="1">
                <a:tableStyleId>{2D5ABB26-0587-4C30-8999-92F81FD0307C}</a:tableStyleId>
              </a:tblPr>
              <a:tblGrid>
                <a:gridCol w="781188">
                  <a:extLst>
                    <a:ext uri="{9D8B030D-6E8A-4147-A177-3AD203B41FA5}">
                      <a16:colId xmlns:a16="http://schemas.microsoft.com/office/drawing/2014/main" val="1625833865"/>
                    </a:ext>
                  </a:extLst>
                </a:gridCol>
                <a:gridCol w="363736">
                  <a:extLst>
                    <a:ext uri="{9D8B030D-6E8A-4147-A177-3AD203B41FA5}">
                      <a16:colId xmlns:a16="http://schemas.microsoft.com/office/drawing/2014/main" val="111423516"/>
                    </a:ext>
                  </a:extLst>
                </a:gridCol>
                <a:gridCol w="386039">
                  <a:extLst>
                    <a:ext uri="{9D8B030D-6E8A-4147-A177-3AD203B41FA5}">
                      <a16:colId xmlns:a16="http://schemas.microsoft.com/office/drawing/2014/main" val="1626711900"/>
                    </a:ext>
                  </a:extLst>
                </a:gridCol>
                <a:gridCol w="386039">
                  <a:extLst>
                    <a:ext uri="{9D8B030D-6E8A-4147-A177-3AD203B41FA5}">
                      <a16:colId xmlns:a16="http://schemas.microsoft.com/office/drawing/2014/main" val="4189178679"/>
                    </a:ext>
                  </a:extLst>
                </a:gridCol>
                <a:gridCol w="386039">
                  <a:extLst>
                    <a:ext uri="{9D8B030D-6E8A-4147-A177-3AD203B41FA5}">
                      <a16:colId xmlns:a16="http://schemas.microsoft.com/office/drawing/2014/main" val="3057662355"/>
                    </a:ext>
                  </a:extLst>
                </a:gridCol>
                <a:gridCol w="386039">
                  <a:extLst>
                    <a:ext uri="{9D8B030D-6E8A-4147-A177-3AD203B41FA5}">
                      <a16:colId xmlns:a16="http://schemas.microsoft.com/office/drawing/2014/main" val="4199063395"/>
                    </a:ext>
                  </a:extLst>
                </a:gridCol>
                <a:gridCol w="386039">
                  <a:extLst>
                    <a:ext uri="{9D8B030D-6E8A-4147-A177-3AD203B41FA5}">
                      <a16:colId xmlns:a16="http://schemas.microsoft.com/office/drawing/2014/main" val="4251909533"/>
                    </a:ext>
                  </a:extLst>
                </a:gridCol>
              </a:tblGrid>
              <a:tr h="145046">
                <a:tc rowSpan="2" gridSpan="2">
                  <a:txBody>
                    <a:bodyPr/>
                    <a:lstStyle/>
                    <a:p>
                      <a:pPr algn="ctr"/>
                      <a:r>
                        <a:rPr lang="en-US" sz="600" b="1" dirty="0">
                          <a:solidFill>
                            <a:schemeClr val="bg1"/>
                          </a:solidFill>
                        </a:rPr>
                        <a:t>Rating adjustment Matrix</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44546A"/>
                    </a:solidFill>
                  </a:tcPr>
                </a:tc>
                <a:tc rowSpan="2" hMerge="1">
                  <a:txBody>
                    <a:bodyPr/>
                    <a:lstStyle/>
                    <a:p>
                      <a:endParaRPr lang="en-US" dirty="0"/>
                    </a:p>
                  </a:txBody>
                  <a:tcPr/>
                </a:tc>
                <a:tc gridSpan="5">
                  <a:txBody>
                    <a:bodyPr/>
                    <a:lstStyle/>
                    <a:p>
                      <a:pPr algn="ctr"/>
                      <a:r>
                        <a:rPr lang="en-US" sz="600" b="1" dirty="0">
                          <a:solidFill>
                            <a:schemeClr val="bg1"/>
                          </a:solidFill>
                        </a:rPr>
                        <a:t>Output of ESG scorecard*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44546A"/>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396959220"/>
                  </a:ext>
                </a:extLst>
              </a:tr>
              <a:tr h="205488">
                <a:tc gridSpan="2" vMerge="1">
                  <a:txBody>
                    <a:bodyPr/>
                    <a:lstStyle/>
                    <a:p>
                      <a:endParaRPr lang="en-US"/>
                    </a:p>
                  </a:txBody>
                  <a:tcPr/>
                </a:tc>
                <a:tc hMerge="1" vMerge="1">
                  <a:txBody>
                    <a:bodyPr/>
                    <a:lstStyle/>
                    <a:p>
                      <a:endParaRPr lang="en-US" dirty="0"/>
                    </a:p>
                  </a:txBody>
                  <a:tcPr/>
                </a:tc>
                <a:tc>
                  <a:txBody>
                    <a:bodyPr/>
                    <a:lstStyle/>
                    <a:p>
                      <a:pPr algn="ctr"/>
                      <a:r>
                        <a:rPr lang="en-US" sz="600" b="1" dirty="0">
                          <a:solidFill>
                            <a:schemeClr val="bg1"/>
                          </a:solidFill>
                        </a:rPr>
                        <a:t>ESG1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50"/>
                    </a:solidFill>
                  </a:tcPr>
                </a:tc>
                <a:tc>
                  <a:txBody>
                    <a:bodyPr/>
                    <a:lstStyle/>
                    <a:p>
                      <a:pPr algn="ctr"/>
                      <a:r>
                        <a:rPr lang="en-US" sz="600" b="1" dirty="0">
                          <a:solidFill>
                            <a:schemeClr val="bg1"/>
                          </a:solidFill>
                        </a:rPr>
                        <a:t>ESG2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algn="ctr"/>
                      <a:r>
                        <a:rPr lang="en-US" sz="600" b="1" dirty="0">
                          <a:solidFill>
                            <a:schemeClr val="bg1"/>
                          </a:solidFill>
                        </a:rPr>
                        <a:t>ESG3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algn="ctr"/>
                      <a:r>
                        <a:rPr lang="en-US" sz="600" b="1" dirty="0">
                          <a:solidFill>
                            <a:schemeClr val="bg1"/>
                          </a:solidFill>
                        </a:rPr>
                        <a:t>ESG4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US" sz="600" b="1" dirty="0">
                          <a:solidFill>
                            <a:schemeClr val="bg1"/>
                          </a:solidFill>
                        </a:rPr>
                        <a:t>ESG5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extLst>
                  <a:ext uri="{0D108BD9-81ED-4DB2-BD59-A6C34878D82A}">
                    <a16:rowId xmlns:a16="http://schemas.microsoft.com/office/drawing/2014/main" val="2278772292"/>
                  </a:ext>
                </a:extLst>
              </a:tr>
              <a:tr h="205488">
                <a:tc rowSpan="5">
                  <a:txBody>
                    <a:bodyPr/>
                    <a:lstStyle/>
                    <a:p>
                      <a:pPr algn="ctr"/>
                      <a:r>
                        <a:rPr lang="en-US" sz="600" b="1" dirty="0">
                          <a:solidFill>
                            <a:schemeClr val="bg1"/>
                          </a:solidFill>
                        </a:rPr>
                        <a:t>Output of credit risk scorecard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44546A"/>
                    </a:solidFill>
                  </a:tcPr>
                </a:tc>
                <a:tc>
                  <a:txBody>
                    <a:bodyPr/>
                    <a:lstStyle/>
                    <a:p>
                      <a:pPr algn="ctr"/>
                      <a:r>
                        <a:rPr lang="en-US" sz="600" b="1" dirty="0">
                          <a:solidFill>
                            <a:schemeClr val="bg1"/>
                          </a:solidFill>
                        </a:rPr>
                        <a:t>CR1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B050"/>
                    </a:solidFill>
                  </a:tcPr>
                </a:tc>
                <a:tc>
                  <a:txBody>
                    <a:bodyPr/>
                    <a:lstStyle/>
                    <a:p>
                      <a:pPr algn="ctr"/>
                      <a:r>
                        <a:rPr lang="en-US" sz="600" dirty="0"/>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extLst>
                  <a:ext uri="{0D108BD9-81ED-4DB2-BD59-A6C34878D82A}">
                    <a16:rowId xmlns:a16="http://schemas.microsoft.com/office/drawing/2014/main" val="1991112733"/>
                  </a:ext>
                </a:extLst>
              </a:tr>
              <a:tr h="205488">
                <a:tc vMerge="1">
                  <a:txBody>
                    <a:bodyPr/>
                    <a:lstStyle/>
                    <a:p>
                      <a:endParaRPr lang="en-US"/>
                    </a:p>
                  </a:txBody>
                  <a:tcPr/>
                </a:tc>
                <a:tc>
                  <a:txBody>
                    <a:bodyPr/>
                    <a:lstStyle/>
                    <a:p>
                      <a:pPr algn="ctr"/>
                      <a:r>
                        <a:rPr lang="en-US" sz="600" b="1" dirty="0">
                          <a:solidFill>
                            <a:schemeClr val="bg1"/>
                          </a:solidFill>
                        </a:rPr>
                        <a:t>CR2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algn="ctr"/>
                      <a:r>
                        <a:rPr lang="en-US" sz="600" dirty="0"/>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extLst>
                  <a:ext uri="{0D108BD9-81ED-4DB2-BD59-A6C34878D82A}">
                    <a16:rowId xmlns:a16="http://schemas.microsoft.com/office/drawing/2014/main" val="773678730"/>
                  </a:ext>
                </a:extLst>
              </a:tr>
              <a:tr h="205488">
                <a:tc vMerge="1">
                  <a:txBody>
                    <a:bodyPr/>
                    <a:lstStyle/>
                    <a:p>
                      <a:endParaRPr lang="en-US"/>
                    </a:p>
                  </a:txBody>
                  <a:tcPr/>
                </a:tc>
                <a:tc>
                  <a:txBody>
                    <a:bodyPr/>
                    <a:lstStyle/>
                    <a:p>
                      <a:pPr algn="ctr"/>
                      <a:r>
                        <a:rPr lang="en-US" sz="600" b="1" dirty="0">
                          <a:solidFill>
                            <a:schemeClr val="bg1"/>
                          </a:solidFill>
                        </a:rPr>
                        <a:t>CR3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C000"/>
                    </a:solidFill>
                  </a:tcPr>
                </a:tc>
                <a:tc>
                  <a:txBody>
                    <a:bodyPr/>
                    <a:lstStyle/>
                    <a:p>
                      <a:pPr algn="ctr"/>
                      <a:r>
                        <a:rPr lang="en-US" sz="600" dirty="0"/>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extLst>
                  <a:ext uri="{0D108BD9-81ED-4DB2-BD59-A6C34878D82A}">
                    <a16:rowId xmlns:a16="http://schemas.microsoft.com/office/drawing/2014/main" val="3117555595"/>
                  </a:ext>
                </a:extLst>
              </a:tr>
              <a:tr h="205488">
                <a:tc vMerge="1">
                  <a:txBody>
                    <a:bodyPr/>
                    <a:lstStyle/>
                    <a:p>
                      <a:endParaRPr lang="en-US"/>
                    </a:p>
                  </a:txBody>
                  <a:tcPr/>
                </a:tc>
                <a:tc>
                  <a:txBody>
                    <a:bodyPr/>
                    <a:lstStyle/>
                    <a:p>
                      <a:pPr algn="ctr"/>
                      <a:r>
                        <a:rPr lang="en-US" sz="600" b="1" dirty="0">
                          <a:solidFill>
                            <a:schemeClr val="bg1"/>
                          </a:solidFill>
                        </a:rPr>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tc>
                  <a:txBody>
                    <a:bodyPr/>
                    <a:lstStyle/>
                    <a:p>
                      <a:pPr algn="ctr"/>
                      <a:r>
                        <a:rPr lang="en-US" sz="600" dirty="0"/>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extLst>
                  <a:ext uri="{0D108BD9-81ED-4DB2-BD59-A6C34878D82A}">
                    <a16:rowId xmlns:a16="http://schemas.microsoft.com/office/drawing/2014/main" val="2948673955"/>
                  </a:ext>
                </a:extLst>
              </a:tr>
              <a:tr h="205488">
                <a:tc vMerge="1">
                  <a:txBody>
                    <a:bodyPr/>
                    <a:lstStyle/>
                    <a:p>
                      <a:endParaRPr lang="en-US" dirty="0"/>
                    </a:p>
                  </a:txBody>
                  <a:tcPr/>
                </a:tc>
                <a:tc>
                  <a:txBody>
                    <a:bodyPr/>
                    <a:lstStyle/>
                    <a:p>
                      <a:pPr algn="ctr"/>
                      <a:r>
                        <a:rPr lang="en-US" sz="600" b="1" dirty="0">
                          <a:solidFill>
                            <a:schemeClr val="bg1"/>
                          </a:solidFill>
                        </a:rPr>
                        <a:t>CR10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C00000"/>
                    </a:solidFill>
                  </a:tcPr>
                </a:tc>
                <a:tc>
                  <a:txBody>
                    <a:bodyPr/>
                    <a:lstStyle/>
                    <a:p>
                      <a:pPr algn="ctr"/>
                      <a:r>
                        <a:rPr lang="en-US" sz="600" dirty="0"/>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tc>
                  <a:txBody>
                    <a:bodyPr/>
                    <a:lstStyle/>
                    <a:p>
                      <a:pPr algn="ctr"/>
                      <a:r>
                        <a:rPr lang="en-US" sz="600" dirty="0"/>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7E6E6"/>
                    </a:solidFill>
                  </a:tcPr>
                </a:tc>
                <a:extLst>
                  <a:ext uri="{0D108BD9-81ED-4DB2-BD59-A6C34878D82A}">
                    <a16:rowId xmlns:a16="http://schemas.microsoft.com/office/drawing/2014/main" val="4088803433"/>
                  </a:ext>
                </a:extLst>
              </a:tr>
            </a:tbl>
          </a:graphicData>
        </a:graphic>
      </p:graphicFrame>
      <p:sp>
        <p:nvSpPr>
          <p:cNvPr id="28" name="TextBox 27">
            <a:extLst>
              <a:ext uri="{FF2B5EF4-FFF2-40B4-BE49-F238E27FC236}">
                <a16:creationId xmlns:a16="http://schemas.microsoft.com/office/drawing/2014/main" id="{4D6FB288-67AE-C912-22EB-097B56B7DD9D}"/>
              </a:ext>
            </a:extLst>
          </p:cNvPr>
          <p:cNvSpPr txBox="1"/>
          <p:nvPr/>
        </p:nvSpPr>
        <p:spPr>
          <a:xfrm>
            <a:off x="1385785" y="4421999"/>
            <a:ext cx="3184774" cy="338554"/>
          </a:xfrm>
          <a:prstGeom prst="rect">
            <a:avLst/>
          </a:prstGeom>
          <a:noFill/>
        </p:spPr>
        <p:txBody>
          <a:bodyPr wrap="square" rtlCol="0">
            <a:spAutoFit/>
          </a:bodyPr>
          <a:lstStyle/>
          <a:p>
            <a:r>
              <a:rPr lang="en-US" sz="800" i="1" dirty="0"/>
              <a:t>* On an illustrative 5-point scale, with a higher numerical suffix indicating higher risk level</a:t>
            </a:r>
          </a:p>
        </p:txBody>
      </p:sp>
      <p:sp>
        <p:nvSpPr>
          <p:cNvPr id="29" name="TextBox 28">
            <a:extLst>
              <a:ext uri="{FF2B5EF4-FFF2-40B4-BE49-F238E27FC236}">
                <a16:creationId xmlns:a16="http://schemas.microsoft.com/office/drawing/2014/main" id="{3D832FCF-3314-2E9A-5A4C-78EE38B1DE11}"/>
              </a:ext>
            </a:extLst>
          </p:cNvPr>
          <p:cNvSpPr txBox="1"/>
          <p:nvPr/>
        </p:nvSpPr>
        <p:spPr>
          <a:xfrm>
            <a:off x="1816314" y="2754124"/>
            <a:ext cx="2567501" cy="215444"/>
          </a:xfrm>
          <a:prstGeom prst="rect">
            <a:avLst/>
          </a:prstGeom>
          <a:noFill/>
        </p:spPr>
        <p:txBody>
          <a:bodyPr wrap="square" rtlCol="0">
            <a:spAutoFit/>
          </a:bodyPr>
          <a:lstStyle/>
          <a:p>
            <a:pPr algn="ctr"/>
            <a:r>
              <a:rPr lang="en-US" sz="800" b="1" i="1" dirty="0"/>
              <a:t>Rating adjustment (notch-down) matrix</a:t>
            </a:r>
          </a:p>
        </p:txBody>
      </p:sp>
      <p:sp>
        <p:nvSpPr>
          <p:cNvPr id="30" name="TextBox 29">
            <a:extLst>
              <a:ext uri="{FF2B5EF4-FFF2-40B4-BE49-F238E27FC236}">
                <a16:creationId xmlns:a16="http://schemas.microsoft.com/office/drawing/2014/main" id="{BCCE8E8E-5059-5FDD-CDD8-8E645FA32C62}"/>
              </a:ext>
            </a:extLst>
          </p:cNvPr>
          <p:cNvSpPr txBox="1"/>
          <p:nvPr/>
        </p:nvSpPr>
        <p:spPr>
          <a:xfrm>
            <a:off x="507307" y="2755199"/>
            <a:ext cx="878478" cy="1982413"/>
          </a:xfrm>
          <a:prstGeom prst="rect">
            <a:avLst/>
          </a:prstGeom>
          <a:solidFill>
            <a:schemeClr val="accent5">
              <a:lumMod val="20000"/>
              <a:lumOff val="80000"/>
            </a:schemeClr>
          </a:solidFill>
        </p:spPr>
        <p:txBody>
          <a:bodyPr wrap="square" rtlCol="0" anchor="ctr">
            <a:noAutofit/>
          </a:bodyPr>
          <a:lstStyle/>
          <a:p>
            <a:pPr algn="ctr"/>
            <a:endParaRPr lang="en-US" sz="1000" dirty="0"/>
          </a:p>
          <a:p>
            <a:pPr algn="ctr"/>
            <a:endParaRPr lang="en-US" sz="1000" dirty="0"/>
          </a:p>
          <a:p>
            <a:pPr algn="ctr"/>
            <a:endParaRPr lang="en-US" sz="1000" dirty="0"/>
          </a:p>
          <a:p>
            <a:pPr algn="ctr"/>
            <a:endParaRPr lang="en-US" sz="1000" dirty="0"/>
          </a:p>
          <a:p>
            <a:pPr algn="ctr"/>
            <a:r>
              <a:rPr lang="en-US" sz="1000" u="sng" dirty="0"/>
              <a:t>Bank 1: </a:t>
            </a:r>
            <a:r>
              <a:rPr lang="en-US" sz="1000" b="1" dirty="0"/>
              <a:t>Credit Risk Scoring Card</a:t>
            </a:r>
          </a:p>
          <a:p>
            <a:pPr algn="ctr"/>
            <a:endParaRPr lang="en-US" sz="1000" b="1" dirty="0"/>
          </a:p>
          <a:p>
            <a:pPr algn="ctr"/>
            <a:endParaRPr lang="en-US" sz="1000" dirty="0"/>
          </a:p>
          <a:p>
            <a:endParaRPr lang="en-US" sz="1000" dirty="0"/>
          </a:p>
          <a:p>
            <a:r>
              <a:rPr lang="en-US" sz="1000" dirty="0"/>
              <a:t> </a:t>
            </a:r>
          </a:p>
        </p:txBody>
      </p:sp>
      <p:sp>
        <p:nvSpPr>
          <p:cNvPr id="31" name="TextBox 30">
            <a:extLst>
              <a:ext uri="{FF2B5EF4-FFF2-40B4-BE49-F238E27FC236}">
                <a16:creationId xmlns:a16="http://schemas.microsoft.com/office/drawing/2014/main" id="{5468C9C6-8CBE-4536-9891-2B1F089B22E0}"/>
              </a:ext>
            </a:extLst>
          </p:cNvPr>
          <p:cNvSpPr txBox="1"/>
          <p:nvPr/>
        </p:nvSpPr>
        <p:spPr>
          <a:xfrm>
            <a:off x="504819" y="4825387"/>
            <a:ext cx="878478" cy="1752094"/>
          </a:xfrm>
          <a:prstGeom prst="rect">
            <a:avLst/>
          </a:prstGeom>
          <a:solidFill>
            <a:schemeClr val="accent5">
              <a:lumMod val="20000"/>
              <a:lumOff val="80000"/>
            </a:schemeClr>
          </a:solidFill>
        </p:spPr>
        <p:txBody>
          <a:bodyPr wrap="square" rtlCol="0" anchor="ctr">
            <a:noAutofit/>
          </a:bodyPr>
          <a:lstStyle/>
          <a:p>
            <a:pPr algn="ctr"/>
            <a:endParaRPr lang="en-US" sz="1000" dirty="0"/>
          </a:p>
          <a:p>
            <a:pPr algn="ctr"/>
            <a:endParaRPr lang="en-US" sz="1000" dirty="0"/>
          </a:p>
          <a:p>
            <a:pPr algn="ctr"/>
            <a:endParaRPr lang="en-US" sz="1000" dirty="0"/>
          </a:p>
          <a:p>
            <a:pPr algn="ctr"/>
            <a:r>
              <a:rPr lang="en-US" sz="1000" u="sng" dirty="0"/>
              <a:t>Bank 2: </a:t>
            </a:r>
            <a:r>
              <a:rPr lang="en-US" sz="1000" b="1" dirty="0"/>
              <a:t>Credit risk stress testing prototype </a:t>
            </a:r>
          </a:p>
          <a:p>
            <a:pPr algn="ctr"/>
            <a:endParaRPr lang="en-US" sz="1000" b="1" dirty="0"/>
          </a:p>
          <a:p>
            <a:pPr algn="ctr"/>
            <a:endParaRPr lang="en-US" sz="1000" dirty="0"/>
          </a:p>
          <a:p>
            <a:r>
              <a:rPr lang="en-US" sz="1000" dirty="0"/>
              <a:t> </a:t>
            </a:r>
          </a:p>
        </p:txBody>
      </p:sp>
      <p:pic>
        <p:nvPicPr>
          <p:cNvPr id="32" name="Picture 31" descr="A graph of a graph showing the growth of a graph&#10;&#10;AI-generated content may be incorrect.">
            <a:extLst>
              <a:ext uri="{FF2B5EF4-FFF2-40B4-BE49-F238E27FC236}">
                <a16:creationId xmlns:a16="http://schemas.microsoft.com/office/drawing/2014/main" id="{61C2174A-517C-DB11-2ED8-8A9CF09500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2018" y="5007821"/>
            <a:ext cx="2268005" cy="1510337"/>
          </a:xfrm>
          <a:prstGeom prst="rect">
            <a:avLst/>
          </a:prstGeom>
        </p:spPr>
      </p:pic>
      <p:sp>
        <p:nvSpPr>
          <p:cNvPr id="33" name="TextBox 32">
            <a:extLst>
              <a:ext uri="{FF2B5EF4-FFF2-40B4-BE49-F238E27FC236}">
                <a16:creationId xmlns:a16="http://schemas.microsoft.com/office/drawing/2014/main" id="{547A871B-E853-157E-6EF6-AA27AEB2AB06}"/>
              </a:ext>
            </a:extLst>
          </p:cNvPr>
          <p:cNvSpPr txBox="1"/>
          <p:nvPr/>
        </p:nvSpPr>
        <p:spPr>
          <a:xfrm>
            <a:off x="1687167" y="4804774"/>
            <a:ext cx="2492990" cy="215444"/>
          </a:xfrm>
          <a:prstGeom prst="rect">
            <a:avLst/>
          </a:prstGeom>
          <a:noFill/>
        </p:spPr>
        <p:txBody>
          <a:bodyPr wrap="none" rtlCol="0">
            <a:spAutoFit/>
          </a:bodyPr>
          <a:lstStyle/>
          <a:p>
            <a:r>
              <a:rPr lang="en-US" sz="800" b="1" dirty="0"/>
              <a:t>Focusing on impact of carbon cost on credit loss</a:t>
            </a:r>
            <a:endParaRPr lang="en-US" sz="800" dirty="0"/>
          </a:p>
        </p:txBody>
      </p:sp>
      <p:sp>
        <p:nvSpPr>
          <p:cNvPr id="34" name="TextBox 33">
            <a:extLst>
              <a:ext uri="{FF2B5EF4-FFF2-40B4-BE49-F238E27FC236}">
                <a16:creationId xmlns:a16="http://schemas.microsoft.com/office/drawing/2014/main" id="{D0566A22-B688-257A-0531-F107E6BE6506}"/>
              </a:ext>
            </a:extLst>
          </p:cNvPr>
          <p:cNvSpPr txBox="1"/>
          <p:nvPr/>
        </p:nvSpPr>
        <p:spPr>
          <a:xfrm>
            <a:off x="3750023" y="5007821"/>
            <a:ext cx="820536" cy="1569660"/>
          </a:xfrm>
          <a:prstGeom prst="rect">
            <a:avLst/>
          </a:prstGeom>
          <a:noFill/>
        </p:spPr>
        <p:txBody>
          <a:bodyPr wrap="square" rtlCol="0">
            <a:spAutoFit/>
          </a:bodyPr>
          <a:lstStyle/>
          <a:p>
            <a:r>
              <a:rPr lang="en-US" sz="800" dirty="0">
                <a:solidFill>
                  <a:schemeClr val="tx1"/>
                </a:solidFill>
              </a:rPr>
              <a:t>Financial impact at borrower level is determined via linking </a:t>
            </a:r>
            <a:r>
              <a:rPr lang="en-US" sz="800" b="1" dirty="0">
                <a:solidFill>
                  <a:schemeClr val="tx1"/>
                </a:solidFill>
              </a:rPr>
              <a:t>carbon footprint </a:t>
            </a:r>
            <a:r>
              <a:rPr lang="en-US" sz="800" dirty="0">
                <a:solidFill>
                  <a:schemeClr val="tx1"/>
                </a:solidFill>
              </a:rPr>
              <a:t>and e</a:t>
            </a:r>
            <a:r>
              <a:rPr lang="en-US" sz="800" b="1" dirty="0">
                <a:solidFill>
                  <a:schemeClr val="tx1"/>
                </a:solidFill>
              </a:rPr>
              <a:t>volution of carbon cost</a:t>
            </a:r>
            <a:r>
              <a:rPr lang="en-US" sz="800" dirty="0">
                <a:solidFill>
                  <a:schemeClr val="tx1"/>
                </a:solidFill>
              </a:rPr>
              <a:t>.</a:t>
            </a:r>
          </a:p>
        </p:txBody>
      </p:sp>
      <p:sp>
        <p:nvSpPr>
          <p:cNvPr id="35" name="Rectangle 34">
            <a:extLst>
              <a:ext uri="{FF2B5EF4-FFF2-40B4-BE49-F238E27FC236}">
                <a16:creationId xmlns:a16="http://schemas.microsoft.com/office/drawing/2014/main" id="{94B70A38-0DEC-37B9-EF12-C52D71D8CBF1}"/>
              </a:ext>
            </a:extLst>
          </p:cNvPr>
          <p:cNvSpPr/>
          <p:nvPr/>
        </p:nvSpPr>
        <p:spPr>
          <a:xfrm>
            <a:off x="8260156" y="2755199"/>
            <a:ext cx="3424537" cy="282151"/>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(2) Key Drivers of ESG</a:t>
            </a:r>
          </a:p>
        </p:txBody>
      </p:sp>
      <p:sp>
        <p:nvSpPr>
          <p:cNvPr id="36" name="Rectangle 35">
            <a:extLst>
              <a:ext uri="{FF2B5EF4-FFF2-40B4-BE49-F238E27FC236}">
                <a16:creationId xmlns:a16="http://schemas.microsoft.com/office/drawing/2014/main" id="{09B288FD-633E-71F7-37C5-EF2F6F36FEED}"/>
              </a:ext>
            </a:extLst>
          </p:cNvPr>
          <p:cNvSpPr/>
          <p:nvPr/>
        </p:nvSpPr>
        <p:spPr>
          <a:xfrm>
            <a:off x="4653371" y="2755199"/>
            <a:ext cx="3424537" cy="282151"/>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(1) ESG Scores to Credit Rating</a:t>
            </a:r>
          </a:p>
        </p:txBody>
      </p:sp>
      <p:pic>
        <p:nvPicPr>
          <p:cNvPr id="37" name="Picture 36" descr="A screenshot of a graph&#10;&#10;AI-generated content may be incorrect.">
            <a:extLst>
              <a:ext uri="{FF2B5EF4-FFF2-40B4-BE49-F238E27FC236}">
                <a16:creationId xmlns:a16="http://schemas.microsoft.com/office/drawing/2014/main" id="{9E9E5F12-6EAA-1530-34F0-FBE5D7408D96}"/>
              </a:ext>
            </a:extLst>
          </p:cNvPr>
          <p:cNvPicPr>
            <a:picLocks noChangeAspect="1"/>
          </p:cNvPicPr>
          <p:nvPr/>
        </p:nvPicPr>
        <p:blipFill>
          <a:blip r:embed="rId4">
            <a:extLst>
              <a:ext uri="{28A0092B-C50C-407E-A947-70E740481C1C}">
                <a14:useLocalDpi xmlns:a14="http://schemas.microsoft.com/office/drawing/2010/main" val="0"/>
              </a:ext>
            </a:extLst>
          </a:blip>
          <a:srcRect r="10264"/>
          <a:stretch/>
        </p:blipFill>
        <p:spPr>
          <a:xfrm>
            <a:off x="4652962" y="3131049"/>
            <a:ext cx="3445925" cy="2194323"/>
          </a:xfrm>
          <a:prstGeom prst="rect">
            <a:avLst/>
          </a:prstGeom>
        </p:spPr>
      </p:pic>
      <p:sp>
        <p:nvSpPr>
          <p:cNvPr id="38" name="TextBox 37">
            <a:extLst>
              <a:ext uri="{FF2B5EF4-FFF2-40B4-BE49-F238E27FC236}">
                <a16:creationId xmlns:a16="http://schemas.microsoft.com/office/drawing/2014/main" id="{D25DFA56-C9AA-345E-86FD-9391BCA44D67}"/>
              </a:ext>
            </a:extLst>
          </p:cNvPr>
          <p:cNvSpPr txBox="1"/>
          <p:nvPr/>
        </p:nvSpPr>
        <p:spPr>
          <a:xfrm>
            <a:off x="4631983" y="5303167"/>
            <a:ext cx="3445925" cy="1446550"/>
          </a:xfrm>
          <a:prstGeom prst="rect">
            <a:avLst/>
          </a:prstGeom>
          <a:noFill/>
        </p:spPr>
        <p:txBody>
          <a:bodyPr wrap="square" rtlCol="0">
            <a:spAutoFit/>
          </a:bodyPr>
          <a:lstStyle/>
          <a:p>
            <a:r>
              <a:rPr lang="en-SG" sz="1100" b="1" dirty="0"/>
              <a:t>8 ESG Score Bins, 8 Credit Rating Bins</a:t>
            </a:r>
          </a:p>
          <a:p>
            <a:r>
              <a:rPr lang="en-SG" sz="1100" b="1" dirty="0"/>
              <a:t>No Strong Linear Trend</a:t>
            </a:r>
          </a:p>
          <a:p>
            <a:pPr marL="171450" indent="-171450">
              <a:buFontTx/>
              <a:buChar char="-"/>
            </a:pPr>
            <a:r>
              <a:rPr lang="en-SG" sz="1100" dirty="0"/>
              <a:t>Suggests other factors influence creditworthiness beyond ESG considerations.</a:t>
            </a:r>
          </a:p>
          <a:p>
            <a:endParaRPr lang="en-SG" sz="1100" dirty="0"/>
          </a:p>
          <a:p>
            <a:r>
              <a:rPr lang="en-SG" sz="1100" dirty="0"/>
              <a:t>Prompted us to change the approach of our analysis.</a:t>
            </a:r>
          </a:p>
        </p:txBody>
      </p:sp>
      <p:sp>
        <p:nvSpPr>
          <p:cNvPr id="39" name="Triangle 104">
            <a:extLst>
              <a:ext uri="{FF2B5EF4-FFF2-40B4-BE49-F238E27FC236}">
                <a16:creationId xmlns:a16="http://schemas.microsoft.com/office/drawing/2014/main" id="{4F233E69-BD22-0BAD-DC7B-7C67F1FA5E1D}"/>
              </a:ext>
            </a:extLst>
          </p:cNvPr>
          <p:cNvSpPr/>
          <p:nvPr/>
        </p:nvSpPr>
        <p:spPr>
          <a:xfrm rot="5400000">
            <a:off x="7793478" y="4177418"/>
            <a:ext cx="827219" cy="10158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FE64C988-0DAD-A8F3-85C4-83772B44067C}"/>
              </a:ext>
            </a:extLst>
          </p:cNvPr>
          <p:cNvSpPr txBox="1"/>
          <p:nvPr/>
        </p:nvSpPr>
        <p:spPr>
          <a:xfrm>
            <a:off x="8249920" y="3044840"/>
            <a:ext cx="3424537" cy="430887"/>
          </a:xfrm>
          <a:prstGeom prst="rect">
            <a:avLst/>
          </a:prstGeom>
          <a:noFill/>
        </p:spPr>
        <p:txBody>
          <a:bodyPr wrap="square" rtlCol="0">
            <a:spAutoFit/>
          </a:bodyPr>
          <a:lstStyle/>
          <a:p>
            <a:r>
              <a:rPr lang="en-US" sz="1100" dirty="0"/>
              <a:t>What are the inputs we need to build an internal ESG score?</a:t>
            </a:r>
          </a:p>
        </p:txBody>
      </p:sp>
      <p:sp>
        <p:nvSpPr>
          <p:cNvPr id="53" name="TextBox 52">
            <a:extLst>
              <a:ext uri="{FF2B5EF4-FFF2-40B4-BE49-F238E27FC236}">
                <a16:creationId xmlns:a16="http://schemas.microsoft.com/office/drawing/2014/main" id="{689F2F6F-D409-A1BD-ECF3-ABC425EDA3F5}"/>
              </a:ext>
            </a:extLst>
          </p:cNvPr>
          <p:cNvSpPr txBox="1"/>
          <p:nvPr/>
        </p:nvSpPr>
        <p:spPr>
          <a:xfrm>
            <a:off x="8249920" y="5157103"/>
            <a:ext cx="3424536" cy="1485022"/>
          </a:xfrm>
          <a:prstGeom prst="rect">
            <a:avLst/>
          </a:prstGeom>
          <a:noFill/>
        </p:spPr>
        <p:txBody>
          <a:bodyPr wrap="square" rtlCol="0">
            <a:spAutoFit/>
          </a:bodyPr>
          <a:lstStyle/>
          <a:p>
            <a:pPr marL="171450" indent="-171450">
              <a:buFont typeface="Arial" panose="020B0604020202020204" pitchFamily="34" charset="0"/>
              <a:buChar char="•"/>
            </a:pPr>
            <a:r>
              <a:rPr lang="en-US" sz="1100" dirty="0"/>
              <a:t>Proxy analysis using </a:t>
            </a:r>
            <a:r>
              <a:rPr lang="en-US" sz="1100" b="1" dirty="0"/>
              <a:t>US data</a:t>
            </a:r>
          </a:p>
          <a:p>
            <a:pPr marL="171450" indent="-171450">
              <a:buFont typeface="Arial" panose="020B0604020202020204" pitchFamily="34" charset="0"/>
              <a:buChar char="•"/>
            </a:pPr>
            <a:r>
              <a:rPr lang="en-US" sz="1100" dirty="0"/>
              <a:t>Identified </a:t>
            </a:r>
            <a:r>
              <a:rPr lang="en-US" sz="1100" b="1" dirty="0"/>
              <a:t>ESG data sources</a:t>
            </a:r>
            <a:r>
              <a:rPr lang="en-US" sz="1100" dirty="0"/>
              <a:t>:</a:t>
            </a:r>
          </a:p>
          <a:p>
            <a:pPr marL="628650" lvl="1" indent="-171450">
              <a:buFont typeface="Arial" panose="020B0604020202020204" pitchFamily="34" charset="0"/>
              <a:buChar char="•"/>
            </a:pPr>
            <a:r>
              <a:rPr lang="en-US" sz="1100" dirty="0" err="1"/>
              <a:t>YahooFinance</a:t>
            </a:r>
            <a:r>
              <a:rPr lang="en-US" sz="1100" dirty="0"/>
              <a:t> ESG Scores</a:t>
            </a:r>
          </a:p>
          <a:p>
            <a:pPr marL="628650" lvl="1" indent="-171450">
              <a:buFont typeface="Arial" panose="020B0604020202020204" pitchFamily="34" charset="0"/>
              <a:buChar char="•"/>
            </a:pPr>
            <a:r>
              <a:rPr lang="en-US" sz="1100" dirty="0"/>
              <a:t>Experian ESG</a:t>
            </a:r>
          </a:p>
          <a:p>
            <a:pPr marL="628650" lvl="1" indent="-171450">
              <a:buFont typeface="Arial" panose="020B0604020202020204" pitchFamily="34" charset="0"/>
              <a:buChar char="•"/>
            </a:pPr>
            <a:r>
              <a:rPr lang="en-US" sz="1100" dirty="0" err="1"/>
              <a:t>ESGpedia</a:t>
            </a:r>
            <a:endParaRPr lang="en-US" sz="1100" dirty="0"/>
          </a:p>
          <a:p>
            <a:pPr marL="171450" indent="-171450">
              <a:spcBef>
                <a:spcPts val="300"/>
              </a:spcBef>
              <a:buFont typeface="Arial" panose="020B0604020202020204" pitchFamily="34" charset="0"/>
              <a:buChar char="•"/>
            </a:pPr>
            <a:r>
              <a:rPr lang="en-US" sz="1100" dirty="0"/>
              <a:t>Explored the use of </a:t>
            </a:r>
            <a:r>
              <a:rPr lang="en-US" sz="1100" b="1" dirty="0"/>
              <a:t>LLMs</a:t>
            </a:r>
            <a:r>
              <a:rPr lang="en-US" sz="1100" dirty="0"/>
              <a:t> to automate extraction of required ESG metrics from Company Sustainability Reports.</a:t>
            </a:r>
          </a:p>
        </p:txBody>
      </p:sp>
      <p:grpSp>
        <p:nvGrpSpPr>
          <p:cNvPr id="81" name="Group 80"/>
          <p:cNvGrpSpPr/>
          <p:nvPr/>
        </p:nvGrpSpPr>
        <p:grpSpPr>
          <a:xfrm>
            <a:off x="8382325" y="3584451"/>
            <a:ext cx="3197862" cy="1366022"/>
            <a:chOff x="8476594" y="3593878"/>
            <a:chExt cx="3197862" cy="1366022"/>
          </a:xfrm>
        </p:grpSpPr>
        <p:sp>
          <p:nvSpPr>
            <p:cNvPr id="41" name="Rounded Rectangle 40">
              <a:extLst>
                <a:ext uri="{FF2B5EF4-FFF2-40B4-BE49-F238E27FC236}">
                  <a16:creationId xmlns:a16="http://schemas.microsoft.com/office/drawing/2014/main" id="{BC588E4A-D518-5472-4F3F-0CAE817BE14C}"/>
                </a:ext>
              </a:extLst>
            </p:cNvPr>
            <p:cNvSpPr/>
            <p:nvPr/>
          </p:nvSpPr>
          <p:spPr>
            <a:xfrm>
              <a:off x="9131762" y="4020644"/>
              <a:ext cx="1014826" cy="259883"/>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ESG Score</a:t>
              </a:r>
            </a:p>
          </p:txBody>
        </p:sp>
        <p:sp>
          <p:nvSpPr>
            <p:cNvPr id="42" name="Rounded Rectangle 41">
              <a:extLst>
                <a:ext uri="{FF2B5EF4-FFF2-40B4-BE49-F238E27FC236}">
                  <a16:creationId xmlns:a16="http://schemas.microsoft.com/office/drawing/2014/main" id="{1CF01B36-8264-3542-576F-78EB310EB7E8}"/>
                </a:ext>
              </a:extLst>
            </p:cNvPr>
            <p:cNvSpPr/>
            <p:nvPr/>
          </p:nvSpPr>
          <p:spPr>
            <a:xfrm>
              <a:off x="9131762" y="4700017"/>
              <a:ext cx="1014826" cy="259883"/>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Financials</a:t>
              </a:r>
            </a:p>
          </p:txBody>
        </p:sp>
        <p:sp>
          <p:nvSpPr>
            <p:cNvPr id="43" name="Rounded Rectangle 42">
              <a:extLst>
                <a:ext uri="{FF2B5EF4-FFF2-40B4-BE49-F238E27FC236}">
                  <a16:creationId xmlns:a16="http://schemas.microsoft.com/office/drawing/2014/main" id="{C2723065-75B0-6D5F-6DA8-A306E0FC1A1C}"/>
                </a:ext>
              </a:extLst>
            </p:cNvPr>
            <p:cNvSpPr/>
            <p:nvPr/>
          </p:nvSpPr>
          <p:spPr>
            <a:xfrm>
              <a:off x="10434002" y="4371044"/>
              <a:ext cx="1240454" cy="259883"/>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Credit Ratings</a:t>
              </a:r>
            </a:p>
          </p:txBody>
        </p:sp>
        <p:sp>
          <p:nvSpPr>
            <p:cNvPr id="44" name="Right Arrow 43">
              <a:extLst>
                <a:ext uri="{FF2B5EF4-FFF2-40B4-BE49-F238E27FC236}">
                  <a16:creationId xmlns:a16="http://schemas.microsoft.com/office/drawing/2014/main" id="{53466696-04EB-5C64-DAA9-F03C3B20C8BF}"/>
                </a:ext>
              </a:extLst>
            </p:cNvPr>
            <p:cNvSpPr/>
            <p:nvPr/>
          </p:nvSpPr>
          <p:spPr>
            <a:xfrm rot="2648983">
              <a:off x="10175089" y="4288928"/>
              <a:ext cx="204452" cy="7425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45" name="Right Arrow 44">
              <a:extLst>
                <a:ext uri="{FF2B5EF4-FFF2-40B4-BE49-F238E27FC236}">
                  <a16:creationId xmlns:a16="http://schemas.microsoft.com/office/drawing/2014/main" id="{B1E3E56B-685D-17E8-6882-CDAC3BCA1A8D}"/>
                </a:ext>
              </a:extLst>
            </p:cNvPr>
            <p:cNvSpPr/>
            <p:nvPr/>
          </p:nvSpPr>
          <p:spPr>
            <a:xfrm rot="19463079">
              <a:off x="10198313" y="4674039"/>
              <a:ext cx="204452" cy="74252"/>
            </a:xfrm>
            <a:prstGeom prst="right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46" name="Rounded Rectangle 45">
              <a:extLst>
                <a:ext uri="{FF2B5EF4-FFF2-40B4-BE49-F238E27FC236}">
                  <a16:creationId xmlns:a16="http://schemas.microsoft.com/office/drawing/2014/main" id="{4B376D72-E6A7-9849-49BE-E41C41BEC903}"/>
                </a:ext>
              </a:extLst>
            </p:cNvPr>
            <p:cNvSpPr/>
            <p:nvPr/>
          </p:nvSpPr>
          <p:spPr>
            <a:xfrm>
              <a:off x="8708844" y="3686393"/>
              <a:ext cx="184732" cy="169764"/>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a:t>
              </a:r>
            </a:p>
          </p:txBody>
        </p:sp>
        <p:sp>
          <p:nvSpPr>
            <p:cNvPr id="47" name="Right Arrow 46">
              <a:extLst>
                <a:ext uri="{FF2B5EF4-FFF2-40B4-BE49-F238E27FC236}">
                  <a16:creationId xmlns:a16="http://schemas.microsoft.com/office/drawing/2014/main" id="{CFF52ED6-5835-196C-F0F0-FFAB5F903858}"/>
                </a:ext>
              </a:extLst>
            </p:cNvPr>
            <p:cNvSpPr/>
            <p:nvPr/>
          </p:nvSpPr>
          <p:spPr>
            <a:xfrm rot="2648983">
              <a:off x="8907136" y="3881078"/>
              <a:ext cx="204452" cy="74253"/>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48" name="Right Arrow 47">
              <a:extLst>
                <a:ext uri="{FF2B5EF4-FFF2-40B4-BE49-F238E27FC236}">
                  <a16:creationId xmlns:a16="http://schemas.microsoft.com/office/drawing/2014/main" id="{1DB229CC-AD09-74A9-FF31-AC12A357A495}"/>
                </a:ext>
              </a:extLst>
            </p:cNvPr>
            <p:cNvSpPr/>
            <p:nvPr/>
          </p:nvSpPr>
          <p:spPr>
            <a:xfrm rot="19463079">
              <a:off x="8927506" y="4361338"/>
              <a:ext cx="204452" cy="74252"/>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49" name="Right Arrow 48">
              <a:extLst>
                <a:ext uri="{FF2B5EF4-FFF2-40B4-BE49-F238E27FC236}">
                  <a16:creationId xmlns:a16="http://schemas.microsoft.com/office/drawing/2014/main" id="{B9B7CF88-6BAE-2B0F-65E3-4A670D39ADB2}"/>
                </a:ext>
              </a:extLst>
            </p:cNvPr>
            <p:cNvSpPr/>
            <p:nvPr/>
          </p:nvSpPr>
          <p:spPr>
            <a:xfrm>
              <a:off x="8880794" y="4127478"/>
              <a:ext cx="204452" cy="74252"/>
            </a:xfrm>
            <a:prstGeom prst="right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50" name="Rounded Rectangle 49">
              <a:extLst>
                <a:ext uri="{FF2B5EF4-FFF2-40B4-BE49-F238E27FC236}">
                  <a16:creationId xmlns:a16="http://schemas.microsoft.com/office/drawing/2014/main" id="{D23712BB-AE08-FE37-489A-EF257E432A1E}"/>
                </a:ext>
              </a:extLst>
            </p:cNvPr>
            <p:cNvSpPr/>
            <p:nvPr/>
          </p:nvSpPr>
          <p:spPr>
            <a:xfrm>
              <a:off x="8638585" y="4079722"/>
              <a:ext cx="184732" cy="169764"/>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S</a:t>
              </a:r>
            </a:p>
          </p:txBody>
        </p:sp>
        <p:sp>
          <p:nvSpPr>
            <p:cNvPr id="51" name="Rounded Rectangle 50">
              <a:extLst>
                <a:ext uri="{FF2B5EF4-FFF2-40B4-BE49-F238E27FC236}">
                  <a16:creationId xmlns:a16="http://schemas.microsoft.com/office/drawing/2014/main" id="{63270C79-A51B-610E-6A6B-DE646EBEF8C8}"/>
                </a:ext>
              </a:extLst>
            </p:cNvPr>
            <p:cNvSpPr/>
            <p:nvPr/>
          </p:nvSpPr>
          <p:spPr>
            <a:xfrm>
              <a:off x="8708844" y="4461163"/>
              <a:ext cx="184732" cy="169764"/>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G</a:t>
              </a:r>
            </a:p>
          </p:txBody>
        </p:sp>
        <p:sp>
          <p:nvSpPr>
            <p:cNvPr id="52" name="Rounded Rectangle 51">
              <a:extLst>
                <a:ext uri="{FF2B5EF4-FFF2-40B4-BE49-F238E27FC236}">
                  <a16:creationId xmlns:a16="http://schemas.microsoft.com/office/drawing/2014/main" id="{8AD54F1F-20CC-B938-22B9-7E1480CA046A}"/>
                </a:ext>
              </a:extLst>
            </p:cNvPr>
            <p:cNvSpPr/>
            <p:nvPr/>
          </p:nvSpPr>
          <p:spPr>
            <a:xfrm>
              <a:off x="8476594" y="3593878"/>
              <a:ext cx="1809426" cy="1063749"/>
            </a:xfrm>
            <a:prstGeom prst="roundRect">
              <a:avLst/>
            </a:prstGeom>
            <a:noFill/>
            <a:ln w="19050">
              <a:solidFill>
                <a:srgbClr val="FF0000"/>
              </a:solidFill>
              <a:prstDash val="sysDot"/>
              <a:extLst>
                <a:ext uri="{C807C97D-BFC1-408E-A445-0C87EB9F89A2}">
                  <ask:lineSketchStyleProps xmlns:ask="http://schemas.microsoft.com/office/drawing/2018/sketchyshapes" sd="1219033472">
                    <a:custGeom>
                      <a:avLst/>
                      <a:gdLst>
                        <a:gd name="connsiteX0" fmla="*/ 0 w 1849821"/>
                        <a:gd name="connsiteY0" fmla="*/ 190626 h 1143735"/>
                        <a:gd name="connsiteX1" fmla="*/ 190626 w 1849821"/>
                        <a:gd name="connsiteY1" fmla="*/ 0 h 1143735"/>
                        <a:gd name="connsiteX2" fmla="*/ 694835 w 1849821"/>
                        <a:gd name="connsiteY2" fmla="*/ 0 h 1143735"/>
                        <a:gd name="connsiteX3" fmla="*/ 1154986 w 1849821"/>
                        <a:gd name="connsiteY3" fmla="*/ 0 h 1143735"/>
                        <a:gd name="connsiteX4" fmla="*/ 1659195 w 1849821"/>
                        <a:gd name="connsiteY4" fmla="*/ 0 h 1143735"/>
                        <a:gd name="connsiteX5" fmla="*/ 1849821 w 1849821"/>
                        <a:gd name="connsiteY5" fmla="*/ 190626 h 1143735"/>
                        <a:gd name="connsiteX6" fmla="*/ 1849821 w 1849821"/>
                        <a:gd name="connsiteY6" fmla="*/ 556618 h 1143735"/>
                        <a:gd name="connsiteX7" fmla="*/ 1849821 w 1849821"/>
                        <a:gd name="connsiteY7" fmla="*/ 953109 h 1143735"/>
                        <a:gd name="connsiteX8" fmla="*/ 1659195 w 1849821"/>
                        <a:gd name="connsiteY8" fmla="*/ 1143735 h 1143735"/>
                        <a:gd name="connsiteX9" fmla="*/ 1140301 w 1849821"/>
                        <a:gd name="connsiteY9" fmla="*/ 1143735 h 1143735"/>
                        <a:gd name="connsiteX10" fmla="*/ 636092 w 1849821"/>
                        <a:gd name="connsiteY10" fmla="*/ 1143735 h 1143735"/>
                        <a:gd name="connsiteX11" fmla="*/ 190626 w 1849821"/>
                        <a:gd name="connsiteY11" fmla="*/ 1143735 h 1143735"/>
                        <a:gd name="connsiteX12" fmla="*/ 0 w 1849821"/>
                        <a:gd name="connsiteY12" fmla="*/ 953109 h 1143735"/>
                        <a:gd name="connsiteX13" fmla="*/ 0 w 1849821"/>
                        <a:gd name="connsiteY13" fmla="*/ 571868 h 1143735"/>
                        <a:gd name="connsiteX14" fmla="*/ 0 w 1849821"/>
                        <a:gd name="connsiteY14" fmla="*/ 190626 h 1143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49821" h="1143735" fill="none" extrusionOk="0">
                          <a:moveTo>
                            <a:pt x="0" y="190626"/>
                          </a:moveTo>
                          <a:cubicBezTo>
                            <a:pt x="-12318" y="60236"/>
                            <a:pt x="87087" y="-23551"/>
                            <a:pt x="190626" y="0"/>
                          </a:cubicBezTo>
                          <a:cubicBezTo>
                            <a:pt x="336915" y="-41073"/>
                            <a:pt x="468869" y="22104"/>
                            <a:pt x="694835" y="0"/>
                          </a:cubicBezTo>
                          <a:cubicBezTo>
                            <a:pt x="920801" y="-22104"/>
                            <a:pt x="929558" y="23928"/>
                            <a:pt x="1154986" y="0"/>
                          </a:cubicBezTo>
                          <a:cubicBezTo>
                            <a:pt x="1380414" y="-23928"/>
                            <a:pt x="1484633" y="52826"/>
                            <a:pt x="1659195" y="0"/>
                          </a:cubicBezTo>
                          <a:cubicBezTo>
                            <a:pt x="1771165" y="-1416"/>
                            <a:pt x="1852388" y="109722"/>
                            <a:pt x="1849821" y="190626"/>
                          </a:cubicBezTo>
                          <a:cubicBezTo>
                            <a:pt x="1873909" y="330269"/>
                            <a:pt x="1825003" y="463280"/>
                            <a:pt x="1849821" y="556618"/>
                          </a:cubicBezTo>
                          <a:cubicBezTo>
                            <a:pt x="1874639" y="649956"/>
                            <a:pt x="1843388" y="864830"/>
                            <a:pt x="1849821" y="953109"/>
                          </a:cubicBezTo>
                          <a:cubicBezTo>
                            <a:pt x="1852631" y="1049746"/>
                            <a:pt x="1770563" y="1150317"/>
                            <a:pt x="1659195" y="1143735"/>
                          </a:cubicBezTo>
                          <a:cubicBezTo>
                            <a:pt x="1528917" y="1171690"/>
                            <a:pt x="1340891" y="1118564"/>
                            <a:pt x="1140301" y="1143735"/>
                          </a:cubicBezTo>
                          <a:cubicBezTo>
                            <a:pt x="939711" y="1168906"/>
                            <a:pt x="814056" y="1094188"/>
                            <a:pt x="636092" y="1143735"/>
                          </a:cubicBezTo>
                          <a:cubicBezTo>
                            <a:pt x="458128" y="1193282"/>
                            <a:pt x="310839" y="1124770"/>
                            <a:pt x="190626" y="1143735"/>
                          </a:cubicBezTo>
                          <a:cubicBezTo>
                            <a:pt x="79209" y="1162867"/>
                            <a:pt x="-1878" y="1052474"/>
                            <a:pt x="0" y="953109"/>
                          </a:cubicBezTo>
                          <a:cubicBezTo>
                            <a:pt x="-14976" y="852781"/>
                            <a:pt x="32678" y="680540"/>
                            <a:pt x="0" y="571868"/>
                          </a:cubicBezTo>
                          <a:cubicBezTo>
                            <a:pt x="-32678" y="463196"/>
                            <a:pt x="23383" y="362527"/>
                            <a:pt x="0" y="190626"/>
                          </a:cubicBezTo>
                          <a:close/>
                        </a:path>
                        <a:path w="1849821" h="1143735" stroke="0" extrusionOk="0">
                          <a:moveTo>
                            <a:pt x="0" y="190626"/>
                          </a:moveTo>
                          <a:cubicBezTo>
                            <a:pt x="-19894" y="73075"/>
                            <a:pt x="80219" y="1924"/>
                            <a:pt x="190626" y="0"/>
                          </a:cubicBezTo>
                          <a:cubicBezTo>
                            <a:pt x="316597" y="-48253"/>
                            <a:pt x="482496" y="43367"/>
                            <a:pt x="709520" y="0"/>
                          </a:cubicBezTo>
                          <a:cubicBezTo>
                            <a:pt x="936544" y="-43367"/>
                            <a:pt x="981763" y="24316"/>
                            <a:pt x="1184358" y="0"/>
                          </a:cubicBezTo>
                          <a:cubicBezTo>
                            <a:pt x="1386953" y="-24316"/>
                            <a:pt x="1427682" y="56451"/>
                            <a:pt x="1659195" y="0"/>
                          </a:cubicBezTo>
                          <a:cubicBezTo>
                            <a:pt x="1760135" y="-13980"/>
                            <a:pt x="1857815" y="55764"/>
                            <a:pt x="1849821" y="190626"/>
                          </a:cubicBezTo>
                          <a:cubicBezTo>
                            <a:pt x="1861841" y="319804"/>
                            <a:pt x="1846096" y="448215"/>
                            <a:pt x="1849821" y="556618"/>
                          </a:cubicBezTo>
                          <a:cubicBezTo>
                            <a:pt x="1853546" y="665021"/>
                            <a:pt x="1803428" y="802277"/>
                            <a:pt x="1849821" y="953109"/>
                          </a:cubicBezTo>
                          <a:cubicBezTo>
                            <a:pt x="1833822" y="1084856"/>
                            <a:pt x="1748702" y="1125441"/>
                            <a:pt x="1659195" y="1143735"/>
                          </a:cubicBezTo>
                          <a:cubicBezTo>
                            <a:pt x="1450830" y="1197147"/>
                            <a:pt x="1360973" y="1116160"/>
                            <a:pt x="1199043" y="1143735"/>
                          </a:cubicBezTo>
                          <a:cubicBezTo>
                            <a:pt x="1037113" y="1171310"/>
                            <a:pt x="913948" y="1125998"/>
                            <a:pt x="709520" y="1143735"/>
                          </a:cubicBezTo>
                          <a:cubicBezTo>
                            <a:pt x="505092" y="1161472"/>
                            <a:pt x="378051" y="1097046"/>
                            <a:pt x="190626" y="1143735"/>
                          </a:cubicBezTo>
                          <a:cubicBezTo>
                            <a:pt x="102619" y="1164893"/>
                            <a:pt x="10820" y="1048916"/>
                            <a:pt x="0" y="953109"/>
                          </a:cubicBezTo>
                          <a:cubicBezTo>
                            <a:pt x="-13392" y="850998"/>
                            <a:pt x="23759" y="721371"/>
                            <a:pt x="0" y="571868"/>
                          </a:cubicBezTo>
                          <a:cubicBezTo>
                            <a:pt x="-23759" y="422365"/>
                            <a:pt x="27286" y="285112"/>
                            <a:pt x="0" y="190626"/>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Picture 53">
              <a:extLst>
                <a:ext uri="{FF2B5EF4-FFF2-40B4-BE49-F238E27FC236}">
                  <a16:creationId xmlns:a16="http://schemas.microsoft.com/office/drawing/2014/main" id="{E1AEB7B0-BF8C-7F05-2708-2834FE55DFBE}"/>
                </a:ext>
              </a:extLst>
            </p:cNvPr>
            <p:cNvPicPr>
              <a:picLocks noChangeAspect="1"/>
            </p:cNvPicPr>
            <p:nvPr/>
          </p:nvPicPr>
          <p:blipFill>
            <a:blip r:embed="rId5" cstate="screen">
              <a:lum/>
              <a:extLst>
                <a:ext uri="{28A0092B-C50C-407E-A947-70E740481C1C}">
                  <a14:useLocalDpi xmlns:a14="http://schemas.microsoft.com/office/drawing/2010/main"/>
                </a:ext>
              </a:extLst>
            </a:blip>
            <a:stretch>
              <a:fillRect/>
            </a:stretch>
          </p:blipFill>
          <p:spPr>
            <a:xfrm>
              <a:off x="10034701" y="3914496"/>
              <a:ext cx="220759" cy="220759"/>
            </a:xfrm>
            <a:prstGeom prst="rect">
              <a:avLst/>
            </a:prstGeom>
          </p:spPr>
        </p:pic>
      </p:grpSp>
      <p:sp>
        <p:nvSpPr>
          <p:cNvPr id="55" name="TextBox 54">
            <a:extLst>
              <a:ext uri="{FF2B5EF4-FFF2-40B4-BE49-F238E27FC236}">
                <a16:creationId xmlns:a16="http://schemas.microsoft.com/office/drawing/2014/main" id="{66693C34-5736-4BFC-4AD2-3F2C2DAE8CD9}"/>
              </a:ext>
            </a:extLst>
          </p:cNvPr>
          <p:cNvSpPr txBox="1"/>
          <p:nvPr/>
        </p:nvSpPr>
        <p:spPr>
          <a:xfrm>
            <a:off x="5383476" y="3057417"/>
            <a:ext cx="1888659" cy="215444"/>
          </a:xfrm>
          <a:prstGeom prst="rect">
            <a:avLst/>
          </a:prstGeom>
          <a:solidFill>
            <a:schemeClr val="bg1"/>
          </a:solidFill>
        </p:spPr>
        <p:txBody>
          <a:bodyPr wrap="none" rtlCol="0">
            <a:spAutoFit/>
          </a:bodyPr>
          <a:lstStyle/>
          <a:p>
            <a:r>
              <a:rPr lang="en-US" sz="800" b="1" u="sng" dirty="0"/>
              <a:t>ESG vs Credit Rating Distribution</a:t>
            </a:r>
          </a:p>
        </p:txBody>
      </p:sp>
      <p:sp>
        <p:nvSpPr>
          <p:cNvPr id="56" name="TextBox 55">
            <a:extLst>
              <a:ext uri="{FF2B5EF4-FFF2-40B4-BE49-F238E27FC236}">
                <a16:creationId xmlns:a16="http://schemas.microsoft.com/office/drawing/2014/main" id="{965F92BB-A992-FD8A-1A9D-B87D08F20437}"/>
              </a:ext>
            </a:extLst>
          </p:cNvPr>
          <p:cNvSpPr txBox="1"/>
          <p:nvPr/>
        </p:nvSpPr>
        <p:spPr>
          <a:xfrm>
            <a:off x="5917219" y="5118760"/>
            <a:ext cx="788999" cy="215444"/>
          </a:xfrm>
          <a:prstGeom prst="rect">
            <a:avLst/>
          </a:prstGeom>
          <a:solidFill>
            <a:schemeClr val="bg1"/>
          </a:solidFill>
        </p:spPr>
        <p:txBody>
          <a:bodyPr wrap="none" rtlCol="0">
            <a:spAutoFit/>
          </a:bodyPr>
          <a:lstStyle/>
          <a:p>
            <a:r>
              <a:rPr lang="en-US" sz="800" dirty="0"/>
              <a:t>Credit Rating</a:t>
            </a:r>
          </a:p>
        </p:txBody>
      </p:sp>
      <p:sp>
        <p:nvSpPr>
          <p:cNvPr id="57" name="Rectangle 56">
            <a:extLst>
              <a:ext uri="{FF2B5EF4-FFF2-40B4-BE49-F238E27FC236}">
                <a16:creationId xmlns:a16="http://schemas.microsoft.com/office/drawing/2014/main" id="{9B374850-9D9F-5953-B1A1-F92554643BF7}"/>
              </a:ext>
            </a:extLst>
          </p:cNvPr>
          <p:cNvSpPr/>
          <p:nvPr/>
        </p:nvSpPr>
        <p:spPr>
          <a:xfrm rot="16200000">
            <a:off x="4021584" y="4024776"/>
            <a:ext cx="1285984" cy="1880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ESG Risk  Score</a:t>
            </a:r>
          </a:p>
        </p:txBody>
      </p:sp>
    </p:spTree>
    <p:extLst>
      <p:ext uri="{BB962C8B-B14F-4D97-AF65-F5344CB8AC3E}">
        <p14:creationId xmlns:p14="http://schemas.microsoft.com/office/powerpoint/2010/main" val="28681780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2400" b="1" dirty="0"/>
              <a:t>Overall Process Pipeline</a:t>
            </a:r>
            <a:endParaRPr lang="en-SG" sz="2400" b="1" dirty="0"/>
          </a:p>
        </p:txBody>
      </p:sp>
      <p:sp>
        <p:nvSpPr>
          <p:cNvPr id="4" name="Rounded Rectangle 3">
            <a:extLst>
              <a:ext uri="{FF2B5EF4-FFF2-40B4-BE49-F238E27FC236}">
                <a16:creationId xmlns:a16="http://schemas.microsoft.com/office/drawing/2014/main" id="{6B879C0B-F5F5-4E7E-1B0A-2A32527F52EF}"/>
              </a:ext>
            </a:extLst>
          </p:cNvPr>
          <p:cNvSpPr/>
          <p:nvPr/>
        </p:nvSpPr>
        <p:spPr>
          <a:xfrm>
            <a:off x="888125" y="1729454"/>
            <a:ext cx="1789921" cy="48006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ESG Reports</a:t>
            </a:r>
          </a:p>
        </p:txBody>
      </p:sp>
      <p:sp>
        <p:nvSpPr>
          <p:cNvPr id="5" name="Rounded Rectangle 4">
            <a:extLst>
              <a:ext uri="{FF2B5EF4-FFF2-40B4-BE49-F238E27FC236}">
                <a16:creationId xmlns:a16="http://schemas.microsoft.com/office/drawing/2014/main" id="{0C76A53F-5D6A-C812-922F-85E8067EFAED}"/>
              </a:ext>
            </a:extLst>
          </p:cNvPr>
          <p:cNvSpPr/>
          <p:nvPr/>
        </p:nvSpPr>
        <p:spPr>
          <a:xfrm>
            <a:off x="4083936" y="1729454"/>
            <a:ext cx="1560195" cy="480060"/>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ESG Metrics</a:t>
            </a:r>
          </a:p>
        </p:txBody>
      </p:sp>
      <p:sp>
        <p:nvSpPr>
          <p:cNvPr id="6" name="Oval 5">
            <a:extLst>
              <a:ext uri="{FF2B5EF4-FFF2-40B4-BE49-F238E27FC236}">
                <a16:creationId xmlns:a16="http://schemas.microsoft.com/office/drawing/2014/main" id="{616E6090-2BB9-CD62-E300-45A28E183213}"/>
              </a:ext>
            </a:extLst>
          </p:cNvPr>
          <p:cNvSpPr/>
          <p:nvPr/>
        </p:nvSpPr>
        <p:spPr>
          <a:xfrm>
            <a:off x="3243831" y="1838931"/>
            <a:ext cx="274320" cy="258694"/>
          </a:xfrm>
          <a:prstGeom prst="ellipse">
            <a:avLst/>
          </a:prstGeom>
          <a:solidFill>
            <a:srgbClr val="FFB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2D6A86F5-2CD8-D48F-65FA-829A45718800}"/>
              </a:ext>
            </a:extLst>
          </p:cNvPr>
          <p:cNvSpPr/>
          <p:nvPr/>
        </p:nvSpPr>
        <p:spPr>
          <a:xfrm>
            <a:off x="7050021" y="2210527"/>
            <a:ext cx="1560195" cy="480060"/>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ESG Scores</a:t>
            </a:r>
          </a:p>
        </p:txBody>
      </p:sp>
      <p:sp>
        <p:nvSpPr>
          <p:cNvPr id="8" name="Rounded Rectangle 7">
            <a:extLst>
              <a:ext uri="{FF2B5EF4-FFF2-40B4-BE49-F238E27FC236}">
                <a16:creationId xmlns:a16="http://schemas.microsoft.com/office/drawing/2014/main" id="{F34AA2E4-C0C3-3F8A-CA92-B81CA1A1F577}"/>
              </a:ext>
            </a:extLst>
          </p:cNvPr>
          <p:cNvSpPr/>
          <p:nvPr/>
        </p:nvSpPr>
        <p:spPr>
          <a:xfrm>
            <a:off x="4083936" y="2690587"/>
            <a:ext cx="1560195" cy="480060"/>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t>ESGpedia</a:t>
            </a:r>
            <a:r>
              <a:rPr lang="en-US" sz="1400" dirty="0"/>
              <a:t> reports</a:t>
            </a:r>
          </a:p>
        </p:txBody>
      </p:sp>
      <p:sp>
        <p:nvSpPr>
          <p:cNvPr id="9" name="Oval 8">
            <a:extLst>
              <a:ext uri="{FF2B5EF4-FFF2-40B4-BE49-F238E27FC236}">
                <a16:creationId xmlns:a16="http://schemas.microsoft.com/office/drawing/2014/main" id="{12EDD62A-90F1-B1E0-25CD-612D11DBA7BC}"/>
              </a:ext>
            </a:extLst>
          </p:cNvPr>
          <p:cNvSpPr/>
          <p:nvPr/>
        </p:nvSpPr>
        <p:spPr>
          <a:xfrm>
            <a:off x="6234594" y="2321210"/>
            <a:ext cx="274320" cy="258694"/>
          </a:xfrm>
          <a:prstGeom prst="ellipse">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ounded Rectangle 9">
            <a:extLst>
              <a:ext uri="{FF2B5EF4-FFF2-40B4-BE49-F238E27FC236}">
                <a16:creationId xmlns:a16="http://schemas.microsoft.com/office/drawing/2014/main" id="{2CEF988A-8380-8AD2-0E20-3C2C437B149D}"/>
              </a:ext>
            </a:extLst>
          </p:cNvPr>
          <p:cNvSpPr/>
          <p:nvPr/>
        </p:nvSpPr>
        <p:spPr>
          <a:xfrm>
            <a:off x="7050021" y="3147595"/>
            <a:ext cx="1560195" cy="48006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Financials</a:t>
            </a:r>
          </a:p>
        </p:txBody>
      </p:sp>
      <p:sp>
        <p:nvSpPr>
          <p:cNvPr id="11" name="Rounded Rectangle 10">
            <a:extLst>
              <a:ext uri="{FF2B5EF4-FFF2-40B4-BE49-F238E27FC236}">
                <a16:creationId xmlns:a16="http://schemas.microsoft.com/office/drawing/2014/main" id="{1512D736-EF73-882F-7A64-7A3FE468F95E}"/>
              </a:ext>
            </a:extLst>
          </p:cNvPr>
          <p:cNvSpPr/>
          <p:nvPr/>
        </p:nvSpPr>
        <p:spPr>
          <a:xfrm>
            <a:off x="10058141" y="2520477"/>
            <a:ext cx="1673245" cy="588825"/>
          </a:xfrm>
          <a:prstGeom prst="roundRect">
            <a:avLst/>
          </a:prstGeom>
          <a:solidFill>
            <a:srgbClr val="FFB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ESG-Credit Ratings</a:t>
            </a:r>
          </a:p>
        </p:txBody>
      </p:sp>
      <p:sp>
        <p:nvSpPr>
          <p:cNvPr id="12" name="Right Arrow 11">
            <a:extLst>
              <a:ext uri="{FF2B5EF4-FFF2-40B4-BE49-F238E27FC236}">
                <a16:creationId xmlns:a16="http://schemas.microsoft.com/office/drawing/2014/main" id="{36B06018-BD6E-9766-E1CD-E78DF48AC007}"/>
              </a:ext>
            </a:extLst>
          </p:cNvPr>
          <p:cNvSpPr/>
          <p:nvPr/>
        </p:nvSpPr>
        <p:spPr>
          <a:xfrm>
            <a:off x="2803776" y="1917860"/>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53A1BA1D-66A9-1E65-5EF7-C55E7B0EDCBC}"/>
              </a:ext>
            </a:extLst>
          </p:cNvPr>
          <p:cNvSpPr/>
          <p:nvPr/>
        </p:nvSpPr>
        <p:spPr>
          <a:xfrm>
            <a:off x="3663883" y="1917860"/>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5F0706B6-C3FC-CF4D-5911-C8EFC217BA12}"/>
              </a:ext>
            </a:extLst>
          </p:cNvPr>
          <p:cNvSpPr/>
          <p:nvPr/>
        </p:nvSpPr>
        <p:spPr>
          <a:xfrm>
            <a:off x="6622305" y="2386490"/>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91491BF6-E285-ADDE-6BD0-FD9E364C44F3}"/>
              </a:ext>
            </a:extLst>
          </p:cNvPr>
          <p:cNvSpPr/>
          <p:nvPr/>
        </p:nvSpPr>
        <p:spPr>
          <a:xfrm rot="2648983">
            <a:off x="5832124" y="2140934"/>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23C20F1D-4A38-5A8B-9ED5-33A70629B9D7}"/>
              </a:ext>
            </a:extLst>
          </p:cNvPr>
          <p:cNvSpPr/>
          <p:nvPr/>
        </p:nvSpPr>
        <p:spPr>
          <a:xfrm rot="19463079">
            <a:off x="5838725" y="2658598"/>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FB422E5-56BB-7043-90D6-ACF6C42513E3}"/>
              </a:ext>
            </a:extLst>
          </p:cNvPr>
          <p:cNvSpPr/>
          <p:nvPr/>
        </p:nvSpPr>
        <p:spPr>
          <a:xfrm>
            <a:off x="9171709" y="2690587"/>
            <a:ext cx="274320" cy="258694"/>
          </a:xfrm>
          <a:prstGeom prst="ellipse">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ight Arrow 17">
            <a:extLst>
              <a:ext uri="{FF2B5EF4-FFF2-40B4-BE49-F238E27FC236}">
                <a16:creationId xmlns:a16="http://schemas.microsoft.com/office/drawing/2014/main" id="{6561CE2B-3F43-4C50-58DB-0DBF6632CEA7}"/>
              </a:ext>
            </a:extLst>
          </p:cNvPr>
          <p:cNvSpPr/>
          <p:nvPr/>
        </p:nvSpPr>
        <p:spPr>
          <a:xfrm rot="2648983">
            <a:off x="8769239" y="2510311"/>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9EE13368-C629-95CC-A160-E4DE0586C352}"/>
              </a:ext>
            </a:extLst>
          </p:cNvPr>
          <p:cNvSpPr/>
          <p:nvPr/>
        </p:nvSpPr>
        <p:spPr>
          <a:xfrm rot="19463079">
            <a:off x="8775840" y="3027975"/>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5B49FCEA-B1F2-D5CF-105E-B99D4EED4428}"/>
              </a:ext>
            </a:extLst>
          </p:cNvPr>
          <p:cNvSpPr/>
          <p:nvPr/>
        </p:nvSpPr>
        <p:spPr>
          <a:xfrm>
            <a:off x="9588177" y="2751354"/>
            <a:ext cx="314325" cy="137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4BB8030-DA87-8096-177C-F429381ED6DA}"/>
              </a:ext>
            </a:extLst>
          </p:cNvPr>
          <p:cNvSpPr txBox="1"/>
          <p:nvPr/>
        </p:nvSpPr>
        <p:spPr>
          <a:xfrm>
            <a:off x="1180742" y="2117226"/>
            <a:ext cx="1681360" cy="400110"/>
          </a:xfrm>
          <a:prstGeom prst="rect">
            <a:avLst/>
          </a:prstGeom>
          <a:solidFill>
            <a:srgbClr val="FBE5D6"/>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000" dirty="0"/>
              <a:t>Company sustainability reports</a:t>
            </a:r>
          </a:p>
        </p:txBody>
      </p:sp>
      <p:pic>
        <p:nvPicPr>
          <p:cNvPr id="22" name="Picture 21" descr="A document with numbers and text&#10;&#10;AI-generated content may be incorrect.">
            <a:extLst>
              <a:ext uri="{FF2B5EF4-FFF2-40B4-BE49-F238E27FC236}">
                <a16:creationId xmlns:a16="http://schemas.microsoft.com/office/drawing/2014/main" id="{61ECD243-9FC3-B4D0-D1A2-3BBCA73E0A7C}"/>
              </a:ext>
            </a:extLst>
          </p:cNvPr>
          <p:cNvPicPr>
            <a:picLocks noChangeAspect="1"/>
          </p:cNvPicPr>
          <p:nvPr/>
        </p:nvPicPr>
        <p:blipFill>
          <a:blip r:embed="rId2">
            <a:extLst>
              <a:ext uri="{28A0092B-C50C-407E-A947-70E740481C1C}">
                <a14:useLocalDpi xmlns:a14="http://schemas.microsoft.com/office/drawing/2010/main" val="0"/>
              </a:ext>
            </a:extLst>
          </a:blip>
          <a:srcRect l="260" r="-260"/>
          <a:stretch/>
        </p:blipFill>
        <p:spPr>
          <a:xfrm>
            <a:off x="504825" y="2591524"/>
            <a:ext cx="3093510" cy="2289776"/>
          </a:xfrm>
          <a:prstGeom prst="rect">
            <a:avLst/>
          </a:prstGeom>
        </p:spPr>
      </p:pic>
      <p:sp>
        <p:nvSpPr>
          <p:cNvPr id="23" name="TextBox 22">
            <a:extLst>
              <a:ext uri="{FF2B5EF4-FFF2-40B4-BE49-F238E27FC236}">
                <a16:creationId xmlns:a16="http://schemas.microsoft.com/office/drawing/2014/main" id="{188BA504-39EA-AEFE-DB23-D0312620530B}"/>
              </a:ext>
            </a:extLst>
          </p:cNvPr>
          <p:cNvSpPr txBox="1"/>
          <p:nvPr/>
        </p:nvSpPr>
        <p:spPr>
          <a:xfrm>
            <a:off x="959620" y="4834677"/>
            <a:ext cx="2137124" cy="215444"/>
          </a:xfrm>
          <a:prstGeom prst="rect">
            <a:avLst/>
          </a:prstGeom>
          <a:noFill/>
        </p:spPr>
        <p:txBody>
          <a:bodyPr wrap="none" rtlCol="0">
            <a:spAutoFit/>
          </a:bodyPr>
          <a:lstStyle/>
          <a:p>
            <a:r>
              <a:rPr lang="en-US" sz="800" i="1" dirty="0"/>
              <a:t>Fig. Maybank’s Sustainability Report 2023</a:t>
            </a:r>
          </a:p>
        </p:txBody>
      </p:sp>
      <p:sp>
        <p:nvSpPr>
          <p:cNvPr id="24" name="Rounded Rectangular Callout 23">
            <a:extLst>
              <a:ext uri="{FF2B5EF4-FFF2-40B4-BE49-F238E27FC236}">
                <a16:creationId xmlns:a16="http://schemas.microsoft.com/office/drawing/2014/main" id="{FC4ECA58-0208-A3A1-9B0D-8BACC12A9DF2}"/>
              </a:ext>
            </a:extLst>
          </p:cNvPr>
          <p:cNvSpPr/>
          <p:nvPr/>
        </p:nvSpPr>
        <p:spPr>
          <a:xfrm>
            <a:off x="2845832" y="938207"/>
            <a:ext cx="1261112" cy="709719"/>
          </a:xfrm>
          <a:prstGeom prst="wedgeRoundRectCallout">
            <a:avLst>
              <a:gd name="adj1" fmla="val 1833"/>
              <a:gd name="adj2" fmla="val 72220"/>
              <a:gd name="adj3" fmla="val 16667"/>
            </a:avLst>
          </a:prstGeom>
          <a:solidFill>
            <a:srgbClr val="FBE5D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LLM to automatically extract ESG metrics</a:t>
            </a:r>
          </a:p>
        </p:txBody>
      </p:sp>
      <p:sp>
        <p:nvSpPr>
          <p:cNvPr id="25" name="Rounded Rectangular Callout 24">
            <a:extLst>
              <a:ext uri="{FF2B5EF4-FFF2-40B4-BE49-F238E27FC236}">
                <a16:creationId xmlns:a16="http://schemas.microsoft.com/office/drawing/2014/main" id="{A7D4EDA3-5B22-D1C6-8198-1CEDFC3BBC5E}"/>
              </a:ext>
            </a:extLst>
          </p:cNvPr>
          <p:cNvSpPr/>
          <p:nvPr/>
        </p:nvSpPr>
        <p:spPr>
          <a:xfrm>
            <a:off x="6044823" y="1398651"/>
            <a:ext cx="1070316" cy="587789"/>
          </a:xfrm>
          <a:prstGeom prst="wedgeRoundRectCallout">
            <a:avLst>
              <a:gd name="adj1" fmla="val -20832"/>
              <a:gd name="adj2" fmla="val 102571"/>
              <a:gd name="adj3" fmla="val 16667"/>
            </a:avLst>
          </a:prstGeom>
          <a:solidFill>
            <a:srgbClr val="FBE5D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ML model to calculate ESG score</a:t>
            </a:r>
          </a:p>
        </p:txBody>
      </p:sp>
      <p:sp>
        <p:nvSpPr>
          <p:cNvPr id="26" name="Rounded Rectangular Callout 25">
            <a:extLst>
              <a:ext uri="{FF2B5EF4-FFF2-40B4-BE49-F238E27FC236}">
                <a16:creationId xmlns:a16="http://schemas.microsoft.com/office/drawing/2014/main" id="{4FAF42EE-0495-BEF5-FCE5-36EBF9F55514}"/>
              </a:ext>
            </a:extLst>
          </p:cNvPr>
          <p:cNvSpPr/>
          <p:nvPr/>
        </p:nvSpPr>
        <p:spPr>
          <a:xfrm>
            <a:off x="9053018" y="1729454"/>
            <a:ext cx="1233809" cy="675734"/>
          </a:xfrm>
          <a:prstGeom prst="wedgeRoundRectCallout">
            <a:avLst>
              <a:gd name="adj1" fmla="val -26645"/>
              <a:gd name="adj2" fmla="val 85181"/>
              <a:gd name="adj3" fmla="val 16667"/>
            </a:avLst>
          </a:prstGeom>
          <a:solidFill>
            <a:srgbClr val="FBE5D6"/>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ML model to calculate an internal ESG-Credit Rating</a:t>
            </a:r>
          </a:p>
        </p:txBody>
      </p:sp>
      <p:sp>
        <p:nvSpPr>
          <p:cNvPr id="27" name="TextBox 26">
            <a:extLst>
              <a:ext uri="{FF2B5EF4-FFF2-40B4-BE49-F238E27FC236}">
                <a16:creationId xmlns:a16="http://schemas.microsoft.com/office/drawing/2014/main" id="{15AE2521-5E44-86A8-9BB6-7AE3C8131D62}"/>
              </a:ext>
            </a:extLst>
          </p:cNvPr>
          <p:cNvSpPr txBox="1"/>
          <p:nvPr/>
        </p:nvSpPr>
        <p:spPr>
          <a:xfrm>
            <a:off x="4431815" y="2116970"/>
            <a:ext cx="1325707" cy="400110"/>
          </a:xfrm>
          <a:prstGeom prst="rect">
            <a:avLst/>
          </a:prstGeom>
          <a:solidFill>
            <a:srgbClr val="FBE5D6"/>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000" dirty="0"/>
              <a:t>Those found in </a:t>
            </a:r>
            <a:r>
              <a:rPr lang="en-US" sz="1000" b="1" dirty="0" err="1"/>
              <a:t>ESGpedia</a:t>
            </a:r>
            <a:r>
              <a:rPr lang="en-US" sz="1000" dirty="0"/>
              <a:t> reports</a:t>
            </a:r>
          </a:p>
        </p:txBody>
      </p:sp>
      <p:sp>
        <p:nvSpPr>
          <p:cNvPr id="28" name="TextBox 27">
            <a:extLst>
              <a:ext uri="{FF2B5EF4-FFF2-40B4-BE49-F238E27FC236}">
                <a16:creationId xmlns:a16="http://schemas.microsoft.com/office/drawing/2014/main" id="{317FA313-3F7F-A479-7968-CAE1C6A193FC}"/>
              </a:ext>
            </a:extLst>
          </p:cNvPr>
          <p:cNvSpPr txBox="1"/>
          <p:nvPr/>
        </p:nvSpPr>
        <p:spPr>
          <a:xfrm>
            <a:off x="7134792" y="2601001"/>
            <a:ext cx="1650767" cy="400110"/>
          </a:xfrm>
          <a:prstGeom prst="rect">
            <a:avLst/>
          </a:prstGeom>
          <a:solidFill>
            <a:srgbClr val="FBE5D6"/>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000" dirty="0"/>
              <a:t>Follows </a:t>
            </a:r>
            <a:r>
              <a:rPr lang="en-US" sz="1000" b="1" dirty="0"/>
              <a:t>Morningstar</a:t>
            </a:r>
            <a:r>
              <a:rPr lang="en-US" sz="1000" dirty="0"/>
              <a:t>’s ESG Rating</a:t>
            </a:r>
          </a:p>
        </p:txBody>
      </p:sp>
      <p:sp>
        <p:nvSpPr>
          <p:cNvPr id="29" name="5-point Star 97">
            <a:extLst>
              <a:ext uri="{FF2B5EF4-FFF2-40B4-BE49-F238E27FC236}">
                <a16:creationId xmlns:a16="http://schemas.microsoft.com/office/drawing/2014/main" id="{9E907331-1521-EF5D-D0AC-B1F3C9D21965}"/>
              </a:ext>
            </a:extLst>
          </p:cNvPr>
          <p:cNvSpPr/>
          <p:nvPr/>
        </p:nvSpPr>
        <p:spPr>
          <a:xfrm>
            <a:off x="3509155" y="1783670"/>
            <a:ext cx="101305" cy="8453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a:extLst>
              <a:ext uri="{FF2B5EF4-FFF2-40B4-BE49-F238E27FC236}">
                <a16:creationId xmlns:a16="http://schemas.microsoft.com/office/drawing/2014/main" id="{53F0EE92-940B-472A-6902-348FEAF8DEF4}"/>
              </a:ext>
            </a:extLst>
          </p:cNvPr>
          <p:cNvPicPr>
            <a:picLocks noChangeAspect="1"/>
          </p:cNvPicPr>
          <p:nvPr/>
        </p:nvPicPr>
        <p:blipFill>
          <a:blip r:embed="rId3" cstate="screen">
            <a:lum/>
            <a:extLst>
              <a:ext uri="{28A0092B-C50C-407E-A947-70E740481C1C}">
                <a14:useLocalDpi xmlns:a14="http://schemas.microsoft.com/office/drawing/2010/main"/>
              </a:ext>
            </a:extLst>
          </a:blip>
          <a:stretch>
            <a:fillRect/>
          </a:stretch>
        </p:blipFill>
        <p:spPr>
          <a:xfrm>
            <a:off x="3941788" y="2556538"/>
            <a:ext cx="305689" cy="305689"/>
          </a:xfrm>
          <a:prstGeom prst="rect">
            <a:avLst/>
          </a:prstGeom>
        </p:spPr>
      </p:pic>
      <p:sp>
        <p:nvSpPr>
          <p:cNvPr id="31" name="Rectangle 30">
            <a:extLst>
              <a:ext uri="{FF2B5EF4-FFF2-40B4-BE49-F238E27FC236}">
                <a16:creationId xmlns:a16="http://schemas.microsoft.com/office/drawing/2014/main" id="{83D38285-FF16-2AD5-1A69-99D691EA8B96}"/>
              </a:ext>
            </a:extLst>
          </p:cNvPr>
          <p:cNvSpPr/>
          <p:nvPr/>
        </p:nvSpPr>
        <p:spPr>
          <a:xfrm>
            <a:off x="662495" y="3619148"/>
            <a:ext cx="2846660" cy="53217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a:t>
            </a:r>
          </a:p>
        </p:txBody>
      </p:sp>
      <p:sp>
        <p:nvSpPr>
          <p:cNvPr id="32" name="Rectangle 31">
            <a:extLst>
              <a:ext uri="{FF2B5EF4-FFF2-40B4-BE49-F238E27FC236}">
                <a16:creationId xmlns:a16="http://schemas.microsoft.com/office/drawing/2014/main" id="{BD1D3060-3F49-7259-E154-EE42B3A05409}"/>
              </a:ext>
            </a:extLst>
          </p:cNvPr>
          <p:cNvSpPr/>
          <p:nvPr/>
        </p:nvSpPr>
        <p:spPr>
          <a:xfrm>
            <a:off x="2723126" y="3261070"/>
            <a:ext cx="756674" cy="22278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836430F2-94BA-6D7B-B481-65AA9732C302}"/>
              </a:ext>
            </a:extLst>
          </p:cNvPr>
          <p:cNvSpPr txBox="1"/>
          <p:nvPr/>
        </p:nvSpPr>
        <p:spPr>
          <a:xfrm>
            <a:off x="3996426" y="3705225"/>
            <a:ext cx="7782380" cy="2616101"/>
          </a:xfrm>
          <a:prstGeom prst="rect">
            <a:avLst/>
          </a:prstGeom>
          <a:noFill/>
          <a:ln>
            <a:solidFill>
              <a:srgbClr val="FFC000"/>
            </a:solidFill>
          </a:ln>
        </p:spPr>
        <p:txBody>
          <a:bodyPr wrap="square" rtlCol="0">
            <a:spAutoFit/>
          </a:bodyPr>
          <a:lstStyle/>
          <a:p>
            <a:r>
              <a:rPr lang="en-US" sz="1200" b="1" dirty="0"/>
              <a:t>LLM Use Case: OpenAI ChatGPT 4o</a:t>
            </a:r>
            <a:br>
              <a:rPr lang="en-US" sz="1200" dirty="0"/>
            </a:br>
            <a:r>
              <a:rPr lang="en-US" sz="1200" dirty="0"/>
              <a:t>Prompt objectives:</a:t>
            </a:r>
          </a:p>
          <a:p>
            <a:pPr marL="171450" indent="-171450">
              <a:buFont typeface="Arial" panose="020B0604020202020204" pitchFamily="34" charset="0"/>
              <a:buChar char="•"/>
            </a:pPr>
            <a:r>
              <a:rPr lang="en-US" sz="1200" dirty="0"/>
              <a:t>Extract 44 predefined metrics across </a:t>
            </a:r>
            <a:r>
              <a:rPr lang="en-US" sz="1200" b="1" dirty="0">
                <a:solidFill>
                  <a:srgbClr val="00B050"/>
                </a:solidFill>
              </a:rPr>
              <a:t>E</a:t>
            </a:r>
            <a:r>
              <a:rPr lang="en-US" sz="1200" b="1" dirty="0"/>
              <a:t>nvironmental</a:t>
            </a:r>
            <a:r>
              <a:rPr lang="en-US" sz="1200" dirty="0"/>
              <a:t>, </a:t>
            </a:r>
            <a:r>
              <a:rPr lang="en-US" sz="1200" b="1" dirty="0">
                <a:solidFill>
                  <a:srgbClr val="0070C0"/>
                </a:solidFill>
              </a:rPr>
              <a:t>S</a:t>
            </a:r>
            <a:r>
              <a:rPr lang="en-US" sz="1200" b="1" dirty="0"/>
              <a:t>ocial</a:t>
            </a:r>
            <a:r>
              <a:rPr lang="en-US" sz="1200" dirty="0"/>
              <a:t> and </a:t>
            </a:r>
            <a:r>
              <a:rPr lang="en-US" sz="1200" b="1" dirty="0">
                <a:solidFill>
                  <a:srgbClr val="FF0000"/>
                </a:solidFill>
              </a:rPr>
              <a:t>G</a:t>
            </a:r>
            <a:r>
              <a:rPr lang="en-US" sz="1200" b="1" dirty="0"/>
              <a:t>overnance</a:t>
            </a:r>
            <a:r>
              <a:rPr lang="en-US" sz="1200" dirty="0"/>
              <a:t> pillars</a:t>
            </a:r>
          </a:p>
          <a:p>
            <a:pPr marL="171450" indent="-171450">
              <a:buFont typeface="Arial" panose="020B0604020202020204" pitchFamily="34" charset="0"/>
              <a:buChar char="•"/>
            </a:pPr>
            <a:r>
              <a:rPr lang="en-US" sz="1200" dirty="0"/>
              <a:t>Output structured values with:</a:t>
            </a:r>
          </a:p>
          <a:p>
            <a:pPr marL="628650" lvl="1" indent="-171450">
              <a:buFont typeface="Arial" panose="020B0604020202020204" pitchFamily="34" charset="0"/>
              <a:buChar char="•"/>
            </a:pPr>
            <a:r>
              <a:rPr lang="en-US" sz="1200" dirty="0"/>
              <a:t>Extracted Value</a:t>
            </a:r>
          </a:p>
          <a:p>
            <a:pPr marL="628650" lvl="1" indent="-171450">
              <a:buFont typeface="Arial" panose="020B0604020202020204" pitchFamily="34" charset="0"/>
              <a:buChar char="•"/>
            </a:pPr>
            <a:r>
              <a:rPr lang="en-US" sz="1200" dirty="0"/>
              <a:t>Supporting Texts</a:t>
            </a:r>
          </a:p>
          <a:p>
            <a:pPr marL="628650" lvl="1" indent="-171450">
              <a:buFont typeface="Arial" panose="020B0604020202020204" pitchFamily="34" charset="0"/>
              <a:buChar char="•"/>
            </a:pPr>
            <a:r>
              <a:rPr lang="en-US" sz="1200" dirty="0"/>
              <a:t>Remarks Tag (e.g., Direct, Inferred, Estimated)</a:t>
            </a:r>
          </a:p>
          <a:p>
            <a:r>
              <a:rPr lang="en-US" sz="1000" dirty="0"/>
              <a:t>Sample Output:</a:t>
            </a:r>
          </a:p>
          <a:p>
            <a:endParaRPr lang="en-US" sz="1000" dirty="0"/>
          </a:p>
          <a:p>
            <a:pPr marL="628650" lvl="1" indent="-171450">
              <a:buFont typeface="Arial" panose="020B0604020202020204" pitchFamily="34" charset="0"/>
              <a:buChar char="•"/>
            </a:pPr>
            <a:endParaRPr lang="en-US" sz="1200" dirty="0"/>
          </a:p>
          <a:p>
            <a:pPr marL="628650" lvl="1" indent="-171450">
              <a:buFont typeface="Arial" panose="020B0604020202020204" pitchFamily="34" charset="0"/>
              <a:buChar char="•"/>
            </a:pPr>
            <a:endParaRPr lang="en-US" sz="1200" dirty="0"/>
          </a:p>
          <a:p>
            <a:pPr lvl="1"/>
            <a:endParaRPr lang="en-US" sz="1200" dirty="0"/>
          </a:p>
          <a:p>
            <a:pPr lvl="1"/>
            <a:endParaRPr lang="en-US" sz="1200" dirty="0"/>
          </a:p>
          <a:p>
            <a:endParaRPr lang="en-US" sz="1200" dirty="0"/>
          </a:p>
        </p:txBody>
      </p:sp>
      <p:graphicFrame>
        <p:nvGraphicFramePr>
          <p:cNvPr id="34" name="Table 33">
            <a:extLst>
              <a:ext uri="{FF2B5EF4-FFF2-40B4-BE49-F238E27FC236}">
                <a16:creationId xmlns:a16="http://schemas.microsoft.com/office/drawing/2014/main" id="{9CC8473F-34D0-C70E-30A3-EB0A90090A32}"/>
              </a:ext>
            </a:extLst>
          </p:cNvPr>
          <p:cNvGraphicFramePr>
            <a:graphicFrameLocks noGrp="1"/>
          </p:cNvGraphicFramePr>
          <p:nvPr>
            <p:extLst>
              <p:ext uri="{D42A27DB-BD31-4B8C-83A1-F6EECF244321}">
                <p14:modId xmlns:p14="http://schemas.microsoft.com/office/powerpoint/2010/main" val="2469370015"/>
              </p:ext>
            </p:extLst>
          </p:nvPr>
        </p:nvGraphicFramePr>
        <p:xfrm>
          <a:off x="4064001" y="5214018"/>
          <a:ext cx="7667385" cy="1036320"/>
        </p:xfrm>
        <a:graphic>
          <a:graphicData uri="http://schemas.openxmlformats.org/drawingml/2006/table">
            <a:tbl>
              <a:tblPr firstRow="1" bandRow="1">
                <a:tableStyleId>{5C22544A-7EE6-4342-B048-85BDC9FD1C3A}</a:tableStyleId>
              </a:tblPr>
              <a:tblGrid>
                <a:gridCol w="1916846">
                  <a:extLst>
                    <a:ext uri="{9D8B030D-6E8A-4147-A177-3AD203B41FA5}">
                      <a16:colId xmlns:a16="http://schemas.microsoft.com/office/drawing/2014/main" val="19795769"/>
                    </a:ext>
                  </a:extLst>
                </a:gridCol>
                <a:gridCol w="1258837">
                  <a:extLst>
                    <a:ext uri="{9D8B030D-6E8A-4147-A177-3AD203B41FA5}">
                      <a16:colId xmlns:a16="http://schemas.microsoft.com/office/drawing/2014/main" val="3967787635"/>
                    </a:ext>
                  </a:extLst>
                </a:gridCol>
                <a:gridCol w="2574856">
                  <a:extLst>
                    <a:ext uri="{9D8B030D-6E8A-4147-A177-3AD203B41FA5}">
                      <a16:colId xmlns:a16="http://schemas.microsoft.com/office/drawing/2014/main" val="2287348239"/>
                    </a:ext>
                  </a:extLst>
                </a:gridCol>
                <a:gridCol w="1916846">
                  <a:extLst>
                    <a:ext uri="{9D8B030D-6E8A-4147-A177-3AD203B41FA5}">
                      <a16:colId xmlns:a16="http://schemas.microsoft.com/office/drawing/2014/main" val="3411707500"/>
                    </a:ext>
                  </a:extLst>
                </a:gridCol>
              </a:tblGrid>
              <a:tr h="136273">
                <a:tc>
                  <a:txBody>
                    <a:bodyPr/>
                    <a:lstStyle/>
                    <a:p>
                      <a:r>
                        <a:rPr lang="en-SG" sz="1000" dirty="0"/>
                        <a:t>Metric Name</a:t>
                      </a:r>
                    </a:p>
                  </a:txBody>
                  <a:tcPr anchor="ctr"/>
                </a:tc>
                <a:tc>
                  <a:txBody>
                    <a:bodyPr/>
                    <a:lstStyle/>
                    <a:p>
                      <a:r>
                        <a:rPr lang="en-SG" sz="1000" dirty="0"/>
                        <a:t>Extracted Value</a:t>
                      </a:r>
                    </a:p>
                  </a:txBody>
                  <a:tcPr anchor="ctr"/>
                </a:tc>
                <a:tc>
                  <a:txBody>
                    <a:bodyPr/>
                    <a:lstStyle/>
                    <a:p>
                      <a:r>
                        <a:rPr lang="en-SG" sz="1000" dirty="0"/>
                        <a:t>Extracted Text</a:t>
                      </a:r>
                    </a:p>
                  </a:txBody>
                  <a:tcPr anchor="ctr"/>
                </a:tc>
                <a:tc>
                  <a:txBody>
                    <a:bodyPr/>
                    <a:lstStyle/>
                    <a:p>
                      <a:r>
                        <a:rPr lang="en-SG" sz="1000" dirty="0"/>
                        <a:t>Remarks</a:t>
                      </a:r>
                    </a:p>
                  </a:txBody>
                  <a:tcPr anchor="ctr"/>
                </a:tc>
                <a:extLst>
                  <a:ext uri="{0D108BD9-81ED-4DB2-BD59-A6C34878D82A}">
                    <a16:rowId xmlns:a16="http://schemas.microsoft.com/office/drawing/2014/main" val="3201031743"/>
                  </a:ext>
                </a:extLst>
              </a:tr>
              <a:tr h="227121">
                <a:tc>
                  <a:txBody>
                    <a:bodyPr/>
                    <a:lstStyle/>
                    <a:p>
                      <a:r>
                        <a:rPr lang="en-SG" sz="1000"/>
                        <a:t>Scope 1 Emissions</a:t>
                      </a:r>
                    </a:p>
                  </a:txBody>
                  <a:tcPr anchor="ctr"/>
                </a:tc>
                <a:tc>
                  <a:txBody>
                    <a:bodyPr/>
                    <a:lstStyle/>
                    <a:p>
                      <a:r>
                        <a:rPr lang="en-SG" sz="1000" dirty="0"/>
                        <a:t>33,512 </a:t>
                      </a:r>
                      <a:r>
                        <a:rPr lang="en-SG" sz="1000" dirty="0" err="1"/>
                        <a:t>tCO₂e</a:t>
                      </a:r>
                      <a:endParaRPr lang="en-SG" sz="1000" dirty="0"/>
                    </a:p>
                  </a:txBody>
                  <a:tcPr anchor="ctr"/>
                </a:tc>
                <a:tc>
                  <a:txBody>
                    <a:bodyPr/>
                    <a:lstStyle/>
                    <a:p>
                      <a:r>
                        <a:rPr lang="en-SG" sz="1000" dirty="0"/>
                        <a:t>"Scope 1 emissions were 33,512 metric tons..."</a:t>
                      </a:r>
                    </a:p>
                  </a:txBody>
                  <a:tcPr anchor="ctr"/>
                </a:tc>
                <a:tc>
                  <a:txBody>
                    <a:bodyPr/>
                    <a:lstStyle/>
                    <a:p>
                      <a:r>
                        <a:rPr lang="en-SG" sz="1000" dirty="0"/>
                        <a:t>[Direct]</a:t>
                      </a:r>
                    </a:p>
                  </a:txBody>
                  <a:tcPr anchor="ctr"/>
                </a:tc>
                <a:extLst>
                  <a:ext uri="{0D108BD9-81ED-4DB2-BD59-A6C34878D82A}">
                    <a16:rowId xmlns:a16="http://schemas.microsoft.com/office/drawing/2014/main" val="786612037"/>
                  </a:ext>
                </a:extLst>
              </a:tr>
              <a:tr h="227121">
                <a:tc>
                  <a:txBody>
                    <a:bodyPr/>
                    <a:lstStyle/>
                    <a:p>
                      <a:r>
                        <a:rPr lang="en-SG" sz="1000"/>
                        <a:t>Avg. Training Hours</a:t>
                      </a:r>
                    </a:p>
                  </a:txBody>
                  <a:tcPr anchor="ctr"/>
                </a:tc>
                <a:tc>
                  <a:txBody>
                    <a:bodyPr/>
                    <a:lstStyle/>
                    <a:p>
                      <a:r>
                        <a:rPr lang="en-SG" sz="1000" dirty="0"/>
                        <a:t>12.6</a:t>
                      </a:r>
                    </a:p>
                  </a:txBody>
                  <a:tcPr anchor="ctr"/>
                </a:tc>
                <a:tc>
                  <a:txBody>
                    <a:bodyPr/>
                    <a:lstStyle/>
                    <a:p>
                      <a:r>
                        <a:rPr lang="en-SG" sz="1000" dirty="0"/>
                        <a:t>"Average of 12.6 hours of training per employee"</a:t>
                      </a:r>
                    </a:p>
                  </a:txBody>
                  <a:tcPr anchor="ctr"/>
                </a:tc>
                <a:tc>
                  <a:txBody>
                    <a:bodyPr/>
                    <a:lstStyle/>
                    <a:p>
                      <a:r>
                        <a:rPr lang="en-SG" sz="1000" dirty="0"/>
                        <a:t>[Direct]</a:t>
                      </a:r>
                    </a:p>
                  </a:txBody>
                  <a:tcPr anchor="ctr"/>
                </a:tc>
                <a:extLst>
                  <a:ext uri="{0D108BD9-81ED-4DB2-BD59-A6C34878D82A}">
                    <a16:rowId xmlns:a16="http://schemas.microsoft.com/office/drawing/2014/main" val="515871722"/>
                  </a:ext>
                </a:extLst>
              </a:tr>
            </a:tbl>
          </a:graphicData>
        </a:graphic>
      </p:graphicFrame>
    </p:spTree>
    <p:extLst>
      <p:ext uri="{BB962C8B-B14F-4D97-AF65-F5344CB8AC3E}">
        <p14:creationId xmlns:p14="http://schemas.microsoft.com/office/powerpoint/2010/main" val="38774336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D6C127-1DE3-0DEB-6082-8CEE93AA7B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138" y="1463390"/>
            <a:ext cx="5385063" cy="2058028"/>
          </a:xfrm>
          <a:prstGeom prst="rect">
            <a:avLst/>
          </a:prstGeom>
        </p:spPr>
      </p:pic>
      <p:sp>
        <p:nvSpPr>
          <p:cNvPr id="3" name="Title 2"/>
          <p:cNvSpPr>
            <a:spLocks noGrp="1"/>
          </p:cNvSpPr>
          <p:nvPr>
            <p:ph type="title"/>
          </p:nvPr>
        </p:nvSpPr>
        <p:spPr/>
        <p:txBody>
          <a:bodyPr>
            <a:normAutofit/>
          </a:bodyPr>
          <a:lstStyle/>
          <a:p>
            <a:r>
              <a:rPr lang="en-US" sz="2400" b="1" dirty="0"/>
              <a:t>LLM Use Case: Extraction from Sustainability Reports	</a:t>
            </a:r>
            <a:endParaRPr lang="en-SG" sz="2400" b="1" dirty="0"/>
          </a:p>
        </p:txBody>
      </p:sp>
      <p:sp>
        <p:nvSpPr>
          <p:cNvPr id="4" name="TextBox 3">
            <a:extLst>
              <a:ext uri="{FF2B5EF4-FFF2-40B4-BE49-F238E27FC236}">
                <a16:creationId xmlns:a16="http://schemas.microsoft.com/office/drawing/2014/main" id="{DDF5ACCB-5D1C-97B3-0307-B808FA555568}"/>
              </a:ext>
            </a:extLst>
          </p:cNvPr>
          <p:cNvSpPr txBox="1"/>
          <p:nvPr/>
        </p:nvSpPr>
        <p:spPr>
          <a:xfrm>
            <a:off x="225445" y="3485744"/>
            <a:ext cx="5155557" cy="3177793"/>
          </a:xfrm>
          <a:prstGeom prst="rect">
            <a:avLst/>
          </a:prstGeom>
          <a:noFill/>
          <a:ln>
            <a:solidFill>
              <a:schemeClr val="bg1">
                <a:lumMod val="85000"/>
              </a:schemeClr>
            </a:solidFill>
          </a:ln>
        </p:spPr>
        <p:txBody>
          <a:bodyPr wrap="square" rtlCol="0">
            <a:spAutoFit/>
          </a:bodyPr>
          <a:lstStyle/>
          <a:p>
            <a:pPr marL="0" indent="0" algn="ctr">
              <a:lnSpc>
                <a:spcPct val="100000"/>
              </a:lnSpc>
              <a:spcAft>
                <a:spcPts val="300"/>
              </a:spcAft>
              <a:buNone/>
            </a:pPr>
            <a:r>
              <a:rPr lang="en-US" sz="1200" b="1" u="sng" dirty="0"/>
              <a:t>Metric Extraction Prompt Summary</a:t>
            </a:r>
          </a:p>
          <a:p>
            <a:pPr marL="0" indent="0">
              <a:lnSpc>
                <a:spcPct val="100000"/>
              </a:lnSpc>
              <a:buNone/>
            </a:pPr>
            <a:r>
              <a:rPr lang="en-US" sz="1100" dirty="0"/>
              <a:t>Prompt Objectives:</a:t>
            </a:r>
          </a:p>
          <a:p>
            <a:pPr marL="171450" indent="-171450">
              <a:lnSpc>
                <a:spcPct val="100000"/>
              </a:lnSpc>
              <a:buFont typeface="Arial" panose="020B0604020202020204" pitchFamily="34" charset="0"/>
              <a:buChar char="•"/>
            </a:pPr>
            <a:r>
              <a:rPr lang="en-US" sz="1100" dirty="0"/>
              <a:t>Extract values from </a:t>
            </a:r>
            <a:r>
              <a:rPr lang="en-US" sz="1100" b="1" dirty="0"/>
              <a:t>44 predefined ESG metrics (derived from </a:t>
            </a:r>
            <a:r>
              <a:rPr lang="en-US" sz="1100" b="1" dirty="0" err="1"/>
              <a:t>ESGpedia</a:t>
            </a:r>
            <a:r>
              <a:rPr lang="en-US" sz="1100" b="1" dirty="0"/>
              <a:t> reports)</a:t>
            </a:r>
            <a:endParaRPr lang="en-US" sz="1100" dirty="0"/>
          </a:p>
          <a:p>
            <a:pPr marL="171450" indent="-171450">
              <a:lnSpc>
                <a:spcPct val="100000"/>
              </a:lnSpc>
              <a:buFont typeface="Arial" panose="020B0604020202020204" pitchFamily="34" charset="0"/>
              <a:buChar char="•"/>
            </a:pPr>
            <a:r>
              <a:rPr lang="en-US" sz="1100" dirty="0"/>
              <a:t>Populate a structured Excel file with</a:t>
            </a:r>
          </a:p>
          <a:p>
            <a:pPr marL="628650" lvl="1" indent="-171450">
              <a:lnSpc>
                <a:spcPct val="100000"/>
              </a:lnSpc>
              <a:buFont typeface="Arial" panose="020B0604020202020204" pitchFamily="34" charset="0"/>
              <a:buChar char="•"/>
            </a:pPr>
            <a:r>
              <a:rPr lang="en-US" sz="1100" dirty="0"/>
              <a:t>Metric Name</a:t>
            </a:r>
          </a:p>
          <a:p>
            <a:pPr marL="628650" lvl="1" indent="-171450">
              <a:lnSpc>
                <a:spcPct val="100000"/>
              </a:lnSpc>
              <a:buFont typeface="Arial" panose="020B0604020202020204" pitchFamily="34" charset="0"/>
              <a:buChar char="•"/>
            </a:pPr>
            <a:r>
              <a:rPr lang="en-US" sz="1100" dirty="0"/>
              <a:t>Extracted Value</a:t>
            </a:r>
          </a:p>
          <a:p>
            <a:pPr marL="628650" lvl="1" indent="-171450">
              <a:lnSpc>
                <a:spcPct val="100000"/>
              </a:lnSpc>
              <a:buFont typeface="Arial" panose="020B0604020202020204" pitchFamily="34" charset="0"/>
              <a:buChar char="•"/>
            </a:pPr>
            <a:r>
              <a:rPr lang="en-US" sz="1100" dirty="0"/>
              <a:t>Supporting Text</a:t>
            </a:r>
          </a:p>
          <a:p>
            <a:pPr marL="628650" lvl="1" indent="-171450">
              <a:lnSpc>
                <a:spcPct val="100000"/>
              </a:lnSpc>
              <a:buFont typeface="Arial" panose="020B0604020202020204" pitchFamily="34" charset="0"/>
              <a:buChar char="•"/>
            </a:pPr>
            <a:r>
              <a:rPr lang="en-US" sz="1100" dirty="0"/>
              <a:t>Remarks Tag (e.g., [</a:t>
            </a:r>
            <a:r>
              <a:rPr lang="en-US" sz="1100" i="1" dirty="0"/>
              <a:t>Direct</a:t>
            </a:r>
            <a:r>
              <a:rPr lang="en-US" sz="1100" dirty="0"/>
              <a:t>], [</a:t>
            </a:r>
            <a:r>
              <a:rPr lang="en-US" sz="1100" i="1" dirty="0"/>
              <a:t>Inferred</a:t>
            </a:r>
            <a:r>
              <a:rPr lang="en-US" sz="1100" dirty="0"/>
              <a:t>], [</a:t>
            </a:r>
            <a:r>
              <a:rPr lang="en-US" sz="1100" i="1" dirty="0"/>
              <a:t>Unavailable</a:t>
            </a:r>
            <a:r>
              <a:rPr lang="en-US" sz="1100" dirty="0"/>
              <a:t>]</a:t>
            </a:r>
          </a:p>
          <a:p>
            <a:pPr marL="171450" indent="-171450">
              <a:lnSpc>
                <a:spcPct val="100000"/>
              </a:lnSpc>
              <a:buFont typeface="Arial" panose="020B0604020202020204" pitchFamily="34" charset="0"/>
              <a:buChar char="•"/>
            </a:pPr>
            <a:r>
              <a:rPr lang="en-US" sz="1100" dirty="0"/>
              <a:t>Key Extraction Instructions:</a:t>
            </a:r>
          </a:p>
          <a:p>
            <a:pPr marL="628650" lvl="1" indent="-171450">
              <a:lnSpc>
                <a:spcPct val="100000"/>
              </a:lnSpc>
              <a:buFont typeface="Arial" panose="020B0604020202020204" pitchFamily="34" charset="0"/>
              <a:buChar char="•"/>
            </a:pPr>
            <a:r>
              <a:rPr lang="en-US" sz="1100" dirty="0"/>
              <a:t>Prioritize KPI summaries and ESG performance sections</a:t>
            </a:r>
          </a:p>
          <a:p>
            <a:pPr marL="628650" lvl="1" indent="-171450">
              <a:lnSpc>
                <a:spcPct val="100000"/>
              </a:lnSpc>
              <a:buFont typeface="Arial" panose="020B0604020202020204" pitchFamily="34" charset="0"/>
              <a:buChar char="•"/>
            </a:pPr>
            <a:r>
              <a:rPr lang="en-US" sz="1100" dirty="0"/>
              <a:t>Preferably use most recent, clearly stated values</a:t>
            </a:r>
          </a:p>
          <a:p>
            <a:pPr marL="628650" lvl="1" indent="-171450">
              <a:lnSpc>
                <a:spcPct val="100000"/>
              </a:lnSpc>
              <a:buFont typeface="Arial" panose="020B0604020202020204" pitchFamily="34" charset="0"/>
              <a:buChar char="•"/>
            </a:pPr>
            <a:r>
              <a:rPr lang="en-US" sz="1100" dirty="0"/>
              <a:t>Apply tagging to reflect extraction confidence or estimation levels</a:t>
            </a:r>
          </a:p>
          <a:p>
            <a:pPr marL="171450" indent="-171450">
              <a:lnSpc>
                <a:spcPct val="100000"/>
              </a:lnSpc>
              <a:buFont typeface="Arial" panose="020B0604020202020204" pitchFamily="34" charset="0"/>
              <a:buChar char="•"/>
            </a:pPr>
            <a:r>
              <a:rPr lang="en-US" sz="1100" dirty="0"/>
              <a:t>Output Format:</a:t>
            </a:r>
          </a:p>
          <a:p>
            <a:pPr marL="628650" lvl="1" indent="-171450">
              <a:lnSpc>
                <a:spcPct val="100000"/>
              </a:lnSpc>
              <a:buFont typeface="Arial" panose="020B0604020202020204" pitchFamily="34" charset="0"/>
              <a:buChar char="•"/>
            </a:pPr>
            <a:r>
              <a:rPr lang="en-US" sz="1100" dirty="0"/>
              <a:t>One Excel file per company</a:t>
            </a:r>
          </a:p>
          <a:p>
            <a:pPr marL="628650" lvl="1" indent="-171450">
              <a:lnSpc>
                <a:spcPct val="100000"/>
              </a:lnSpc>
              <a:buFont typeface="Arial" panose="020B0604020202020204" pitchFamily="34" charset="0"/>
              <a:buChar char="•"/>
            </a:pPr>
            <a:r>
              <a:rPr lang="en-US" sz="1100" dirty="0"/>
              <a:t>One row per metric</a:t>
            </a:r>
          </a:p>
          <a:p>
            <a:pPr marL="628650" lvl="1" indent="-171450">
              <a:lnSpc>
                <a:spcPct val="100000"/>
              </a:lnSpc>
              <a:buFont typeface="Arial" panose="020B0604020202020204" pitchFamily="34" charset="0"/>
              <a:buChar char="•"/>
            </a:pPr>
            <a:r>
              <a:rPr lang="en-US" sz="1100" dirty="0"/>
              <a:t>Set a time-limited to 30 minutes extraction per report</a:t>
            </a:r>
          </a:p>
        </p:txBody>
      </p:sp>
      <p:sp>
        <p:nvSpPr>
          <p:cNvPr id="6" name="TextBox 5">
            <a:extLst>
              <a:ext uri="{FF2B5EF4-FFF2-40B4-BE49-F238E27FC236}">
                <a16:creationId xmlns:a16="http://schemas.microsoft.com/office/drawing/2014/main" id="{47BC3396-E9C3-718D-C103-7E416BE732C8}"/>
              </a:ext>
            </a:extLst>
          </p:cNvPr>
          <p:cNvSpPr txBox="1"/>
          <p:nvPr/>
        </p:nvSpPr>
        <p:spPr>
          <a:xfrm>
            <a:off x="225444" y="1252665"/>
            <a:ext cx="3898881" cy="276999"/>
          </a:xfrm>
          <a:prstGeom prst="rect">
            <a:avLst/>
          </a:prstGeom>
          <a:noFill/>
        </p:spPr>
        <p:txBody>
          <a:bodyPr wrap="square" rtlCol="0">
            <a:spAutoFit/>
          </a:bodyPr>
          <a:lstStyle/>
          <a:p>
            <a:r>
              <a:rPr lang="en-SG" sz="1200" b="1" dirty="0">
                <a:solidFill>
                  <a:schemeClr val="accent2"/>
                </a:solidFill>
              </a:rPr>
              <a:t>Sample interaction (</a:t>
            </a:r>
            <a:r>
              <a:rPr lang="en-SG" sz="1200" b="1" dirty="0" err="1">
                <a:solidFill>
                  <a:schemeClr val="accent2"/>
                </a:solidFill>
              </a:rPr>
              <a:t>ChatGPT</a:t>
            </a:r>
            <a:r>
              <a:rPr lang="en-SG" sz="1200" b="1" dirty="0">
                <a:solidFill>
                  <a:schemeClr val="accent2"/>
                </a:solidFill>
              </a:rPr>
              <a:t> GPT-4o)</a:t>
            </a:r>
            <a:endParaRPr lang="en-US" sz="1200" dirty="0">
              <a:solidFill>
                <a:schemeClr val="accent2"/>
              </a:solidFill>
            </a:endParaRPr>
          </a:p>
        </p:txBody>
      </p:sp>
      <p:sp>
        <p:nvSpPr>
          <p:cNvPr id="8" name="TextBox 7">
            <a:extLst>
              <a:ext uri="{FF2B5EF4-FFF2-40B4-BE49-F238E27FC236}">
                <a16:creationId xmlns:a16="http://schemas.microsoft.com/office/drawing/2014/main" id="{9F2BEFC4-DA27-F689-674F-6B27A7C43856}"/>
              </a:ext>
            </a:extLst>
          </p:cNvPr>
          <p:cNvSpPr txBox="1"/>
          <p:nvPr/>
        </p:nvSpPr>
        <p:spPr>
          <a:xfrm>
            <a:off x="5711103" y="4348335"/>
            <a:ext cx="2944039" cy="1015663"/>
          </a:xfrm>
          <a:prstGeom prst="rect">
            <a:avLst/>
          </a:prstGeom>
          <a:noFill/>
          <a:ln>
            <a:noFill/>
          </a:ln>
        </p:spPr>
        <p:txBody>
          <a:bodyPr wrap="square" rtlCol="0">
            <a:spAutoFit/>
          </a:bodyPr>
          <a:lstStyle/>
          <a:p>
            <a:r>
              <a:rPr lang="en-SG" sz="1200" b="0" i="0" dirty="0">
                <a:solidFill>
                  <a:srgbClr val="242424"/>
                </a:solidFill>
                <a:effectLst/>
              </a:rPr>
              <a:t>The LLM </a:t>
            </a:r>
            <a:r>
              <a:rPr lang="en-SG" sz="1200" dirty="0">
                <a:solidFill>
                  <a:srgbClr val="242424"/>
                </a:solidFill>
              </a:rPr>
              <a:t>was </a:t>
            </a:r>
            <a:r>
              <a:rPr lang="en-SG" sz="1200" b="0" i="0" dirty="0">
                <a:solidFill>
                  <a:srgbClr val="242424"/>
                </a:solidFill>
                <a:effectLst/>
              </a:rPr>
              <a:t>evaluated on its ability to extract metrics </a:t>
            </a:r>
            <a:r>
              <a:rPr lang="en-SG" sz="1200" dirty="0">
                <a:solidFill>
                  <a:srgbClr val="242424"/>
                </a:solidFill>
              </a:rPr>
              <a:t>from Annual Sustainability R</a:t>
            </a:r>
            <a:r>
              <a:rPr lang="en-SG" sz="1200" b="0" i="0" dirty="0">
                <a:solidFill>
                  <a:srgbClr val="242424"/>
                </a:solidFill>
                <a:effectLst/>
              </a:rPr>
              <a:t>eports from </a:t>
            </a:r>
            <a:r>
              <a:rPr lang="en-SG" sz="1200" b="1" i="0" dirty="0">
                <a:solidFill>
                  <a:srgbClr val="242424"/>
                </a:solidFill>
                <a:effectLst/>
              </a:rPr>
              <a:t>50 US companies</a:t>
            </a:r>
            <a:r>
              <a:rPr lang="en-SG" sz="1200" b="0" i="0" dirty="0">
                <a:solidFill>
                  <a:srgbClr val="242424"/>
                </a:solidFill>
                <a:effectLst/>
              </a:rPr>
              <a:t>. </a:t>
            </a:r>
            <a:r>
              <a:rPr lang="en-SG" sz="1200" i="1" dirty="0">
                <a:solidFill>
                  <a:srgbClr val="242424"/>
                </a:solidFill>
              </a:rPr>
              <a:t>(based on manual validation)</a:t>
            </a:r>
          </a:p>
        </p:txBody>
      </p:sp>
      <p:sp>
        <p:nvSpPr>
          <p:cNvPr id="9" name="TextBox 8">
            <a:extLst>
              <a:ext uri="{FF2B5EF4-FFF2-40B4-BE49-F238E27FC236}">
                <a16:creationId xmlns:a16="http://schemas.microsoft.com/office/drawing/2014/main" id="{BBEC23A0-59A7-6D79-9E55-B9036718875B}"/>
              </a:ext>
            </a:extLst>
          </p:cNvPr>
          <p:cNvSpPr txBox="1"/>
          <p:nvPr/>
        </p:nvSpPr>
        <p:spPr>
          <a:xfrm>
            <a:off x="8774428" y="4348335"/>
            <a:ext cx="3200118" cy="2354491"/>
          </a:xfrm>
          <a:prstGeom prst="rect">
            <a:avLst/>
          </a:prstGeom>
          <a:noFill/>
          <a:ln>
            <a:noFill/>
          </a:ln>
        </p:spPr>
        <p:txBody>
          <a:bodyPr wrap="square" rtlCol="0">
            <a:spAutoFit/>
          </a:bodyPr>
          <a:lstStyle/>
          <a:p>
            <a:pPr>
              <a:spcAft>
                <a:spcPts val="300"/>
              </a:spcAft>
            </a:pPr>
            <a:r>
              <a:rPr lang="en-SG" sz="1200" b="1" dirty="0"/>
              <a:t>Prompt Misinterpretation by LLM</a:t>
            </a:r>
          </a:p>
          <a:p>
            <a:pPr marL="171450" indent="-171450">
              <a:spcAft>
                <a:spcPts val="300"/>
              </a:spcAft>
              <a:buFont typeface="Arial" panose="020B0604020202020204" pitchFamily="34" charset="0"/>
              <a:buChar char="•"/>
            </a:pPr>
            <a:r>
              <a:rPr lang="en-SG" sz="1100" dirty="0"/>
              <a:t>The model occasionally generated an empty or template-only Excel file without scanning the report.</a:t>
            </a:r>
          </a:p>
          <a:p>
            <a:pPr marL="171450" indent="-171450">
              <a:spcAft>
                <a:spcPts val="300"/>
              </a:spcAft>
              <a:buFont typeface="Arial" panose="020B0604020202020204" pitchFamily="34" charset="0"/>
              <a:buChar char="•"/>
            </a:pPr>
            <a:r>
              <a:rPr lang="en-SG" sz="1100" dirty="0"/>
              <a:t>Additional prompting was required to explicitly instruct the model to fully process the document and populate the metrics — especially for longer reports.</a:t>
            </a:r>
          </a:p>
          <a:p>
            <a:pPr>
              <a:spcAft>
                <a:spcPts val="300"/>
              </a:spcAft>
            </a:pPr>
            <a:r>
              <a:rPr lang="en-US" sz="1200" b="1" dirty="0"/>
              <a:t>Improvement Opportunity</a:t>
            </a:r>
          </a:p>
          <a:p>
            <a:pPr marL="171450" indent="-171450">
              <a:spcAft>
                <a:spcPts val="300"/>
              </a:spcAft>
              <a:buFont typeface="Arial" panose="020B0604020202020204" pitchFamily="34" charset="0"/>
              <a:buChar char="•"/>
            </a:pPr>
            <a:r>
              <a:rPr lang="en-US" sz="1100" dirty="0"/>
              <a:t>Automate process using “Doer-Checker” LLM pairs – achievable via API-based development.</a:t>
            </a:r>
            <a:endParaRPr lang="en-SG" sz="1100" dirty="0"/>
          </a:p>
        </p:txBody>
      </p:sp>
      <p:sp>
        <p:nvSpPr>
          <p:cNvPr id="10" name="Triangle 19">
            <a:extLst>
              <a:ext uri="{FF2B5EF4-FFF2-40B4-BE49-F238E27FC236}">
                <a16:creationId xmlns:a16="http://schemas.microsoft.com/office/drawing/2014/main" id="{1472FC09-943B-7BDD-11D2-6ED79E89EE54}"/>
              </a:ext>
            </a:extLst>
          </p:cNvPr>
          <p:cNvSpPr/>
          <p:nvPr/>
        </p:nvSpPr>
        <p:spPr>
          <a:xfrm rot="5400000">
            <a:off x="3974608" y="3377638"/>
            <a:ext cx="3104972" cy="102724"/>
          </a:xfrm>
          <a:prstGeom prst="triangle">
            <a:avLst/>
          </a:prstGeom>
          <a:pattFill prst="pct25">
            <a:fgClr>
              <a:schemeClr val="tx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F7A24FE-0591-A496-5786-5C2C40944548}"/>
              </a:ext>
            </a:extLst>
          </p:cNvPr>
          <p:cNvSpPr/>
          <p:nvPr/>
        </p:nvSpPr>
        <p:spPr>
          <a:xfrm>
            <a:off x="264335" y="961534"/>
            <a:ext cx="5116667" cy="30587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LLM Prompt Methodology</a:t>
            </a:r>
            <a:endParaRPr lang="en-US" sz="1400" dirty="0">
              <a:solidFill>
                <a:schemeClr val="bg1"/>
              </a:solidFill>
            </a:endParaRPr>
          </a:p>
        </p:txBody>
      </p:sp>
      <p:sp>
        <p:nvSpPr>
          <p:cNvPr id="12" name="Rectangle 11">
            <a:extLst>
              <a:ext uri="{FF2B5EF4-FFF2-40B4-BE49-F238E27FC236}">
                <a16:creationId xmlns:a16="http://schemas.microsoft.com/office/drawing/2014/main" id="{40C07AD8-8C8E-1A19-527B-E640985951DA}"/>
              </a:ext>
            </a:extLst>
          </p:cNvPr>
          <p:cNvSpPr/>
          <p:nvPr/>
        </p:nvSpPr>
        <p:spPr>
          <a:xfrm>
            <a:off x="5711103" y="961534"/>
            <a:ext cx="6221334" cy="30587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LLM Output</a:t>
            </a:r>
            <a:endParaRPr lang="en-US" sz="1400" dirty="0">
              <a:solidFill>
                <a:schemeClr val="bg1"/>
              </a:solidFill>
            </a:endParaRPr>
          </a:p>
        </p:txBody>
      </p:sp>
      <p:sp>
        <p:nvSpPr>
          <p:cNvPr id="13" name="Rectangle 12">
            <a:extLst>
              <a:ext uri="{FF2B5EF4-FFF2-40B4-BE49-F238E27FC236}">
                <a16:creationId xmlns:a16="http://schemas.microsoft.com/office/drawing/2014/main" id="{32D75B34-983B-9D35-9097-491F260AC1A6}"/>
              </a:ext>
            </a:extLst>
          </p:cNvPr>
          <p:cNvSpPr/>
          <p:nvPr/>
        </p:nvSpPr>
        <p:spPr>
          <a:xfrm>
            <a:off x="5719094" y="4048506"/>
            <a:ext cx="2944039" cy="28215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Performance</a:t>
            </a:r>
            <a:endParaRPr lang="en-US" sz="1400" dirty="0">
              <a:solidFill>
                <a:schemeClr val="bg1"/>
              </a:solidFill>
            </a:endParaRPr>
          </a:p>
        </p:txBody>
      </p:sp>
      <p:sp>
        <p:nvSpPr>
          <p:cNvPr id="14" name="Rectangle 13">
            <a:extLst>
              <a:ext uri="{FF2B5EF4-FFF2-40B4-BE49-F238E27FC236}">
                <a16:creationId xmlns:a16="http://schemas.microsoft.com/office/drawing/2014/main" id="{D84B5F65-01F6-DCD0-11F5-9EEB9240F1FC}"/>
              </a:ext>
            </a:extLst>
          </p:cNvPr>
          <p:cNvSpPr/>
          <p:nvPr/>
        </p:nvSpPr>
        <p:spPr>
          <a:xfrm>
            <a:off x="8774428" y="4048506"/>
            <a:ext cx="3200118" cy="28215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A Key Challenge</a:t>
            </a:r>
            <a:endParaRPr lang="en-US" sz="1400" dirty="0">
              <a:solidFill>
                <a:schemeClr val="bg1"/>
              </a:solidFill>
            </a:endParaRPr>
          </a:p>
        </p:txBody>
      </p:sp>
      <p:graphicFrame>
        <p:nvGraphicFramePr>
          <p:cNvPr id="15" name="Table 14">
            <a:extLst>
              <a:ext uri="{FF2B5EF4-FFF2-40B4-BE49-F238E27FC236}">
                <a16:creationId xmlns:a16="http://schemas.microsoft.com/office/drawing/2014/main" id="{8087FF71-8559-EFC8-F712-DEE9A1D8A537}"/>
              </a:ext>
            </a:extLst>
          </p:cNvPr>
          <p:cNvGraphicFramePr>
            <a:graphicFrameLocks noGrp="1"/>
          </p:cNvGraphicFramePr>
          <p:nvPr>
            <p:extLst>
              <p:ext uri="{D42A27DB-BD31-4B8C-83A1-F6EECF244321}">
                <p14:modId xmlns:p14="http://schemas.microsoft.com/office/powerpoint/2010/main" val="2529113667"/>
              </p:ext>
            </p:extLst>
          </p:nvPr>
        </p:nvGraphicFramePr>
        <p:xfrm>
          <a:off x="5606447" y="5400241"/>
          <a:ext cx="3144195" cy="1295400"/>
        </p:xfrm>
        <a:graphic>
          <a:graphicData uri="http://schemas.openxmlformats.org/drawingml/2006/table">
            <a:tbl>
              <a:tblPr firstRow="1">
                <a:tableStyleId>{F5AB1C69-6EDB-4FF4-983F-18BD219EF322}</a:tableStyleId>
              </a:tblPr>
              <a:tblGrid>
                <a:gridCol w="711629">
                  <a:extLst>
                    <a:ext uri="{9D8B030D-6E8A-4147-A177-3AD203B41FA5}">
                      <a16:colId xmlns:a16="http://schemas.microsoft.com/office/drawing/2014/main" val="3208602548"/>
                    </a:ext>
                  </a:extLst>
                </a:gridCol>
                <a:gridCol w="1242920">
                  <a:extLst>
                    <a:ext uri="{9D8B030D-6E8A-4147-A177-3AD203B41FA5}">
                      <a16:colId xmlns:a16="http://schemas.microsoft.com/office/drawing/2014/main" val="3529737895"/>
                    </a:ext>
                  </a:extLst>
                </a:gridCol>
                <a:gridCol w="1189646">
                  <a:extLst>
                    <a:ext uri="{9D8B030D-6E8A-4147-A177-3AD203B41FA5}">
                      <a16:colId xmlns:a16="http://schemas.microsoft.com/office/drawing/2014/main" val="847700256"/>
                    </a:ext>
                  </a:extLst>
                </a:gridCol>
              </a:tblGrid>
              <a:tr h="258849">
                <a:tc>
                  <a:txBody>
                    <a:bodyPr/>
                    <a:lstStyle/>
                    <a:p>
                      <a:pPr algn="ctr"/>
                      <a:r>
                        <a:rPr lang="en-US" sz="1100" dirty="0">
                          <a:solidFill>
                            <a:sysClr val="windowText" lastClr="000000"/>
                          </a:solidFill>
                        </a:rPr>
                        <a:t>Pillar</a:t>
                      </a:r>
                    </a:p>
                  </a:txBody>
                  <a:tcPr>
                    <a:solidFill>
                      <a:schemeClr val="accent1"/>
                    </a:solidFill>
                  </a:tcPr>
                </a:tc>
                <a:tc>
                  <a:txBody>
                    <a:bodyPr/>
                    <a:lstStyle/>
                    <a:p>
                      <a:pPr algn="ctr"/>
                      <a:r>
                        <a:rPr lang="en-US" sz="1100" dirty="0">
                          <a:solidFill>
                            <a:sysClr val="windowText" lastClr="000000"/>
                          </a:solidFill>
                        </a:rPr>
                        <a:t>Coverage (%)</a:t>
                      </a:r>
                    </a:p>
                  </a:txBody>
                  <a:tcPr>
                    <a:solidFill>
                      <a:schemeClr val="accent1"/>
                    </a:solidFill>
                  </a:tcPr>
                </a:tc>
                <a:tc>
                  <a:txBody>
                    <a:bodyPr/>
                    <a:lstStyle/>
                    <a:p>
                      <a:pPr algn="ctr"/>
                      <a:r>
                        <a:rPr lang="en-US" sz="1100" dirty="0">
                          <a:solidFill>
                            <a:sysClr val="windowText" lastClr="000000"/>
                          </a:solidFill>
                        </a:rPr>
                        <a:t>Accuracy (%)</a:t>
                      </a:r>
                    </a:p>
                  </a:txBody>
                  <a:tcPr>
                    <a:solidFill>
                      <a:schemeClr val="accent1"/>
                    </a:solidFill>
                  </a:tcPr>
                </a:tc>
                <a:extLst>
                  <a:ext uri="{0D108BD9-81ED-4DB2-BD59-A6C34878D82A}">
                    <a16:rowId xmlns:a16="http://schemas.microsoft.com/office/drawing/2014/main" val="4249296126"/>
                  </a:ext>
                </a:extLst>
              </a:tr>
              <a:tr h="159558">
                <a:tc>
                  <a:txBody>
                    <a:bodyPr/>
                    <a:lstStyle/>
                    <a:p>
                      <a:pPr algn="ctr"/>
                      <a:r>
                        <a:rPr lang="en-US" sz="1100" dirty="0"/>
                        <a:t>E</a:t>
                      </a:r>
                    </a:p>
                  </a:txBody>
                  <a:tcPr>
                    <a:solidFill>
                      <a:schemeClr val="bg1">
                        <a:lumMod val="95000"/>
                      </a:schemeClr>
                    </a:solidFill>
                  </a:tcPr>
                </a:tc>
                <a:tc>
                  <a:txBody>
                    <a:bodyPr/>
                    <a:lstStyle/>
                    <a:p>
                      <a:pPr algn="ctr"/>
                      <a:r>
                        <a:rPr lang="en-US" sz="1100" dirty="0"/>
                        <a:t>82.2</a:t>
                      </a:r>
                    </a:p>
                  </a:txBody>
                  <a:tcPr>
                    <a:solidFill>
                      <a:schemeClr val="bg1">
                        <a:lumMod val="95000"/>
                      </a:schemeClr>
                    </a:solidFill>
                  </a:tcPr>
                </a:tc>
                <a:tc>
                  <a:txBody>
                    <a:bodyPr/>
                    <a:lstStyle/>
                    <a:p>
                      <a:pPr algn="ctr"/>
                      <a:r>
                        <a:rPr lang="en-US" sz="1100" dirty="0"/>
                        <a:t>57.6</a:t>
                      </a:r>
                    </a:p>
                  </a:txBody>
                  <a:tcPr>
                    <a:solidFill>
                      <a:schemeClr val="bg1">
                        <a:lumMod val="95000"/>
                      </a:schemeClr>
                    </a:solidFill>
                  </a:tcPr>
                </a:tc>
                <a:extLst>
                  <a:ext uri="{0D108BD9-81ED-4DB2-BD59-A6C34878D82A}">
                    <a16:rowId xmlns:a16="http://schemas.microsoft.com/office/drawing/2014/main" val="7775989"/>
                  </a:ext>
                </a:extLst>
              </a:tr>
              <a:tr h="159558">
                <a:tc>
                  <a:txBody>
                    <a:bodyPr/>
                    <a:lstStyle/>
                    <a:p>
                      <a:pPr algn="ctr"/>
                      <a:r>
                        <a:rPr lang="en-US" sz="1100" dirty="0"/>
                        <a:t>S</a:t>
                      </a:r>
                    </a:p>
                  </a:txBody>
                  <a:tcPr>
                    <a:solidFill>
                      <a:schemeClr val="bg1">
                        <a:lumMod val="95000"/>
                      </a:schemeClr>
                    </a:solidFill>
                  </a:tcPr>
                </a:tc>
                <a:tc>
                  <a:txBody>
                    <a:bodyPr/>
                    <a:lstStyle/>
                    <a:p>
                      <a:pPr algn="ctr"/>
                      <a:r>
                        <a:rPr lang="en-US" sz="1100" dirty="0"/>
                        <a:t>33.9</a:t>
                      </a:r>
                    </a:p>
                  </a:txBody>
                  <a:tcPr>
                    <a:solidFill>
                      <a:schemeClr val="bg1">
                        <a:lumMod val="95000"/>
                      </a:schemeClr>
                    </a:solidFill>
                  </a:tcPr>
                </a:tc>
                <a:tc>
                  <a:txBody>
                    <a:bodyPr/>
                    <a:lstStyle/>
                    <a:p>
                      <a:pPr algn="ctr"/>
                      <a:r>
                        <a:rPr lang="en-US" sz="1100" dirty="0"/>
                        <a:t>68.7</a:t>
                      </a:r>
                    </a:p>
                  </a:txBody>
                  <a:tcPr>
                    <a:solidFill>
                      <a:schemeClr val="bg1">
                        <a:lumMod val="95000"/>
                      </a:schemeClr>
                    </a:solidFill>
                  </a:tcPr>
                </a:tc>
                <a:extLst>
                  <a:ext uri="{0D108BD9-81ED-4DB2-BD59-A6C34878D82A}">
                    <a16:rowId xmlns:a16="http://schemas.microsoft.com/office/drawing/2014/main" val="521788701"/>
                  </a:ext>
                </a:extLst>
              </a:tr>
              <a:tr h="159558">
                <a:tc>
                  <a:txBody>
                    <a:bodyPr/>
                    <a:lstStyle/>
                    <a:p>
                      <a:pPr algn="ctr"/>
                      <a:r>
                        <a:rPr lang="en-US" sz="1100" dirty="0"/>
                        <a:t>G</a:t>
                      </a:r>
                    </a:p>
                  </a:txBody>
                  <a:tcPr>
                    <a:solidFill>
                      <a:schemeClr val="bg1">
                        <a:lumMod val="95000"/>
                      </a:schemeClr>
                    </a:solidFill>
                  </a:tcPr>
                </a:tc>
                <a:tc>
                  <a:txBody>
                    <a:bodyPr/>
                    <a:lstStyle/>
                    <a:p>
                      <a:pPr algn="ctr"/>
                      <a:r>
                        <a:rPr lang="en-US" sz="1100" dirty="0"/>
                        <a:t>40.0</a:t>
                      </a:r>
                    </a:p>
                  </a:txBody>
                  <a:tcPr>
                    <a:solidFill>
                      <a:schemeClr val="bg1">
                        <a:lumMod val="95000"/>
                      </a:schemeClr>
                    </a:solidFill>
                  </a:tcPr>
                </a:tc>
                <a:tc>
                  <a:txBody>
                    <a:bodyPr/>
                    <a:lstStyle/>
                    <a:p>
                      <a:pPr algn="ctr"/>
                      <a:r>
                        <a:rPr lang="en-US" sz="1100" dirty="0"/>
                        <a:t>86.9</a:t>
                      </a:r>
                    </a:p>
                  </a:txBody>
                  <a:tcPr>
                    <a:solidFill>
                      <a:schemeClr val="bg1">
                        <a:lumMod val="95000"/>
                      </a:schemeClr>
                    </a:solidFill>
                  </a:tcPr>
                </a:tc>
                <a:extLst>
                  <a:ext uri="{0D108BD9-81ED-4DB2-BD59-A6C34878D82A}">
                    <a16:rowId xmlns:a16="http://schemas.microsoft.com/office/drawing/2014/main" val="929609290"/>
                  </a:ext>
                </a:extLst>
              </a:tr>
              <a:tr h="159558">
                <a:tc>
                  <a:txBody>
                    <a:bodyPr/>
                    <a:lstStyle/>
                    <a:p>
                      <a:pPr algn="ctr"/>
                      <a:r>
                        <a:rPr lang="en-US" sz="1100" b="1" dirty="0"/>
                        <a:t>Overall</a:t>
                      </a:r>
                    </a:p>
                  </a:txBody>
                  <a:tcPr>
                    <a:solidFill>
                      <a:schemeClr val="bg1">
                        <a:lumMod val="85000"/>
                      </a:schemeClr>
                    </a:solidFill>
                  </a:tcPr>
                </a:tc>
                <a:tc>
                  <a:txBody>
                    <a:bodyPr/>
                    <a:lstStyle/>
                    <a:p>
                      <a:pPr algn="ctr"/>
                      <a:r>
                        <a:rPr lang="en-US" sz="1100" b="1" dirty="0"/>
                        <a:t>45.5</a:t>
                      </a:r>
                    </a:p>
                  </a:txBody>
                  <a:tcPr>
                    <a:solidFill>
                      <a:schemeClr val="bg1">
                        <a:lumMod val="85000"/>
                      </a:schemeClr>
                    </a:solidFill>
                  </a:tcPr>
                </a:tc>
                <a:tc>
                  <a:txBody>
                    <a:bodyPr/>
                    <a:lstStyle/>
                    <a:p>
                      <a:pPr algn="ctr"/>
                      <a:r>
                        <a:rPr lang="en-US" sz="1100" b="1" dirty="0"/>
                        <a:t>68.7</a:t>
                      </a:r>
                    </a:p>
                  </a:txBody>
                  <a:tcPr>
                    <a:solidFill>
                      <a:schemeClr val="bg1">
                        <a:lumMod val="85000"/>
                      </a:schemeClr>
                    </a:solidFill>
                  </a:tcPr>
                </a:tc>
                <a:extLst>
                  <a:ext uri="{0D108BD9-81ED-4DB2-BD59-A6C34878D82A}">
                    <a16:rowId xmlns:a16="http://schemas.microsoft.com/office/drawing/2014/main" val="1156719194"/>
                  </a:ext>
                </a:extLst>
              </a:tr>
            </a:tbl>
          </a:graphicData>
        </a:graphic>
      </p:graphicFrame>
      <p:grpSp>
        <p:nvGrpSpPr>
          <p:cNvPr id="19" name="Group 18"/>
          <p:cNvGrpSpPr/>
          <p:nvPr/>
        </p:nvGrpSpPr>
        <p:grpSpPr>
          <a:xfrm>
            <a:off x="4919897" y="3529324"/>
            <a:ext cx="474021" cy="592473"/>
            <a:chOff x="4923072" y="3551549"/>
            <a:chExt cx="474021" cy="592473"/>
          </a:xfrm>
        </p:grpSpPr>
        <p:pic>
          <p:nvPicPr>
            <p:cNvPr id="2" name="Picture 1">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35445" y="3551549"/>
              <a:ext cx="312774" cy="312774"/>
            </a:xfrm>
            <a:prstGeom prst="rect">
              <a:avLst/>
            </a:prstGeom>
          </p:spPr>
        </p:pic>
        <p:sp>
          <p:nvSpPr>
            <p:cNvPr id="18" name="TextBox 17"/>
            <p:cNvSpPr txBox="1"/>
            <p:nvPr/>
          </p:nvSpPr>
          <p:spPr>
            <a:xfrm>
              <a:off x="4923072" y="3855875"/>
              <a:ext cx="474021" cy="288147"/>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36000" rIns="72000" bIns="36000" numCol="1" spcCol="0" rtlCol="0" fromWordArt="0" anchor="t" anchorCtr="0" forceAA="0" compatLnSpc="1">
              <a:prstTxWarp prst="textNoShape">
                <a:avLst/>
              </a:prstTxWarp>
              <a:spAutoFit/>
            </a:bodyPr>
            <a:lstStyle/>
            <a:p>
              <a:pPr algn="ctr"/>
              <a:r>
                <a:rPr lang="en-SG" sz="700" i="1" dirty="0">
                  <a:solidFill>
                    <a:schemeClr val="tx1"/>
                  </a:solidFill>
                </a:rPr>
                <a:t>Prompt</a:t>
              </a:r>
            </a:p>
            <a:p>
              <a:pPr algn="ctr"/>
              <a:r>
                <a:rPr lang="en-SG" sz="700" i="1" dirty="0">
                  <a:solidFill>
                    <a:schemeClr val="tx1"/>
                  </a:solidFill>
                </a:rPr>
                <a:t>Details</a:t>
              </a:r>
            </a:p>
          </p:txBody>
        </p:sp>
      </p:grpSp>
      <p:pic>
        <p:nvPicPr>
          <p:cNvPr id="20" name="Picture 19">
            <a:extLst>
              <a:ext uri="{FF2B5EF4-FFF2-40B4-BE49-F238E27FC236}">
                <a16:creationId xmlns:a16="http://schemas.microsoft.com/office/drawing/2014/main" id="{2D22A352-EAE9-6052-A6FE-4FB92621F235}"/>
              </a:ext>
            </a:extLst>
          </p:cNvPr>
          <p:cNvPicPr>
            <a:picLocks noChangeAspect="1"/>
          </p:cNvPicPr>
          <p:nvPr/>
        </p:nvPicPr>
        <p:blipFill>
          <a:blip r:embed="rId5"/>
          <a:srcRect l="-68" t="-7018" r="68" b="21726"/>
          <a:stretch/>
        </p:blipFill>
        <p:spPr>
          <a:xfrm>
            <a:off x="5709196" y="1158910"/>
            <a:ext cx="6213343" cy="2577337"/>
          </a:xfrm>
          <a:prstGeom prst="rect">
            <a:avLst/>
          </a:prstGeom>
        </p:spPr>
      </p:pic>
    </p:spTree>
    <p:extLst>
      <p:ext uri="{BB962C8B-B14F-4D97-AF65-F5344CB8AC3E}">
        <p14:creationId xmlns:p14="http://schemas.microsoft.com/office/powerpoint/2010/main" val="39543155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2400" b="1" dirty="0"/>
              <a:t>LLM Use Case: Extraction from Sustainability Reports	</a:t>
            </a:r>
            <a:endParaRPr lang="en-SG" sz="2400" b="1" dirty="0"/>
          </a:p>
        </p:txBody>
      </p:sp>
      <p:sp>
        <p:nvSpPr>
          <p:cNvPr id="4" name="Rectangle 3">
            <a:extLst>
              <a:ext uri="{FF2B5EF4-FFF2-40B4-BE49-F238E27FC236}">
                <a16:creationId xmlns:a16="http://schemas.microsoft.com/office/drawing/2014/main" id="{D5A8AD4B-E083-B0F5-5768-E2F7C2A44734}"/>
              </a:ext>
            </a:extLst>
          </p:cNvPr>
          <p:cNvSpPr/>
          <p:nvPr/>
        </p:nvSpPr>
        <p:spPr>
          <a:xfrm>
            <a:off x="5285679" y="889630"/>
            <a:ext cx="6493128" cy="28215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Results</a:t>
            </a:r>
          </a:p>
        </p:txBody>
      </p:sp>
      <p:sp>
        <p:nvSpPr>
          <p:cNvPr id="5" name="Rectangle 4">
            <a:extLst>
              <a:ext uri="{FF2B5EF4-FFF2-40B4-BE49-F238E27FC236}">
                <a16:creationId xmlns:a16="http://schemas.microsoft.com/office/drawing/2014/main" id="{42639E78-64E1-5423-3E7A-DCCC443FC63F}"/>
              </a:ext>
            </a:extLst>
          </p:cNvPr>
          <p:cNvSpPr/>
          <p:nvPr/>
        </p:nvSpPr>
        <p:spPr>
          <a:xfrm>
            <a:off x="177525" y="889631"/>
            <a:ext cx="4705215" cy="28215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Data Cleaning &amp; Feature Engineering</a:t>
            </a:r>
            <a:endParaRPr lang="en-US" sz="1400" dirty="0">
              <a:solidFill>
                <a:schemeClr val="tx1"/>
              </a:solidFill>
            </a:endParaRPr>
          </a:p>
        </p:txBody>
      </p:sp>
      <p:grpSp>
        <p:nvGrpSpPr>
          <p:cNvPr id="2" name="Group 1"/>
          <p:cNvGrpSpPr/>
          <p:nvPr/>
        </p:nvGrpSpPr>
        <p:grpSpPr>
          <a:xfrm>
            <a:off x="109151" y="1478904"/>
            <a:ext cx="1207566" cy="1260753"/>
            <a:chOff x="109151" y="1453143"/>
            <a:chExt cx="1207566" cy="1260753"/>
          </a:xfrm>
        </p:grpSpPr>
        <p:pic>
          <p:nvPicPr>
            <p:cNvPr id="6" name="Graphic 22" descr="Table with solid fill">
              <a:extLst>
                <a:ext uri="{FF2B5EF4-FFF2-40B4-BE49-F238E27FC236}">
                  <a16:creationId xmlns:a16="http://schemas.microsoft.com/office/drawing/2014/main" id="{0F384FC0-DB25-34FB-E3D9-9A57AD9B926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734" y="1453143"/>
              <a:ext cx="914400" cy="914400"/>
            </a:xfrm>
            <a:prstGeom prst="rect">
              <a:avLst/>
            </a:prstGeom>
          </p:spPr>
        </p:pic>
        <p:sp>
          <p:nvSpPr>
            <p:cNvPr id="7" name="TextBox 6">
              <a:extLst>
                <a:ext uri="{FF2B5EF4-FFF2-40B4-BE49-F238E27FC236}">
                  <a16:creationId xmlns:a16="http://schemas.microsoft.com/office/drawing/2014/main" id="{2FDFB42B-D009-83C0-E6A9-943E3F4400DD}"/>
                </a:ext>
              </a:extLst>
            </p:cNvPr>
            <p:cNvSpPr txBox="1"/>
            <p:nvPr/>
          </p:nvSpPr>
          <p:spPr>
            <a:xfrm>
              <a:off x="109151" y="2252231"/>
              <a:ext cx="1207566" cy="461665"/>
            </a:xfrm>
            <a:prstGeom prst="rect">
              <a:avLst/>
            </a:prstGeom>
            <a:noFill/>
          </p:spPr>
          <p:txBody>
            <a:bodyPr wrap="square" rtlCol="0">
              <a:spAutoFit/>
            </a:bodyPr>
            <a:lstStyle/>
            <a:p>
              <a:pPr algn="ctr"/>
              <a:r>
                <a:rPr lang="en-US" sz="1200" b="1" dirty="0"/>
                <a:t>Structural Cleaning</a:t>
              </a:r>
            </a:p>
          </p:txBody>
        </p:sp>
      </p:grpSp>
      <p:sp>
        <p:nvSpPr>
          <p:cNvPr id="8" name="TextBox 7">
            <a:extLst>
              <a:ext uri="{FF2B5EF4-FFF2-40B4-BE49-F238E27FC236}">
                <a16:creationId xmlns:a16="http://schemas.microsoft.com/office/drawing/2014/main" id="{017E95F4-7985-5520-B681-D76F447CC490}"/>
              </a:ext>
            </a:extLst>
          </p:cNvPr>
          <p:cNvSpPr txBox="1"/>
          <p:nvPr/>
        </p:nvSpPr>
        <p:spPr>
          <a:xfrm>
            <a:off x="1244515" y="1359075"/>
            <a:ext cx="3638225" cy="1500411"/>
          </a:xfrm>
          <a:prstGeom prst="rect">
            <a:avLst/>
          </a:prstGeom>
          <a:noFill/>
        </p:spPr>
        <p:txBody>
          <a:bodyPr wrap="square" rtlCol="0">
            <a:spAutoFit/>
          </a:bodyPr>
          <a:lstStyle/>
          <a:p>
            <a:pPr marL="171450" indent="-171450">
              <a:spcAft>
                <a:spcPts val="300"/>
              </a:spcAft>
              <a:buFont typeface="Arial" panose="020B0604020202020204" pitchFamily="34" charset="0"/>
              <a:buChar char="•"/>
            </a:pPr>
            <a:r>
              <a:rPr lang="en-US" sz="1200" dirty="0"/>
              <a:t>Combined all 50 ESG metric tables into one unified dataset for analysis</a:t>
            </a:r>
          </a:p>
          <a:p>
            <a:pPr marL="171450" indent="-171450">
              <a:spcAft>
                <a:spcPts val="300"/>
              </a:spcAft>
              <a:buFont typeface="Arial" panose="020B0604020202020204" pitchFamily="34" charset="0"/>
              <a:buChar char="•"/>
            </a:pPr>
            <a:r>
              <a:rPr lang="en-US" sz="1200" dirty="0"/>
              <a:t>Standardized text – lowercased, stripped whitespaces)</a:t>
            </a:r>
          </a:p>
          <a:p>
            <a:pPr marL="171450" indent="-171450">
              <a:spcAft>
                <a:spcPts val="300"/>
              </a:spcAft>
              <a:buFont typeface="Arial" panose="020B0604020202020204" pitchFamily="34" charset="0"/>
              <a:buChar char="•"/>
            </a:pPr>
            <a:r>
              <a:rPr lang="en-US" sz="1200" dirty="0"/>
              <a:t>Split values and units (e.g., "132000 </a:t>
            </a:r>
            <a:r>
              <a:rPr lang="en-SG" sz="1200" dirty="0" err="1"/>
              <a:t>tCO₂e</a:t>
            </a:r>
            <a:r>
              <a:rPr lang="en-SG" sz="1200" dirty="0"/>
              <a:t>” </a:t>
            </a:r>
            <a:r>
              <a:rPr lang="en-SG" sz="1200" dirty="0">
                <a:sym typeface="Wingdings" pitchFamily="2" charset="2"/>
              </a:rPr>
              <a:t> 13200 + </a:t>
            </a:r>
            <a:r>
              <a:rPr lang="en-SG" sz="1200" dirty="0" err="1"/>
              <a:t>tCO₂e</a:t>
            </a:r>
            <a:r>
              <a:rPr lang="en-SG" sz="1200" dirty="0"/>
              <a:t>)</a:t>
            </a:r>
          </a:p>
          <a:p>
            <a:pPr marL="171450" indent="-171450">
              <a:spcAft>
                <a:spcPts val="300"/>
              </a:spcAft>
              <a:buFont typeface="Arial" panose="020B0604020202020204" pitchFamily="34" charset="0"/>
              <a:buChar char="•"/>
            </a:pPr>
            <a:r>
              <a:rPr lang="en-SG" sz="1200" dirty="0"/>
              <a:t>Normalized units (gallons </a:t>
            </a:r>
            <a:r>
              <a:rPr lang="en-SG" sz="1200" dirty="0">
                <a:sym typeface="Wingdings" pitchFamily="2" charset="2"/>
              </a:rPr>
              <a:t> m</a:t>
            </a:r>
            <a:r>
              <a:rPr lang="en-SG" sz="1200" baseline="30000" dirty="0">
                <a:sym typeface="Wingdings" pitchFamily="2" charset="2"/>
              </a:rPr>
              <a:t>3</a:t>
            </a:r>
            <a:r>
              <a:rPr lang="en-SG" sz="1200" dirty="0">
                <a:sym typeface="Wingdings" pitchFamily="2" charset="2"/>
              </a:rPr>
              <a:t>, MT  kg)</a:t>
            </a:r>
          </a:p>
        </p:txBody>
      </p:sp>
      <p:grpSp>
        <p:nvGrpSpPr>
          <p:cNvPr id="21" name="Group 20"/>
          <p:cNvGrpSpPr/>
          <p:nvPr/>
        </p:nvGrpSpPr>
        <p:grpSpPr>
          <a:xfrm>
            <a:off x="21241" y="3244448"/>
            <a:ext cx="1383387" cy="1431816"/>
            <a:chOff x="21241" y="3219577"/>
            <a:chExt cx="1383387" cy="1431816"/>
          </a:xfrm>
        </p:grpSpPr>
        <p:pic>
          <p:nvPicPr>
            <p:cNvPr id="9" name="Graphic 26" descr="Programmer male with solid fill">
              <a:extLst>
                <a:ext uri="{FF2B5EF4-FFF2-40B4-BE49-F238E27FC236}">
                  <a16:creationId xmlns:a16="http://schemas.microsoft.com/office/drawing/2014/main" id="{CC40BA9F-F8E6-62EC-AF8E-022027F39B3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5734" y="3219577"/>
              <a:ext cx="914400" cy="914400"/>
            </a:xfrm>
            <a:prstGeom prst="rect">
              <a:avLst/>
            </a:prstGeom>
          </p:spPr>
        </p:pic>
        <p:sp>
          <p:nvSpPr>
            <p:cNvPr id="10" name="TextBox 9">
              <a:extLst>
                <a:ext uri="{FF2B5EF4-FFF2-40B4-BE49-F238E27FC236}">
                  <a16:creationId xmlns:a16="http://schemas.microsoft.com/office/drawing/2014/main" id="{40D53749-AFB2-7513-EC2B-59D173B419AB}"/>
                </a:ext>
              </a:extLst>
            </p:cNvPr>
            <p:cNvSpPr txBox="1"/>
            <p:nvPr/>
          </p:nvSpPr>
          <p:spPr>
            <a:xfrm>
              <a:off x="21241" y="4189728"/>
              <a:ext cx="1383387" cy="461665"/>
            </a:xfrm>
            <a:prstGeom prst="rect">
              <a:avLst/>
            </a:prstGeom>
            <a:noFill/>
          </p:spPr>
          <p:txBody>
            <a:bodyPr wrap="square" rtlCol="0">
              <a:spAutoFit/>
            </a:bodyPr>
            <a:lstStyle/>
            <a:p>
              <a:pPr algn="ctr"/>
              <a:r>
                <a:rPr lang="en-US" sz="1200" b="1" dirty="0"/>
                <a:t>Feature Preparation</a:t>
              </a:r>
            </a:p>
          </p:txBody>
        </p:sp>
      </p:grpSp>
      <p:sp>
        <p:nvSpPr>
          <p:cNvPr id="11" name="TextBox 10">
            <a:extLst>
              <a:ext uri="{FF2B5EF4-FFF2-40B4-BE49-F238E27FC236}">
                <a16:creationId xmlns:a16="http://schemas.microsoft.com/office/drawing/2014/main" id="{0D0D4E6B-69CD-E35B-6E17-785D7B417162}"/>
              </a:ext>
            </a:extLst>
          </p:cNvPr>
          <p:cNvSpPr txBox="1"/>
          <p:nvPr/>
        </p:nvSpPr>
        <p:spPr>
          <a:xfrm>
            <a:off x="1244515" y="3210151"/>
            <a:ext cx="3661612" cy="1500411"/>
          </a:xfrm>
          <a:prstGeom prst="rect">
            <a:avLst/>
          </a:prstGeom>
          <a:noFill/>
        </p:spPr>
        <p:txBody>
          <a:bodyPr wrap="square" rtlCol="0">
            <a:spAutoFit/>
          </a:bodyPr>
          <a:lstStyle/>
          <a:p>
            <a:pPr marL="171450" indent="-171450">
              <a:spcAft>
                <a:spcPts val="300"/>
              </a:spcAft>
              <a:buFont typeface="Arial" panose="020B0604020202020204" pitchFamily="34" charset="0"/>
              <a:buChar char="•"/>
            </a:pPr>
            <a:r>
              <a:rPr lang="en-US" sz="1200" dirty="0"/>
              <a:t>Dropped variables with low row count</a:t>
            </a:r>
          </a:p>
          <a:p>
            <a:pPr marL="171450" indent="-171450">
              <a:spcAft>
                <a:spcPts val="300"/>
              </a:spcAft>
              <a:buFont typeface="Arial" panose="020B0604020202020204" pitchFamily="34" charset="0"/>
              <a:buChar char="•"/>
            </a:pPr>
            <a:r>
              <a:rPr lang="en-US" sz="1200" dirty="0"/>
              <a:t>Converted majority of textual columns to binary flags</a:t>
            </a:r>
          </a:p>
          <a:p>
            <a:pPr marL="171450" indent="-171450">
              <a:spcAft>
                <a:spcPts val="300"/>
              </a:spcAft>
              <a:buFont typeface="Arial" panose="020B0604020202020204" pitchFamily="34" charset="0"/>
              <a:buChar char="•"/>
            </a:pPr>
            <a:r>
              <a:rPr lang="en-US" sz="1200" dirty="0"/>
              <a:t>Standardized percentages into numeric values</a:t>
            </a:r>
          </a:p>
          <a:p>
            <a:pPr marL="171450" indent="-171450">
              <a:spcAft>
                <a:spcPts val="300"/>
              </a:spcAft>
              <a:buFont typeface="Arial" panose="020B0604020202020204" pitchFamily="34" charset="0"/>
              <a:buChar char="•"/>
            </a:pPr>
            <a:r>
              <a:rPr lang="en-US" sz="1200" dirty="0"/>
              <a:t>“Current Employee by Age Group &amp; Gender” normalized into proportions</a:t>
            </a:r>
          </a:p>
        </p:txBody>
      </p:sp>
      <p:grpSp>
        <p:nvGrpSpPr>
          <p:cNvPr id="20" name="Group 19"/>
          <p:cNvGrpSpPr/>
          <p:nvPr/>
        </p:nvGrpSpPr>
        <p:grpSpPr>
          <a:xfrm>
            <a:off x="-6849" y="5075675"/>
            <a:ext cx="1439567" cy="1376065"/>
            <a:chOff x="-6849" y="4943699"/>
            <a:chExt cx="1439567" cy="1376065"/>
          </a:xfrm>
        </p:grpSpPr>
        <p:pic>
          <p:nvPicPr>
            <p:cNvPr id="12" name="Graphic 30" descr="Document with solid fill">
              <a:extLst>
                <a:ext uri="{FF2B5EF4-FFF2-40B4-BE49-F238E27FC236}">
                  <a16:creationId xmlns:a16="http://schemas.microsoft.com/office/drawing/2014/main" id="{A6A81384-4163-9273-816F-95F4D0321C9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5734" y="4943699"/>
              <a:ext cx="914400" cy="914400"/>
            </a:xfrm>
            <a:prstGeom prst="rect">
              <a:avLst/>
            </a:prstGeom>
          </p:spPr>
        </p:pic>
        <p:sp>
          <p:nvSpPr>
            <p:cNvPr id="13" name="TextBox 12">
              <a:extLst>
                <a:ext uri="{FF2B5EF4-FFF2-40B4-BE49-F238E27FC236}">
                  <a16:creationId xmlns:a16="http://schemas.microsoft.com/office/drawing/2014/main" id="{1A46C2CC-9CF5-975F-BDC5-BE21AF4AFDD0}"/>
                </a:ext>
              </a:extLst>
            </p:cNvPr>
            <p:cNvSpPr txBox="1"/>
            <p:nvPr/>
          </p:nvSpPr>
          <p:spPr>
            <a:xfrm>
              <a:off x="-6849" y="5858099"/>
              <a:ext cx="1439567" cy="461665"/>
            </a:xfrm>
            <a:prstGeom prst="rect">
              <a:avLst/>
            </a:prstGeom>
            <a:noFill/>
          </p:spPr>
          <p:txBody>
            <a:bodyPr wrap="square" rtlCol="0">
              <a:spAutoFit/>
            </a:bodyPr>
            <a:lstStyle/>
            <a:p>
              <a:pPr algn="ctr"/>
              <a:r>
                <a:rPr lang="en-US" sz="1200" b="1" dirty="0"/>
                <a:t>Missing Values Handling</a:t>
              </a:r>
            </a:p>
          </p:txBody>
        </p:sp>
      </p:grpSp>
      <p:sp>
        <p:nvSpPr>
          <p:cNvPr id="14" name="TextBox 13">
            <a:extLst>
              <a:ext uri="{FF2B5EF4-FFF2-40B4-BE49-F238E27FC236}">
                <a16:creationId xmlns:a16="http://schemas.microsoft.com/office/drawing/2014/main" id="{DB065CE1-6EAB-A70A-AA16-9517FD82B007}"/>
              </a:ext>
            </a:extLst>
          </p:cNvPr>
          <p:cNvSpPr txBox="1"/>
          <p:nvPr/>
        </p:nvSpPr>
        <p:spPr>
          <a:xfrm>
            <a:off x="1244515" y="5328973"/>
            <a:ext cx="3661612" cy="869469"/>
          </a:xfrm>
          <a:prstGeom prst="rect">
            <a:avLst/>
          </a:prstGeom>
          <a:noFill/>
        </p:spPr>
        <p:txBody>
          <a:bodyPr wrap="square" rtlCol="0">
            <a:spAutoFit/>
          </a:bodyPr>
          <a:lstStyle/>
          <a:p>
            <a:pPr marL="171450" indent="-171450">
              <a:spcAft>
                <a:spcPts val="300"/>
              </a:spcAft>
              <a:buFont typeface="Arial" panose="020B0604020202020204" pitchFamily="34" charset="0"/>
              <a:buChar char="•"/>
            </a:pPr>
            <a:r>
              <a:rPr lang="en-US" sz="1200" dirty="0"/>
              <a:t>Kept companies which have at least 1 record for the shortlisted variables</a:t>
            </a:r>
          </a:p>
          <a:p>
            <a:pPr marL="171450" indent="-171450">
              <a:spcAft>
                <a:spcPts val="300"/>
              </a:spcAft>
              <a:buFont typeface="Arial" panose="020B0604020202020204" pitchFamily="34" charset="0"/>
              <a:buChar char="•"/>
            </a:pPr>
            <a:r>
              <a:rPr lang="en-US" sz="1200" dirty="0"/>
              <a:t>Any </a:t>
            </a:r>
            <a:r>
              <a:rPr lang="en-US" sz="1200" dirty="0" err="1"/>
              <a:t>NaN</a:t>
            </a:r>
            <a:r>
              <a:rPr lang="en-US" sz="1200" dirty="0"/>
              <a:t> values imputed as column median</a:t>
            </a:r>
          </a:p>
        </p:txBody>
      </p:sp>
      <p:sp>
        <p:nvSpPr>
          <p:cNvPr id="16" name="Rectangle 15">
            <a:extLst>
              <a:ext uri="{FF2B5EF4-FFF2-40B4-BE49-F238E27FC236}">
                <a16:creationId xmlns:a16="http://schemas.microsoft.com/office/drawing/2014/main" id="{B9DC3507-2D37-E393-7ABA-2B84B468EDA6}"/>
              </a:ext>
            </a:extLst>
          </p:cNvPr>
          <p:cNvSpPr/>
          <p:nvPr/>
        </p:nvSpPr>
        <p:spPr>
          <a:xfrm rot="16200000">
            <a:off x="4577960" y="5805295"/>
            <a:ext cx="1697588" cy="28215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Governance</a:t>
            </a:r>
          </a:p>
        </p:txBody>
      </p:sp>
      <p:sp>
        <p:nvSpPr>
          <p:cNvPr id="17" name="Rectangle 16">
            <a:extLst>
              <a:ext uri="{FF2B5EF4-FFF2-40B4-BE49-F238E27FC236}">
                <a16:creationId xmlns:a16="http://schemas.microsoft.com/office/drawing/2014/main" id="{24799E4C-FCE0-4EDB-3068-C9ED228129F6}"/>
              </a:ext>
            </a:extLst>
          </p:cNvPr>
          <p:cNvSpPr/>
          <p:nvPr/>
        </p:nvSpPr>
        <p:spPr>
          <a:xfrm rot="16200000">
            <a:off x="4486760" y="3949838"/>
            <a:ext cx="1879988" cy="28215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Social</a:t>
            </a:r>
          </a:p>
        </p:txBody>
      </p:sp>
      <p:sp>
        <p:nvSpPr>
          <p:cNvPr id="19" name="Triangle 19">
            <a:extLst>
              <a:ext uri="{FF2B5EF4-FFF2-40B4-BE49-F238E27FC236}">
                <a16:creationId xmlns:a16="http://schemas.microsoft.com/office/drawing/2014/main" id="{1472FC09-943B-7BDD-11D2-6ED79E89EE54}"/>
              </a:ext>
            </a:extLst>
          </p:cNvPr>
          <p:cNvSpPr/>
          <p:nvPr/>
        </p:nvSpPr>
        <p:spPr>
          <a:xfrm rot="5400000">
            <a:off x="3240854" y="3903208"/>
            <a:ext cx="3686711" cy="133147"/>
          </a:xfrm>
          <a:prstGeom prst="triangle">
            <a:avLst/>
          </a:prstGeom>
          <a:pattFill prst="pct25">
            <a:fgClr>
              <a:schemeClr val="tx1"/>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6" name="Chart 25"/>
          <p:cNvGraphicFramePr/>
          <p:nvPr>
            <p:extLst>
              <p:ext uri="{D42A27DB-BD31-4B8C-83A1-F6EECF244321}">
                <p14:modId xmlns:p14="http://schemas.microsoft.com/office/powerpoint/2010/main" val="775780946"/>
              </p:ext>
            </p:extLst>
          </p:nvPr>
        </p:nvGraphicFramePr>
        <p:xfrm>
          <a:off x="6114474" y="1144181"/>
          <a:ext cx="5310050" cy="1677597"/>
        </p:xfrm>
        <a:graphic>
          <a:graphicData uri="http://schemas.openxmlformats.org/drawingml/2006/chart">
            <c:chart xmlns:c="http://schemas.openxmlformats.org/drawingml/2006/chart" xmlns:r="http://schemas.openxmlformats.org/officeDocument/2006/relationships" r:id="rId9"/>
          </a:graphicData>
        </a:graphic>
      </p:graphicFrame>
      <p:sp>
        <p:nvSpPr>
          <p:cNvPr id="27" name="TextBox 26"/>
          <p:cNvSpPr txBox="1"/>
          <p:nvPr/>
        </p:nvSpPr>
        <p:spPr>
          <a:xfrm>
            <a:off x="5900357" y="2789172"/>
            <a:ext cx="5738284" cy="257369"/>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36000" rIns="72000" bIns="36000" numCol="1" spcCol="0" rtlCol="0" fromWordArt="0" anchor="t" anchorCtr="0" forceAA="0" compatLnSpc="1">
            <a:prstTxWarp prst="textNoShape">
              <a:avLst/>
            </a:prstTxWarp>
            <a:spAutoFit/>
          </a:bodyPr>
          <a:lstStyle/>
          <a:p>
            <a:r>
              <a:rPr lang="en-US" sz="1200" i="1" dirty="0">
                <a:solidFill>
                  <a:schemeClr val="tx1"/>
                </a:solidFill>
              </a:rPr>
              <a:t>E-Rating = -0.1749*A + 0.0975*B + 0.0509*C + 0.0377*D – 0.0359*E + 6.28</a:t>
            </a:r>
            <a:endParaRPr lang="en-SG" sz="1200" i="1" dirty="0">
              <a:solidFill>
                <a:schemeClr val="tx1"/>
              </a:solidFill>
            </a:endParaRPr>
          </a:p>
        </p:txBody>
      </p:sp>
      <p:graphicFrame>
        <p:nvGraphicFramePr>
          <p:cNvPr id="28" name="Chart 27"/>
          <p:cNvGraphicFramePr/>
          <p:nvPr>
            <p:extLst>
              <p:ext uri="{D42A27DB-BD31-4B8C-83A1-F6EECF244321}">
                <p14:modId xmlns:p14="http://schemas.microsoft.com/office/powerpoint/2010/main" val="2239932667"/>
              </p:ext>
            </p:extLst>
          </p:nvPr>
        </p:nvGraphicFramePr>
        <p:xfrm>
          <a:off x="6114474" y="3080730"/>
          <a:ext cx="5310050" cy="1677597"/>
        </p:xfrm>
        <a:graphic>
          <a:graphicData uri="http://schemas.openxmlformats.org/drawingml/2006/chart">
            <c:chart xmlns:c="http://schemas.openxmlformats.org/drawingml/2006/chart" xmlns:r="http://schemas.openxmlformats.org/officeDocument/2006/relationships" r:id="rId10"/>
          </a:graphicData>
        </a:graphic>
      </p:graphicFrame>
      <p:sp>
        <p:nvSpPr>
          <p:cNvPr id="29" name="TextBox 28"/>
          <p:cNvSpPr txBox="1"/>
          <p:nvPr/>
        </p:nvSpPr>
        <p:spPr>
          <a:xfrm>
            <a:off x="6143212" y="4701990"/>
            <a:ext cx="5252574" cy="257369"/>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36000" rIns="72000" bIns="36000" numCol="1" spcCol="0" rtlCol="0" fromWordArt="0" anchor="t" anchorCtr="0" forceAA="0" compatLnSpc="1">
            <a:prstTxWarp prst="textNoShape">
              <a:avLst/>
            </a:prstTxWarp>
            <a:spAutoFit/>
          </a:bodyPr>
          <a:lstStyle/>
          <a:p>
            <a:r>
              <a:rPr lang="en-US" sz="1200" i="1" dirty="0">
                <a:solidFill>
                  <a:schemeClr val="tx1"/>
                </a:solidFill>
              </a:rPr>
              <a:t>S-Rating = 0.5451*A + 1.5094*B - 0.3110*C - 0.1920*D + 0.2206*E + …</a:t>
            </a:r>
            <a:endParaRPr lang="en-SG" sz="1200" i="1" dirty="0">
              <a:solidFill>
                <a:schemeClr val="tx1"/>
              </a:solidFill>
            </a:endParaRPr>
          </a:p>
        </p:txBody>
      </p:sp>
      <p:graphicFrame>
        <p:nvGraphicFramePr>
          <p:cNvPr id="30" name="Chart 29"/>
          <p:cNvGraphicFramePr/>
          <p:nvPr>
            <p:extLst>
              <p:ext uri="{D42A27DB-BD31-4B8C-83A1-F6EECF244321}">
                <p14:modId xmlns:p14="http://schemas.microsoft.com/office/powerpoint/2010/main" val="1090966507"/>
              </p:ext>
            </p:extLst>
          </p:nvPr>
        </p:nvGraphicFramePr>
        <p:xfrm>
          <a:off x="6114474" y="4936630"/>
          <a:ext cx="5310050" cy="1677597"/>
        </p:xfrm>
        <a:graphic>
          <a:graphicData uri="http://schemas.openxmlformats.org/drawingml/2006/chart">
            <c:chart xmlns:c="http://schemas.openxmlformats.org/drawingml/2006/chart" xmlns:r="http://schemas.openxmlformats.org/officeDocument/2006/relationships" r:id="rId11"/>
          </a:graphicData>
        </a:graphic>
      </p:graphicFrame>
      <p:sp>
        <p:nvSpPr>
          <p:cNvPr id="31" name="TextBox 30"/>
          <p:cNvSpPr txBox="1"/>
          <p:nvPr/>
        </p:nvSpPr>
        <p:spPr>
          <a:xfrm>
            <a:off x="6113557" y="6539037"/>
            <a:ext cx="5311885" cy="257369"/>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36000" rIns="72000" bIns="36000" numCol="1" spcCol="0" rtlCol="0" fromWordArt="0" anchor="t" anchorCtr="0" forceAA="0" compatLnSpc="1">
            <a:prstTxWarp prst="textNoShape">
              <a:avLst/>
            </a:prstTxWarp>
            <a:spAutoFit/>
          </a:bodyPr>
          <a:lstStyle/>
          <a:p>
            <a:r>
              <a:rPr lang="en-US" sz="1200" i="1" dirty="0">
                <a:solidFill>
                  <a:schemeClr val="tx1"/>
                </a:solidFill>
              </a:rPr>
              <a:t>G-Rating = 0.1931*A – 0.1018*B - 0.0922*C – 0.0891*D + 0.0465*E + …</a:t>
            </a:r>
            <a:endParaRPr lang="en-SG" sz="1200" i="1" dirty="0">
              <a:solidFill>
                <a:schemeClr val="tx1"/>
              </a:solidFill>
            </a:endParaRPr>
          </a:p>
        </p:txBody>
      </p:sp>
      <p:sp>
        <p:nvSpPr>
          <p:cNvPr id="32" name="Rectangle 31">
            <a:extLst>
              <a:ext uri="{FF2B5EF4-FFF2-40B4-BE49-F238E27FC236}">
                <a16:creationId xmlns:a16="http://schemas.microsoft.com/office/drawing/2014/main" id="{24799E4C-FCE0-4EDB-3068-C9ED228129F6}"/>
              </a:ext>
            </a:extLst>
          </p:cNvPr>
          <p:cNvSpPr/>
          <p:nvPr/>
        </p:nvSpPr>
        <p:spPr>
          <a:xfrm rot="16200000">
            <a:off x="4486760" y="2003180"/>
            <a:ext cx="1879988" cy="282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Environmental</a:t>
            </a:r>
          </a:p>
        </p:txBody>
      </p:sp>
    </p:spTree>
    <p:extLst>
      <p:ext uri="{BB962C8B-B14F-4D97-AF65-F5344CB8AC3E}">
        <p14:creationId xmlns:p14="http://schemas.microsoft.com/office/powerpoint/2010/main" val="13939816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47675" y="1113943"/>
            <a:ext cx="11201400" cy="1355880"/>
          </a:xfrm>
          <a:prstGeom prst="rect">
            <a:avLst/>
          </a:prstGeom>
          <a:solidFill>
            <a:schemeClr val="bg1"/>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spcAft>
                <a:spcPts val="300"/>
              </a:spcAft>
              <a:buFont typeface="Arial" panose="020B0604020202020204" pitchFamily="34" charset="0"/>
              <a:buChar char="•"/>
            </a:pPr>
            <a:r>
              <a:rPr lang="en-SG" sz="1200" dirty="0">
                <a:solidFill>
                  <a:schemeClr val="tx1"/>
                </a:solidFill>
              </a:rPr>
              <a:t>Other financial institutions have started to </a:t>
            </a:r>
            <a:r>
              <a:rPr lang="en-SG" sz="1200" b="1" dirty="0">
                <a:solidFill>
                  <a:schemeClr val="tx1"/>
                </a:solidFill>
              </a:rPr>
              <a:t>integrate ESG considerations into their business processes </a:t>
            </a:r>
            <a:r>
              <a:rPr lang="en-SG" sz="1200" dirty="0">
                <a:solidFill>
                  <a:schemeClr val="tx1"/>
                </a:solidFill>
              </a:rPr>
              <a:t>(e.g., credit underwriting, credit risk monitoring).</a:t>
            </a:r>
          </a:p>
          <a:p>
            <a:pPr marL="171450" indent="-171450">
              <a:spcAft>
                <a:spcPts val="300"/>
              </a:spcAft>
              <a:buFont typeface="Arial" panose="020B0604020202020204" pitchFamily="34" charset="0"/>
              <a:buChar char="•"/>
            </a:pPr>
            <a:r>
              <a:rPr lang="en-SG" sz="1200" dirty="0">
                <a:solidFill>
                  <a:schemeClr val="tx1"/>
                </a:solidFill>
              </a:rPr>
              <a:t>The direct impact of ESG scores on credit rating is not strong. Recommendation for further exploration on incremental impact of ESG scores to credit ratings while considering company financials.</a:t>
            </a:r>
          </a:p>
          <a:p>
            <a:pPr marL="171450" indent="-171450">
              <a:spcAft>
                <a:spcPts val="300"/>
              </a:spcAft>
              <a:buFont typeface="Arial" panose="020B0604020202020204" pitchFamily="34" charset="0"/>
              <a:buChar char="•"/>
            </a:pPr>
            <a:r>
              <a:rPr lang="en-SG" sz="1200" b="1" dirty="0">
                <a:solidFill>
                  <a:schemeClr val="tx1"/>
                </a:solidFill>
              </a:rPr>
              <a:t>LLM-powered data extraction </a:t>
            </a:r>
            <a:r>
              <a:rPr lang="en-SG" sz="1200" dirty="0">
                <a:solidFill>
                  <a:schemeClr val="tx1"/>
                </a:solidFill>
              </a:rPr>
              <a:t>can be useful for consolidating ESG metrics from Company Sustainability Reports.</a:t>
            </a:r>
          </a:p>
          <a:p>
            <a:pPr marL="628650" lvl="1" indent="-171450">
              <a:spcAft>
                <a:spcPts val="300"/>
              </a:spcAft>
              <a:buFont typeface="Arial" panose="020B0604020202020204" pitchFamily="34" charset="0"/>
              <a:buChar char="•"/>
            </a:pPr>
            <a:r>
              <a:rPr lang="en-SG" sz="1200" dirty="0">
                <a:solidFill>
                  <a:schemeClr val="tx1"/>
                </a:solidFill>
              </a:rPr>
              <a:t>Estimated time saved (per report): 1 hour</a:t>
            </a:r>
          </a:p>
        </p:txBody>
      </p:sp>
      <p:sp>
        <p:nvSpPr>
          <p:cNvPr id="3" name="Title 2"/>
          <p:cNvSpPr>
            <a:spLocks noGrp="1"/>
          </p:cNvSpPr>
          <p:nvPr>
            <p:ph type="title"/>
          </p:nvPr>
        </p:nvSpPr>
        <p:spPr/>
        <p:txBody>
          <a:bodyPr>
            <a:normAutofit/>
          </a:bodyPr>
          <a:lstStyle/>
          <a:p>
            <a:r>
              <a:rPr lang="en-US" sz="2400" b="1" dirty="0"/>
              <a:t>Conclusion &amp; Next Steps</a:t>
            </a:r>
            <a:endParaRPr lang="en-SG" sz="2400" b="1" dirty="0"/>
          </a:p>
        </p:txBody>
      </p:sp>
      <p:sp>
        <p:nvSpPr>
          <p:cNvPr id="2" name="Rectangle 1"/>
          <p:cNvSpPr/>
          <p:nvPr/>
        </p:nvSpPr>
        <p:spPr>
          <a:xfrm>
            <a:off x="447675" y="822960"/>
            <a:ext cx="2295525" cy="290983"/>
          </a:xfrm>
          <a:prstGeom prst="rect">
            <a:avLst/>
          </a:prstGeom>
          <a:solidFill>
            <a:schemeClr val="tx2"/>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SG" sz="1400" b="1" dirty="0">
                <a:solidFill>
                  <a:srgbClr val="FFFFFF"/>
                </a:solidFill>
              </a:rPr>
              <a:t>Conclusion</a:t>
            </a:r>
          </a:p>
        </p:txBody>
      </p:sp>
      <p:sp>
        <p:nvSpPr>
          <p:cNvPr id="8" name="Rectangle 7"/>
          <p:cNvSpPr/>
          <p:nvPr/>
        </p:nvSpPr>
        <p:spPr>
          <a:xfrm>
            <a:off x="447675" y="2906297"/>
            <a:ext cx="11201400" cy="1807976"/>
          </a:xfrm>
          <a:prstGeom prst="rect">
            <a:avLst/>
          </a:prstGeom>
          <a:solidFill>
            <a:schemeClr val="bg1"/>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spcAft>
                <a:spcPts val="300"/>
              </a:spcAft>
              <a:buFont typeface="Arial" panose="020B0604020202020204" pitchFamily="34" charset="0"/>
              <a:buChar char="•"/>
            </a:pPr>
            <a:r>
              <a:rPr lang="en-SG" sz="1200" dirty="0">
                <a:solidFill>
                  <a:schemeClr val="tx1"/>
                </a:solidFill>
              </a:rPr>
              <a:t>Recommendation for further exploration on incremental impact of ESG scores to credit ratings while considering company financials</a:t>
            </a:r>
          </a:p>
          <a:p>
            <a:pPr marL="171450" indent="-171450">
              <a:spcAft>
                <a:spcPts val="300"/>
              </a:spcAft>
              <a:buFont typeface="Arial" panose="020B0604020202020204" pitchFamily="34" charset="0"/>
              <a:buChar char="•"/>
            </a:pPr>
            <a:r>
              <a:rPr lang="en-SG" sz="1200" b="1" dirty="0">
                <a:solidFill>
                  <a:schemeClr val="tx1"/>
                </a:solidFill>
              </a:rPr>
              <a:t>LLM-powered data extraction</a:t>
            </a:r>
            <a:endParaRPr lang="en-SG" sz="1200" dirty="0">
              <a:solidFill>
                <a:schemeClr val="tx1"/>
              </a:solidFill>
            </a:endParaRPr>
          </a:p>
          <a:p>
            <a:pPr marL="628650" lvl="1" indent="-171450">
              <a:spcAft>
                <a:spcPts val="300"/>
              </a:spcAft>
              <a:buFont typeface="Arial" panose="020B0604020202020204" pitchFamily="34" charset="0"/>
              <a:buChar char="•"/>
            </a:pPr>
            <a:r>
              <a:rPr lang="en-SG" sz="1200" dirty="0">
                <a:solidFill>
                  <a:schemeClr val="tx1"/>
                </a:solidFill>
              </a:rPr>
              <a:t>The model occasionally generated an empty or template-only Excel file without scanning the report.</a:t>
            </a:r>
          </a:p>
          <a:p>
            <a:pPr marL="628650" lvl="1" indent="-171450">
              <a:spcAft>
                <a:spcPts val="300"/>
              </a:spcAft>
              <a:buFont typeface="Arial" panose="020B0604020202020204" pitchFamily="34" charset="0"/>
              <a:buChar char="•"/>
            </a:pPr>
            <a:r>
              <a:rPr lang="en-SG" sz="1200" dirty="0">
                <a:solidFill>
                  <a:schemeClr val="tx1"/>
                </a:solidFill>
              </a:rPr>
              <a:t>Additional prompting was required to explicitly instruct the model to fully process the document and populate the metrics — especially for longer reports.</a:t>
            </a:r>
          </a:p>
          <a:p>
            <a:pPr marL="628650" lvl="1" indent="-171450">
              <a:spcAft>
                <a:spcPts val="300"/>
              </a:spcAft>
              <a:buFont typeface="Arial" panose="020B0604020202020204" pitchFamily="34" charset="0"/>
              <a:buChar char="•"/>
            </a:pPr>
            <a:r>
              <a:rPr lang="en-SG" sz="1200" dirty="0">
                <a:solidFill>
                  <a:schemeClr val="tx1"/>
                </a:solidFill>
              </a:rPr>
              <a:t>Suggested improvement: </a:t>
            </a:r>
          </a:p>
          <a:p>
            <a:pPr marL="1085850" lvl="2" indent="-171450">
              <a:spcAft>
                <a:spcPts val="300"/>
              </a:spcAft>
              <a:buFont typeface="Arial" panose="020B0604020202020204" pitchFamily="34" charset="0"/>
              <a:buChar char="•"/>
            </a:pPr>
            <a:r>
              <a:rPr lang="en-US" sz="1200" dirty="0">
                <a:solidFill>
                  <a:schemeClr val="tx1"/>
                </a:solidFill>
              </a:rPr>
              <a:t>Automate process using </a:t>
            </a:r>
            <a:r>
              <a:rPr lang="en-US" sz="1200" b="1" dirty="0">
                <a:solidFill>
                  <a:schemeClr val="tx1"/>
                </a:solidFill>
              </a:rPr>
              <a:t>“Doer-Checker” LLM pairs </a:t>
            </a:r>
            <a:r>
              <a:rPr lang="en-US" sz="1200" dirty="0">
                <a:solidFill>
                  <a:schemeClr val="tx1"/>
                </a:solidFill>
              </a:rPr>
              <a:t>– achievable via API-based development.</a:t>
            </a:r>
          </a:p>
          <a:p>
            <a:pPr marL="1085850" lvl="2" indent="-171450">
              <a:spcAft>
                <a:spcPts val="300"/>
              </a:spcAft>
              <a:buFont typeface="Arial" panose="020B0604020202020204" pitchFamily="34" charset="0"/>
              <a:buChar char="•"/>
            </a:pPr>
            <a:r>
              <a:rPr lang="en-US" sz="1200" dirty="0">
                <a:solidFill>
                  <a:schemeClr val="tx1"/>
                </a:solidFill>
              </a:rPr>
              <a:t>Transition from GUI- to </a:t>
            </a:r>
            <a:r>
              <a:rPr lang="en-US" sz="1200" b="1" dirty="0">
                <a:solidFill>
                  <a:schemeClr val="tx1"/>
                </a:solidFill>
              </a:rPr>
              <a:t>API-based LLM</a:t>
            </a:r>
            <a:r>
              <a:rPr lang="en-US" sz="1200" dirty="0">
                <a:solidFill>
                  <a:schemeClr val="tx1"/>
                </a:solidFill>
              </a:rPr>
              <a:t> for increased robustness and scalability.</a:t>
            </a:r>
            <a:endParaRPr lang="en-SG" sz="1200" dirty="0">
              <a:solidFill>
                <a:schemeClr val="tx1"/>
              </a:solidFill>
            </a:endParaRPr>
          </a:p>
        </p:txBody>
      </p:sp>
      <p:sp>
        <p:nvSpPr>
          <p:cNvPr id="9" name="Rectangle 8"/>
          <p:cNvSpPr/>
          <p:nvPr/>
        </p:nvSpPr>
        <p:spPr>
          <a:xfrm>
            <a:off x="447675" y="2615314"/>
            <a:ext cx="4019550" cy="290983"/>
          </a:xfrm>
          <a:prstGeom prst="rect">
            <a:avLst/>
          </a:prstGeom>
          <a:solidFill>
            <a:schemeClr val="tx2"/>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SG" sz="1400" b="1" dirty="0">
                <a:solidFill>
                  <a:srgbClr val="FFFFFF"/>
                </a:solidFill>
              </a:rPr>
              <a:t>Lessons Learnt &amp; Improvement Ideas</a:t>
            </a:r>
          </a:p>
        </p:txBody>
      </p:sp>
      <p:sp>
        <p:nvSpPr>
          <p:cNvPr id="10" name="Rectangle 9"/>
          <p:cNvSpPr/>
          <p:nvPr/>
        </p:nvSpPr>
        <p:spPr>
          <a:xfrm>
            <a:off x="447675" y="5150266"/>
            <a:ext cx="11201400" cy="1185418"/>
          </a:xfrm>
          <a:prstGeom prst="rect">
            <a:avLst/>
          </a:prstGeom>
          <a:solidFill>
            <a:schemeClr val="bg1"/>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a:spcAft>
                <a:spcPts val="300"/>
              </a:spcAft>
              <a:buFont typeface="Arial" panose="020B0604020202020204" pitchFamily="34" charset="0"/>
              <a:buChar char="•"/>
            </a:pPr>
            <a:r>
              <a:rPr lang="en-SG" sz="1200" dirty="0">
                <a:solidFill>
                  <a:schemeClr val="tx1"/>
                </a:solidFill>
              </a:rPr>
              <a:t>Improve prompt engineering techniques</a:t>
            </a:r>
          </a:p>
          <a:p>
            <a:pPr marL="628650" lvl="1" indent="-171450">
              <a:spcAft>
                <a:spcPts val="300"/>
              </a:spcAft>
              <a:buFont typeface="Arial" panose="020B0604020202020204" pitchFamily="34" charset="0"/>
              <a:buChar char="•"/>
            </a:pPr>
            <a:r>
              <a:rPr lang="en-SG" sz="1200" dirty="0">
                <a:solidFill>
                  <a:schemeClr val="tx1"/>
                </a:solidFill>
              </a:rPr>
              <a:t>Use </a:t>
            </a:r>
            <a:r>
              <a:rPr lang="en-SG" sz="1200" b="1" dirty="0">
                <a:solidFill>
                  <a:schemeClr val="tx1"/>
                </a:solidFill>
              </a:rPr>
              <a:t>paragraph-based prompts</a:t>
            </a:r>
            <a:r>
              <a:rPr lang="en-SG" sz="1200" dirty="0">
                <a:solidFill>
                  <a:schemeClr val="tx1"/>
                </a:solidFill>
              </a:rPr>
              <a:t>, instead of pointers – certain LLMs executes tasks following point-form instructions sequentially; they disregard subsequent commands until current execution is completed.</a:t>
            </a:r>
          </a:p>
          <a:p>
            <a:pPr marL="171450" indent="-171450">
              <a:spcAft>
                <a:spcPts val="300"/>
              </a:spcAft>
              <a:buFont typeface="Arial" panose="020B0604020202020204" pitchFamily="34" charset="0"/>
              <a:buChar char="•"/>
            </a:pPr>
            <a:r>
              <a:rPr lang="en-SG" sz="1200" dirty="0">
                <a:solidFill>
                  <a:schemeClr val="tx1"/>
                </a:solidFill>
              </a:rPr>
              <a:t>Extend analysis to </a:t>
            </a:r>
            <a:r>
              <a:rPr lang="en-SG" sz="1200" b="1" dirty="0">
                <a:solidFill>
                  <a:schemeClr val="tx1"/>
                </a:solidFill>
              </a:rPr>
              <a:t>Singapore market</a:t>
            </a:r>
          </a:p>
          <a:p>
            <a:pPr marL="171450" indent="-171450">
              <a:spcAft>
                <a:spcPts val="300"/>
              </a:spcAft>
              <a:buFont typeface="Arial" panose="020B0604020202020204" pitchFamily="34" charset="0"/>
              <a:buChar char="•"/>
            </a:pPr>
            <a:r>
              <a:rPr lang="en-SG" sz="1200" b="1" dirty="0">
                <a:solidFill>
                  <a:schemeClr val="tx1"/>
                </a:solidFill>
              </a:rPr>
              <a:t>Increase data scope</a:t>
            </a:r>
            <a:r>
              <a:rPr lang="en-SG" sz="1200" dirty="0">
                <a:solidFill>
                  <a:schemeClr val="tx1"/>
                </a:solidFill>
              </a:rPr>
              <a:t> to more companies</a:t>
            </a:r>
          </a:p>
        </p:txBody>
      </p:sp>
      <p:sp>
        <p:nvSpPr>
          <p:cNvPr id="11" name="Rectangle 10"/>
          <p:cNvSpPr/>
          <p:nvPr/>
        </p:nvSpPr>
        <p:spPr>
          <a:xfrm>
            <a:off x="447675" y="4859283"/>
            <a:ext cx="2828925" cy="290983"/>
          </a:xfrm>
          <a:prstGeom prst="rect">
            <a:avLst/>
          </a:prstGeom>
          <a:solidFill>
            <a:schemeClr val="tx2"/>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SG" sz="1400" b="1" dirty="0">
                <a:solidFill>
                  <a:srgbClr val="FFFFFF"/>
                </a:solidFill>
              </a:rPr>
              <a:t>Proposed Next Steps</a:t>
            </a:r>
          </a:p>
        </p:txBody>
      </p:sp>
    </p:spTree>
    <p:extLst>
      <p:ext uri="{BB962C8B-B14F-4D97-AF65-F5344CB8AC3E}">
        <p14:creationId xmlns:p14="http://schemas.microsoft.com/office/powerpoint/2010/main" val="20465969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59679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222282" y="1085262"/>
            <a:ext cx="5198131" cy="4729630"/>
          </a:xfrm>
          <a:prstGeom prst="rect">
            <a:avLst/>
          </a:prstGeom>
          <a:ln>
            <a:noFill/>
          </a:ln>
          <a:effectLst>
            <a:outerShdw blurRad="292100" dist="139700" dir="2700000" algn="tl" rotWithShape="0">
              <a:srgbClr val="333333">
                <a:alpha val="65000"/>
              </a:srgbClr>
            </a:outerShdw>
          </a:effectLst>
        </p:spPr>
      </p:pic>
      <p:pic>
        <p:nvPicPr>
          <p:cNvPr id="2" name="Picture 1"/>
          <p:cNvPicPr>
            <a:picLocks noChangeAspect="1"/>
          </p:cNvPicPr>
          <p:nvPr/>
        </p:nvPicPr>
        <p:blipFill>
          <a:blip r:embed="rId4"/>
          <a:stretch>
            <a:fillRect/>
          </a:stretch>
        </p:blipFill>
        <p:spPr>
          <a:xfrm>
            <a:off x="5866646" y="1085262"/>
            <a:ext cx="5992274" cy="5651730"/>
          </a:xfrm>
          <a:prstGeom prst="rect">
            <a:avLst/>
          </a:prstGeom>
          <a:ln>
            <a:noFill/>
          </a:ln>
          <a:effectLst>
            <a:outerShdw blurRad="292100" dist="139700" dir="2700000" algn="tl" rotWithShape="0">
              <a:srgbClr val="333333">
                <a:alpha val="65000"/>
              </a:srgbClr>
            </a:outerShdw>
          </a:effectLst>
        </p:spPr>
      </p:pic>
      <p:sp>
        <p:nvSpPr>
          <p:cNvPr id="3" name="Title 2"/>
          <p:cNvSpPr>
            <a:spLocks noGrp="1"/>
          </p:cNvSpPr>
          <p:nvPr>
            <p:ph type="title"/>
          </p:nvPr>
        </p:nvSpPr>
        <p:spPr/>
        <p:txBody>
          <a:bodyPr>
            <a:normAutofit/>
          </a:bodyPr>
          <a:lstStyle/>
          <a:p>
            <a:r>
              <a:rPr lang="en-US" sz="2400" b="1" dirty="0"/>
              <a:t>Appendix: LLM Prompt Evolution</a:t>
            </a:r>
            <a:endParaRPr lang="en-SG" sz="2400" b="1" dirty="0"/>
          </a:p>
        </p:txBody>
      </p:sp>
      <p:sp>
        <p:nvSpPr>
          <p:cNvPr id="4" name="TextBox 3"/>
          <p:cNvSpPr txBox="1"/>
          <p:nvPr/>
        </p:nvSpPr>
        <p:spPr>
          <a:xfrm>
            <a:off x="7309706" y="633800"/>
            <a:ext cx="3106152" cy="442035"/>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36000" rIns="72000" bIns="36000" numCol="1" spcCol="0" rtlCol="0" fromWordArt="0" anchor="t" anchorCtr="0" forceAA="0" compatLnSpc="1">
            <a:prstTxWarp prst="textNoShape">
              <a:avLst/>
            </a:prstTxWarp>
            <a:spAutoFit/>
          </a:bodyPr>
          <a:lstStyle/>
          <a:p>
            <a:pPr algn="ctr"/>
            <a:r>
              <a:rPr lang="en-SG" sz="1200" u="sng" dirty="0">
                <a:solidFill>
                  <a:schemeClr val="tx1"/>
                </a:solidFill>
              </a:rPr>
              <a:t>Latest Version:</a:t>
            </a:r>
          </a:p>
          <a:p>
            <a:pPr algn="ctr"/>
            <a:r>
              <a:rPr lang="en-SG" sz="1200" b="1" dirty="0">
                <a:solidFill>
                  <a:schemeClr val="tx1"/>
                </a:solidFill>
              </a:rPr>
              <a:t>Paragraph-based Prompt Instruction</a:t>
            </a:r>
          </a:p>
        </p:txBody>
      </p:sp>
      <p:sp>
        <p:nvSpPr>
          <p:cNvPr id="5" name="Rectangular Callout 4">
            <a:extLst>
              <a:ext uri="{FF2B5EF4-FFF2-40B4-BE49-F238E27FC236}">
                <a16:creationId xmlns:a16="http://schemas.microsoft.com/office/drawing/2014/main" id="{24799E4C-FCE0-4EDB-3068-C9ED228129F6}"/>
              </a:ext>
            </a:extLst>
          </p:cNvPr>
          <p:cNvSpPr/>
          <p:nvPr/>
        </p:nvSpPr>
        <p:spPr>
          <a:xfrm>
            <a:off x="5476973" y="1085262"/>
            <a:ext cx="537327" cy="272199"/>
          </a:xfrm>
          <a:prstGeom prst="wedgeRectCallout">
            <a:avLst>
              <a:gd name="adj1" fmla="val 64254"/>
              <a:gd name="adj2" fmla="val -8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Goal</a:t>
            </a:r>
          </a:p>
        </p:txBody>
      </p:sp>
      <p:sp>
        <p:nvSpPr>
          <p:cNvPr id="6" name="Rectangular Callout 5">
            <a:extLst>
              <a:ext uri="{FF2B5EF4-FFF2-40B4-BE49-F238E27FC236}">
                <a16:creationId xmlns:a16="http://schemas.microsoft.com/office/drawing/2014/main" id="{24799E4C-FCE0-4EDB-3068-C9ED228129F6}"/>
              </a:ext>
            </a:extLst>
          </p:cNvPr>
          <p:cNvSpPr/>
          <p:nvPr/>
        </p:nvSpPr>
        <p:spPr>
          <a:xfrm>
            <a:off x="4958500" y="1636965"/>
            <a:ext cx="1055800" cy="272199"/>
          </a:xfrm>
          <a:prstGeom prst="wedgeRectCallout">
            <a:avLst>
              <a:gd name="adj1" fmla="val 64254"/>
              <a:gd name="adj2" fmla="val -8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Constraints</a:t>
            </a:r>
          </a:p>
        </p:txBody>
      </p:sp>
      <p:sp>
        <p:nvSpPr>
          <p:cNvPr id="7" name="Rectangular Callout 6">
            <a:extLst>
              <a:ext uri="{FF2B5EF4-FFF2-40B4-BE49-F238E27FC236}">
                <a16:creationId xmlns:a16="http://schemas.microsoft.com/office/drawing/2014/main" id="{24799E4C-FCE0-4EDB-3068-C9ED228129F6}"/>
              </a:ext>
            </a:extLst>
          </p:cNvPr>
          <p:cNvSpPr/>
          <p:nvPr/>
        </p:nvSpPr>
        <p:spPr>
          <a:xfrm>
            <a:off x="5279011" y="2188668"/>
            <a:ext cx="725862" cy="272199"/>
          </a:xfrm>
          <a:prstGeom prst="wedgeRectCallout">
            <a:avLst>
              <a:gd name="adj1" fmla="val 64254"/>
              <a:gd name="adj2" fmla="val -8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Output</a:t>
            </a:r>
          </a:p>
        </p:txBody>
      </p:sp>
      <p:sp>
        <p:nvSpPr>
          <p:cNvPr id="8" name="Rectangular Callout 7">
            <a:extLst>
              <a:ext uri="{FF2B5EF4-FFF2-40B4-BE49-F238E27FC236}">
                <a16:creationId xmlns:a16="http://schemas.microsoft.com/office/drawing/2014/main" id="{24799E4C-FCE0-4EDB-3068-C9ED228129F6}"/>
              </a:ext>
            </a:extLst>
          </p:cNvPr>
          <p:cNvSpPr/>
          <p:nvPr/>
        </p:nvSpPr>
        <p:spPr>
          <a:xfrm>
            <a:off x="4873658" y="4001117"/>
            <a:ext cx="1131215" cy="272199"/>
          </a:xfrm>
          <a:prstGeom prst="wedgeRectCallout">
            <a:avLst>
              <a:gd name="adj1" fmla="val 64254"/>
              <a:gd name="adj2" fmla="val -8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Instructions</a:t>
            </a:r>
          </a:p>
        </p:txBody>
      </p:sp>
      <p:sp>
        <p:nvSpPr>
          <p:cNvPr id="9" name="Rectangular Callout 8">
            <a:extLst>
              <a:ext uri="{FF2B5EF4-FFF2-40B4-BE49-F238E27FC236}">
                <a16:creationId xmlns:a16="http://schemas.microsoft.com/office/drawing/2014/main" id="{24799E4C-FCE0-4EDB-3068-C9ED228129F6}"/>
              </a:ext>
            </a:extLst>
          </p:cNvPr>
          <p:cNvSpPr/>
          <p:nvPr/>
        </p:nvSpPr>
        <p:spPr>
          <a:xfrm>
            <a:off x="4873658" y="6033156"/>
            <a:ext cx="1131215" cy="369837"/>
          </a:xfrm>
          <a:prstGeom prst="wedgeRectCallout">
            <a:avLst>
              <a:gd name="adj1" fmla="val 64254"/>
              <a:gd name="adj2" fmla="val -86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Details &amp; Refinement</a:t>
            </a:r>
          </a:p>
        </p:txBody>
      </p:sp>
      <p:sp>
        <p:nvSpPr>
          <p:cNvPr id="10" name="TextBox 9"/>
          <p:cNvSpPr txBox="1"/>
          <p:nvPr/>
        </p:nvSpPr>
        <p:spPr>
          <a:xfrm>
            <a:off x="1164384" y="633800"/>
            <a:ext cx="2928219" cy="442035"/>
          </a:xfrm>
          <a:prstGeom prst="rect">
            <a:avLst/>
          </a:prstGeom>
          <a:no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36000" rIns="72000" bIns="36000" numCol="1" spcCol="0" rtlCol="0" fromWordArt="0" anchor="t" anchorCtr="0" forceAA="0" compatLnSpc="1">
            <a:prstTxWarp prst="textNoShape">
              <a:avLst/>
            </a:prstTxWarp>
            <a:spAutoFit/>
          </a:bodyPr>
          <a:lstStyle/>
          <a:p>
            <a:pPr algn="ctr"/>
            <a:r>
              <a:rPr lang="en-SG" sz="1200" u="sng" dirty="0">
                <a:solidFill>
                  <a:schemeClr val="tx1"/>
                </a:solidFill>
              </a:rPr>
              <a:t>V1:</a:t>
            </a:r>
          </a:p>
          <a:p>
            <a:pPr algn="ctr"/>
            <a:r>
              <a:rPr lang="en-SG" sz="1200" b="1" dirty="0">
                <a:solidFill>
                  <a:schemeClr val="tx1"/>
                </a:solidFill>
              </a:rPr>
              <a:t>XML-structured Prompt Instruction</a:t>
            </a:r>
          </a:p>
        </p:txBody>
      </p:sp>
      <p:grpSp>
        <p:nvGrpSpPr>
          <p:cNvPr id="14" name="Group 13"/>
          <p:cNvGrpSpPr/>
          <p:nvPr/>
        </p:nvGrpSpPr>
        <p:grpSpPr>
          <a:xfrm>
            <a:off x="104775" y="6276975"/>
            <a:ext cx="495300" cy="495300"/>
            <a:chOff x="104775" y="6276975"/>
            <a:chExt cx="495300" cy="495300"/>
          </a:xfrm>
        </p:grpSpPr>
        <p:sp>
          <p:nvSpPr>
            <p:cNvPr id="12" name="Rectangle 11">
              <a:hlinkClick r:id="rId5" action="ppaction://hlinksldjump"/>
            </p:cNvPr>
            <p:cNvSpPr/>
            <p:nvPr/>
          </p:nvSpPr>
          <p:spPr>
            <a:xfrm>
              <a:off x="104775" y="6276975"/>
              <a:ext cx="495300" cy="495300"/>
            </a:xfrm>
            <a:prstGeom prst="rect">
              <a:avLst/>
            </a:prstGeom>
            <a:solidFill>
              <a:schemeClr val="accent1">
                <a:lumMod val="20000"/>
                <a:lumOff val="80000"/>
              </a:schemeClr>
            </a:solidFill>
            <a:ln w="19050" cap="rnd"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SG" sz="1200" dirty="0">
                <a:solidFill>
                  <a:srgbClr val="FFFFFF"/>
                </a:solidFill>
              </a:endParaRPr>
            </a:p>
          </p:txBody>
        </p:sp>
        <p:sp>
          <p:nvSpPr>
            <p:cNvPr id="13" name="Isosceles Triangle 12">
              <a:hlinkClick r:id="rId5" action="ppaction://hlinksldjump"/>
            </p:cNvPr>
            <p:cNvSpPr/>
            <p:nvPr/>
          </p:nvSpPr>
          <p:spPr>
            <a:xfrm rot="16200000">
              <a:off x="161925" y="6400800"/>
              <a:ext cx="361950" cy="247650"/>
            </a:xfrm>
            <a:prstGeom prst="triangle">
              <a:avLst/>
            </a:prstGeom>
            <a:solidFill>
              <a:schemeClr val="accent1"/>
            </a:solidFill>
            <a:ln w="28575" cap="rnd"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SG" sz="1200" dirty="0">
                <a:solidFill>
                  <a:srgbClr val="FFFFFF"/>
                </a:solidFill>
              </a:endParaRPr>
            </a:p>
          </p:txBody>
        </p:sp>
      </p:grpSp>
    </p:spTree>
    <p:extLst>
      <p:ext uri="{BB962C8B-B14F-4D97-AF65-F5344CB8AC3E}">
        <p14:creationId xmlns:p14="http://schemas.microsoft.com/office/powerpoint/2010/main" val="7870135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MASTERWIZARD_DRAFT" val="0"/>
  <p:tag name="EE4P_STYLE_NAME" val="MBB Grid 16:9"/>
  <p:tag name="EE4P_MASTERWIZARD_MARGINS" val="0"/>
  <p:tag name="THINKCELLPRESENTATIONDONOTDELETE" val="&lt;?xml version=&quot;1.0&quot; encoding=&quot;UTF-16&quot; standalone=&quot;yes&quot;?&gt;&lt;root reqver=&quot;27037&quot;&gt;&lt;version val=&quot;3293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2&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8&quot;&gt;&lt;elem m_fUsage=&quot;1.62900000000000000355E+00&quot;&gt;&lt;m_msothmcolidx val=&quot;0&quot;/&gt;&lt;m_rgb r=&quot;00&quot; g=&quot;36&quot; b=&quot;A3&quot;/&gt;&lt;/elem&gt;&lt;elem m_fUsage=&quot;1.00000000000000000000E+00&quot;&gt;&lt;m_msothmcolidx val=&quot;0&quot;/&gt;&lt;m_rgb r=&quot;FF&quot; g=&quot;E2&quot; b=&quot;79&quot;/&gt;&lt;/elem&gt;&lt;elem m_fUsage=&quot;8.10000000000000053291E-01&quot;&gt;&lt;m_msothmcolidx val=&quot;0&quot;/&gt;&lt;m_rgb r=&quot;FF&quot; g=&quot;B8&quot; b=&quot;B0&quot;/&gt;&lt;/elem&gt;&lt;elem m_fUsage=&quot;6.56100000000000127542E-01&quot;&gt;&lt;m_msothmcolidx val=&quot;0&quot;/&gt;&lt;m_rgb r=&quot;0C&quot; g=&quot;0E&quot; b=&quot;24&quot;/&gt;&lt;/elem&gt;&lt;elem m_fUsage=&quot;5.90490000000000181402E-01&quot;&gt;&lt;m_msothmcolidx val=&quot;0&quot;/&gt;&lt;m_rgb r=&quot;92&quot; g=&quot;45&quot; b=&quot;07&quot;/&gt;&lt;/elem&gt;&lt;elem m_fUsage=&quot;5.31441000000000163261E-01&quot;&gt;&lt;m_msothmcolidx val=&quot;0&quot;/&gt;&lt;m_rgb r=&quot;A0&quot; g=&quot;9B&quot; b=&quot;93&quot;/&gt;&lt;/elem&gt;&lt;elem m_fUsage=&quot;4.78296900000000135833E-01&quot;&gt;&lt;m_msothmcolidx val=&quot;0&quot;/&gt;&lt;m_rgb r=&quot;6D&quot; g=&quot;16&quot; b=&quot;08&quot;/&gt;&lt;/elem&gt;&lt;elem m_fUsage=&quot;4.30467210000000155556E-01&quot;&gt;&lt;m_msothmcolidx val=&quot;0&quot;/&gt;&lt;m_rgb r=&quot;3B&quot; g=&quot;41&quot; b=&quot;19&quot;/&gt;&lt;/elem&gt;&lt;/m_vecMRU&gt;&lt;/m_mruColor&gt;&lt;m_eweekdayFirstOfWeek val=&quot;1&quot;/&gt;&lt;m_eweekdayFirstOfWorkweek val=&quot;2&quot;/&gt;&lt;m_eweekdayFirstOfWeekend val=&quot;7&quot;/&gt;&lt;/CPresentation&gt;&lt;/root&gt;"/>
  <p:tag name="EE4P_STYLE_ID" val="mVPkr9Pe"/>
  <p:tag name="EE4P_LANGUAGE_ID" val="2057"/>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MBB Grid 16:9">
  <a:themeElements>
    <a:clrScheme name="Default Yellow">
      <a:dk1>
        <a:sysClr val="windowText" lastClr="000000"/>
      </a:dk1>
      <a:lt1>
        <a:sysClr val="window" lastClr="FFFFFF"/>
      </a:lt1>
      <a:dk2>
        <a:srgbClr val="44546A"/>
      </a:dk2>
      <a:lt2>
        <a:srgbClr val="E7E6E6"/>
      </a:lt2>
      <a:accent1>
        <a:srgbClr val="FFC000"/>
      </a:accent1>
      <a:accent2>
        <a:srgbClr val="ED7D31"/>
      </a:accent2>
      <a:accent3>
        <a:srgbClr val="A5A5A5"/>
      </a:accent3>
      <a:accent4>
        <a:srgbClr val="5B9BD5"/>
      </a:accent4>
      <a:accent5>
        <a:srgbClr val="4472C4"/>
      </a:accent5>
      <a:accent6>
        <a:srgbClr val="70AD47"/>
      </a:accent6>
      <a:hlink>
        <a:srgbClr val="0563C1"/>
      </a:hlink>
      <a:folHlink>
        <a:srgbClr val="954F72"/>
      </a:folHlink>
    </a:clrScheme>
    <a:fontScheme name="Maybank Poppins">
      <a:majorFont>
        <a:latin typeface="Poppins"/>
        <a:ea typeface=""/>
        <a:cs typeface=""/>
      </a:majorFont>
      <a:minorFont>
        <a:latin typeface="Poppin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cmpd="sng" algn="ctr">
          <a:solidFill>
            <a:schemeClr val="tx2"/>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accent5"/>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spPr>
      <a:bodyPr rot="0" spcFirstLastPara="0" vertOverflow="overflow" horzOverflow="overflow" vert="horz" wrap="square" lIns="72000" tIns="36000" rIns="72000" bIns="36000" numCol="1" spcCol="0" rtlCol="0" fromWordArt="0" anchor="t" anchorCtr="0" forceAA="0" compatLnSpc="1">
        <a:prstTxWarp prst="textNoShape">
          <a:avLst/>
        </a:prstTxWarp>
        <a:spAutoFit/>
      </a:bodyPr>
      <a:lstStyle>
        <a:defPPr>
          <a:defRPr sz="16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Maybank-PPT-template-2025.pptx" id="{C3FCA2DA-4D11-4B6A-BC1C-43FBB6CEC0CA}" vid="{B0CECFAE-8670-41C5-8963-616B36D681F5}"/>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DcR_SlideID>efbcd105-8ea9-46fe-a53f-0225c8b00ff9</DcR_SlideID>
</file>

<file path=customXml/item2.xml><?xml version="1.0" encoding="utf-8"?>
<DcR_SlideID>efbcd105-8ea9-46fe-a53f-0225c8b00ff9</DcR_SlideID>
</file>

<file path=customXml/item3.xml><?xml version="1.0" encoding="utf-8"?>
<ct:contentTypeSchema xmlns:ct="http://schemas.microsoft.com/office/2006/metadata/contentType" xmlns:ma="http://schemas.microsoft.com/office/2006/metadata/properties/metaAttributes" ct:_="" ma:_="" ma:contentTypeName="Document" ma:contentTypeID="0x010100F80F42E8296E674EA5048ED2000C7D5C" ma:contentTypeVersion="10" ma:contentTypeDescription="Create a new document." ma:contentTypeScope="" ma:versionID="94d5e57c7c0c818db4e3bd24f15f0048">
  <xsd:schema xmlns:xsd="http://www.w3.org/2001/XMLSchema" xmlns:xs="http://www.w3.org/2001/XMLSchema" xmlns:p="http://schemas.microsoft.com/office/2006/metadata/properties" xmlns:ns2="2b3cf0de-743a-4f47-a769-44c655962805" xmlns:ns3="2b275ce2-ac1e-455c-bcae-a7cb97322175" targetNamespace="http://schemas.microsoft.com/office/2006/metadata/properties" ma:root="true" ma:fieldsID="65fb18c7f30f11d518540ad9bc255e7d" ns2:_="" ns3:_="">
    <xsd:import namespace="2b3cf0de-743a-4f47-a769-44c655962805"/>
    <xsd:import namespace="2b275ce2-ac1e-455c-bcae-a7cb97322175"/>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3cf0de-743a-4f47-a769-44c65596280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b275ce2-ac1e-455c-bcae-a7cb97322175"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c70f9bfc-786c-44ad-babb-842458c6d887}" ma:internalName="TaxCatchAll" ma:showField="CatchAllData" ma:web="2b275ce2-ac1e-455c-bcae-a7cb973221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DcR_SlideID>dda8c8ad-27dd-468b-9729-726bfa7f8544</DcR_SlideID>
</file>

<file path=customXml/item5.xml><?xml version="1.0" encoding="utf-8"?>
<?mso-contentType ?>
<FormTemplates xmlns="http://schemas.microsoft.com/sharepoint/v3/contenttype/forms">
  <Display>DocumentLibraryForm</Display>
  <Edit>DocumentLibraryForm</Edit>
  <New>DocumentLibraryForm</New>
</FormTemplates>
</file>

<file path=customXml/item6.xml><?xml version="1.0" encoding="utf-8"?>
<DcR_SlideID>efbcd105-8ea9-46fe-a53f-0225c8b00ff9</DcR_SlideID>
</file>

<file path=customXml/item7.xml><?xml version="1.0" encoding="utf-8"?>
<p:properties xmlns:p="http://schemas.microsoft.com/office/2006/metadata/properties" xmlns:xsi="http://www.w3.org/2001/XMLSchema-instance" xmlns:pc="http://schemas.microsoft.com/office/infopath/2007/PartnerControls">
  <documentManagement>
    <lcf76f155ced4ddcb4097134ff3c332f xmlns="2b3cf0de-743a-4f47-a769-44c655962805">
      <Terms xmlns="http://schemas.microsoft.com/office/infopath/2007/PartnerControls"/>
    </lcf76f155ced4ddcb4097134ff3c332f>
    <TaxCatchAll xmlns="2b275ce2-ac1e-455c-bcae-a7cb97322175" xsi:nil="true"/>
  </documentManagement>
</p:properties>
</file>

<file path=customXml/itemProps1.xml><?xml version="1.0" encoding="utf-8"?>
<ds:datastoreItem xmlns:ds="http://schemas.openxmlformats.org/officeDocument/2006/customXml" ds:itemID="{770A5DF8-0B50-4BB4-A97D-5C1BC2A177F9}">
  <ds:schemaRefs/>
</ds:datastoreItem>
</file>

<file path=customXml/itemProps2.xml><?xml version="1.0" encoding="utf-8"?>
<ds:datastoreItem xmlns:ds="http://schemas.openxmlformats.org/officeDocument/2006/customXml" ds:itemID="{2DB35A10-AC9A-4849-A8E4-AF3E41344890}">
  <ds:schemaRefs/>
</ds:datastoreItem>
</file>

<file path=customXml/itemProps3.xml><?xml version="1.0" encoding="utf-8"?>
<ds:datastoreItem xmlns:ds="http://schemas.openxmlformats.org/officeDocument/2006/customXml" ds:itemID="{CCF20B01-3D3F-4489-B40F-AC1CECF02F2F}">
  <ds:schemaRefs>
    <ds:schemaRef ds:uri="2b275ce2-ac1e-455c-bcae-a7cb97322175"/>
    <ds:schemaRef ds:uri="2b3cf0de-743a-4f47-a769-44c65596280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4.xml><?xml version="1.0" encoding="utf-8"?>
<ds:datastoreItem xmlns:ds="http://schemas.openxmlformats.org/officeDocument/2006/customXml" ds:itemID="{C77EF372-5B2E-4462-8226-3A850D19F31C}">
  <ds:schemaRefs/>
</ds:datastoreItem>
</file>

<file path=customXml/itemProps5.xml><?xml version="1.0" encoding="utf-8"?>
<ds:datastoreItem xmlns:ds="http://schemas.openxmlformats.org/officeDocument/2006/customXml" ds:itemID="{1BC90E9A-21FD-4765-83FE-447DDF0C7CCA}">
  <ds:schemaRefs>
    <ds:schemaRef ds:uri="http://schemas.microsoft.com/sharepoint/v3/contenttype/forms"/>
  </ds:schemaRefs>
</ds:datastoreItem>
</file>

<file path=customXml/itemProps6.xml><?xml version="1.0" encoding="utf-8"?>
<ds:datastoreItem xmlns:ds="http://schemas.openxmlformats.org/officeDocument/2006/customXml" ds:itemID="{2DC8EC64-00CF-4FC0-99FC-5045F8957CE3}">
  <ds:schemaRefs/>
</ds:datastoreItem>
</file>

<file path=customXml/itemProps7.xml><?xml version="1.0" encoding="utf-8"?>
<ds:datastoreItem xmlns:ds="http://schemas.openxmlformats.org/officeDocument/2006/customXml" ds:itemID="{62ABC24B-7112-46BC-9AA7-0D5BEBE8424B}">
  <ds:schemaRefs>
    <ds:schemaRef ds:uri="http://purl.org/dc/elements/1.1/"/>
    <ds:schemaRef ds:uri="http://schemas.microsoft.com/office/2006/metadata/properties"/>
    <ds:schemaRef ds:uri="http://schemas.microsoft.com/office/2006/documentManagement/types"/>
    <ds:schemaRef ds:uri="http://www.w3.org/XML/1998/namespace"/>
    <ds:schemaRef ds:uri="http://schemas.openxmlformats.org/package/2006/metadata/core-properties"/>
    <ds:schemaRef ds:uri="http://schemas.microsoft.com/office/infopath/2007/PartnerControls"/>
    <ds:schemaRef ds:uri="2b275ce2-ac1e-455c-bcae-a7cb97322175"/>
    <ds:schemaRef ds:uri="2b3cf0de-743a-4f47-a769-44c655962805"/>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694</TotalTime>
  <Words>1179</Words>
  <Application>Microsoft Macintosh PowerPoint</Application>
  <PresentationFormat>Widescreen</PresentationFormat>
  <Paragraphs>239</Paragraphs>
  <Slides>8</Slides>
  <Notes>4</Notes>
  <HiddenSlides>0</HiddenSlides>
  <MMClips>0</MMClips>
  <ScaleCrop>false</ScaleCrop>
  <HeadingPairs>
    <vt:vector size="10"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8</vt:i4>
      </vt:variant>
      <vt:variant>
        <vt:lpstr>Custom Shows</vt:lpstr>
      </vt:variant>
      <vt:variant>
        <vt:i4>1</vt:i4>
      </vt:variant>
    </vt:vector>
  </HeadingPairs>
  <TitlesOfParts>
    <vt:vector size="16" baseType="lpstr">
      <vt:lpstr>Arial</vt:lpstr>
      <vt:lpstr>Poppins</vt:lpstr>
      <vt:lpstr>Poppins Medium</vt:lpstr>
      <vt:lpstr>Trebuchet MS</vt:lpstr>
      <vt:lpstr>Wingdings</vt:lpstr>
      <vt:lpstr>MBB Grid 16:9</vt:lpstr>
      <vt:lpstr>think-cell Slide</vt:lpstr>
      <vt:lpstr>PowerPoint Presentation</vt:lpstr>
      <vt:lpstr>Integrating ESG Risks Into Credit Assessment: Sustainability Use Case</vt:lpstr>
      <vt:lpstr>Overall Process Pipeline</vt:lpstr>
      <vt:lpstr>LLM Use Case: Extraction from Sustainability Reports </vt:lpstr>
      <vt:lpstr>LLM Use Case: Extraction from Sustainability Reports </vt:lpstr>
      <vt:lpstr>Conclusion &amp; Next Steps</vt:lpstr>
      <vt:lpstr>PowerPoint Presentation</vt:lpstr>
      <vt:lpstr>Appendix: LLM Prompt Evolution</vt:lpstr>
      <vt:lpstr>Format Guide Workshop</vt:lpstr>
    </vt:vector>
  </TitlesOfParts>
  <Company>Maybank Singapore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 YI HAN JUSTIN</dc:creator>
  <cp:lastModifiedBy>Yu Seung Gyun</cp:lastModifiedBy>
  <cp:revision>84</cp:revision>
  <cp:lastPrinted>1999-12-31T16:00:00Z</cp:lastPrinted>
  <dcterms:created xsi:type="dcterms:W3CDTF">2025-02-25T01:55:08Z</dcterms:created>
  <dcterms:modified xsi:type="dcterms:W3CDTF">2025-04-29T15:22:34Z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ContentTypeId">
    <vt:lpwstr>0x010100F80F42E8296E674EA5048ED2000C7D5C</vt:lpwstr>
  </property>
  <property fmtid="{D5CDD505-2E9C-101B-9397-08002B2CF9AE}" pid="8" name="MediaServiceImageTags">
    <vt:lpwstr/>
  </property>
  <property fmtid="{D5CDD505-2E9C-101B-9397-08002B2CF9AE}" pid="9" name="MSIP_Label_b0d5c4f4-7a29-4385-b7a5-afbe2154ae6f_Enabled">
    <vt:lpwstr>true</vt:lpwstr>
  </property>
  <property fmtid="{D5CDD505-2E9C-101B-9397-08002B2CF9AE}" pid="10" name="MSIP_Label_b0d5c4f4-7a29-4385-b7a5-afbe2154ae6f_Method">
    <vt:lpwstr>Standard</vt:lpwstr>
  </property>
  <property fmtid="{D5CDD505-2E9C-101B-9397-08002B2CF9AE}" pid="11" name="MSIP_Label_b0d5c4f4-7a29-4385-b7a5-afbe2154ae6f_Name">
    <vt:lpwstr>Confidential</vt:lpwstr>
  </property>
  <property fmtid="{D5CDD505-2E9C-101B-9397-08002B2CF9AE}" pid="12" name="MSIP_Label_b0d5c4f4-7a29-4385-b7a5-afbe2154ae6f_SiteId">
    <vt:lpwstr>2dfb2f0b-4d21-4268-9559-72926144c918</vt:lpwstr>
  </property>
  <property fmtid="{D5CDD505-2E9C-101B-9397-08002B2CF9AE}" pid="13" name="MSIP_Label_b0d5c4f4-7a29-4385-b7a5-afbe2154ae6f_ActionId">
    <vt:lpwstr>9eed06d6-5e62-4263-a3a6-8af0ba4d5bb5</vt:lpwstr>
  </property>
  <property fmtid="{D5CDD505-2E9C-101B-9397-08002B2CF9AE}" pid="14" name="MSIP_Label_b0d5c4f4-7a29-4385-b7a5-afbe2154ae6f_ContentBits">
    <vt:lpwstr>0</vt:lpwstr>
  </property>
  <property fmtid="{D5CDD505-2E9C-101B-9397-08002B2CF9AE}" pid="15" name="bcgClassification">
    <vt:lpwstr>bcgConfidential</vt:lpwstr>
  </property>
  <property fmtid="{D5CDD505-2E9C-101B-9397-08002B2CF9AE}" pid="16" name="MSIP_Label_b0d5c4f4-7a29-4385-b7a5-afbe2154ae6f_SetDate">
    <vt:lpwstr>2022-08-16T09:35:56Z</vt:lpwstr>
  </property>
</Properties>
</file>