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359" r:id="rId2"/>
    <p:sldId id="355" r:id="rId3"/>
    <p:sldId id="362" r:id="rId4"/>
    <p:sldId id="3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D1B364F-2371-4101-B2D2-5F385C3245E2}">
          <p14:sldIdLst>
            <p14:sldId id="359"/>
            <p14:sldId id="355"/>
            <p14:sldId id="362"/>
            <p14:sldId id="360"/>
          </p14:sldIdLst>
        </p14:section>
        <p14:section name="Appendix" id="{AE025130-7A99-41D4-B522-ED095CB2199D}">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F00"/>
    <a:srgbClr val="44546A"/>
    <a:srgbClr val="ED7D31"/>
    <a:srgbClr val="E7E6E6"/>
    <a:srgbClr val="C55A11"/>
    <a:srgbClr val="FBE5D6"/>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autoAdjust="0"/>
    <p:restoredTop sz="96362" autoAdjust="0"/>
  </p:normalViewPr>
  <p:slideViewPr>
    <p:cSldViewPr snapToGrid="0">
      <p:cViewPr varScale="1">
        <p:scale>
          <a:sx n="127" d="100"/>
          <a:sy n="127" d="100"/>
        </p:scale>
        <p:origin x="1192" y="19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C7BA36-E0FD-4E0A-B8DA-A9E7499AD2FB}" type="datetimeFigureOut">
              <a:rPr lang="en-SG" smtClean="0"/>
              <a:t>30/4/25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7019E-F4A4-4968-85F6-64D7E022BA11}" type="slidenum">
              <a:rPr lang="en-SG" smtClean="0"/>
              <a:t>‹#›</a:t>
            </a:fld>
            <a:endParaRPr lang="en-SG"/>
          </a:p>
        </p:txBody>
      </p:sp>
    </p:spTree>
    <p:extLst>
      <p:ext uri="{BB962C8B-B14F-4D97-AF65-F5344CB8AC3E}">
        <p14:creationId xmlns:p14="http://schemas.microsoft.com/office/powerpoint/2010/main" val="2677881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Main Cov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5288B3EB-F9F7-C740-BB9A-F0CE75052D7B}"/>
              </a:ext>
            </a:extLst>
          </p:cNvPr>
          <p:cNvSpPr>
            <a:spLocks noGrp="1"/>
          </p:cNvSpPr>
          <p:nvPr>
            <p:ph type="body" sz="quarter" idx="13" hasCustomPrompt="1"/>
          </p:nvPr>
        </p:nvSpPr>
        <p:spPr>
          <a:xfrm>
            <a:off x="585788" y="2559050"/>
            <a:ext cx="10082212" cy="652463"/>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Insert Date / Document Version</a:t>
            </a:r>
          </a:p>
        </p:txBody>
      </p:sp>
      <p:sp>
        <p:nvSpPr>
          <p:cNvPr id="2" name="Title 1">
            <a:extLst>
              <a:ext uri="{FF2B5EF4-FFF2-40B4-BE49-F238E27FC236}">
                <a16:creationId xmlns:a16="http://schemas.microsoft.com/office/drawing/2014/main" id="{6D697E39-371E-3E4F-9B2B-838C37523B1B}"/>
              </a:ext>
            </a:extLst>
          </p:cNvPr>
          <p:cNvSpPr>
            <a:spLocks noGrp="1"/>
          </p:cNvSpPr>
          <p:nvPr>
            <p:ph type="ctrTitle"/>
          </p:nvPr>
        </p:nvSpPr>
        <p:spPr>
          <a:xfrm>
            <a:off x="585833" y="1198895"/>
            <a:ext cx="10082167" cy="719707"/>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6E6BC8A-8225-4646-9D45-3F467B2F0056}"/>
              </a:ext>
            </a:extLst>
          </p:cNvPr>
          <p:cNvSpPr>
            <a:spLocks noGrp="1"/>
          </p:cNvSpPr>
          <p:nvPr>
            <p:ph type="subTitle" idx="1"/>
          </p:nvPr>
        </p:nvSpPr>
        <p:spPr>
          <a:xfrm>
            <a:off x="585833" y="1949419"/>
            <a:ext cx="10082167" cy="578279"/>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10" name="Group 9">
            <a:extLst>
              <a:ext uri="{FF2B5EF4-FFF2-40B4-BE49-F238E27FC236}">
                <a16:creationId xmlns:a16="http://schemas.microsoft.com/office/drawing/2014/main" id="{A98975D2-EAD6-7C4A-BB27-8110683CB786}"/>
              </a:ext>
            </a:extLst>
          </p:cNvPr>
          <p:cNvGrpSpPr/>
          <p:nvPr userDrawn="1"/>
        </p:nvGrpSpPr>
        <p:grpSpPr>
          <a:xfrm>
            <a:off x="450360" y="3744893"/>
            <a:ext cx="2060103" cy="753352"/>
            <a:chOff x="450360" y="3744893"/>
            <a:chExt cx="2060103" cy="753352"/>
          </a:xfrm>
        </p:grpSpPr>
        <p:pic>
          <p:nvPicPr>
            <p:cNvPr id="11" name="Picture 10">
              <a:extLst>
                <a:ext uri="{FF2B5EF4-FFF2-40B4-BE49-F238E27FC236}">
                  <a16:creationId xmlns:a16="http://schemas.microsoft.com/office/drawing/2014/main" id="{F72CFCFB-D349-F245-99FE-E8ED5C4E2D0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5352" y="3744893"/>
              <a:ext cx="1837959" cy="498965"/>
            </a:xfrm>
            <a:prstGeom prst="rect">
              <a:avLst/>
            </a:prstGeom>
          </p:spPr>
        </p:pic>
        <p:sp>
          <p:nvSpPr>
            <p:cNvPr id="12" name="TextBox 11">
              <a:extLst>
                <a:ext uri="{FF2B5EF4-FFF2-40B4-BE49-F238E27FC236}">
                  <a16:creationId xmlns:a16="http://schemas.microsoft.com/office/drawing/2014/main" id="{935158BB-F8D5-B54D-B2ED-0168792F8B28}"/>
                </a:ext>
              </a:extLst>
            </p:cNvPr>
            <p:cNvSpPr txBox="1"/>
            <p:nvPr/>
          </p:nvSpPr>
          <p:spPr>
            <a:xfrm>
              <a:off x="450360" y="4244329"/>
              <a:ext cx="2060103" cy="253916"/>
            </a:xfrm>
            <a:prstGeom prst="rect">
              <a:avLst/>
            </a:prstGeom>
            <a:noFill/>
          </p:spPr>
          <p:txBody>
            <a:bodyPr wrap="square" rtlCol="0">
              <a:spAutoFit/>
            </a:bodyPr>
            <a:lstStyle/>
            <a:p>
              <a:pPr algn="r"/>
              <a:r>
                <a:rPr lang="en-US" sz="1050" dirty="0">
                  <a:latin typeface="Trebuchet MS" panose="020B0603020202020204" pitchFamily="34" charset="0"/>
                </a:rPr>
                <a:t>Humanising Financial Services</a:t>
              </a:r>
            </a:p>
          </p:txBody>
        </p:sp>
      </p:grpSp>
      <p:sp>
        <p:nvSpPr>
          <p:cNvPr id="4" name="Footer Placeholder 3">
            <a:extLst>
              <a:ext uri="{FF2B5EF4-FFF2-40B4-BE49-F238E27FC236}">
                <a16:creationId xmlns:a16="http://schemas.microsoft.com/office/drawing/2014/main" id="{F08099C8-7697-9C4D-8D32-53526BB3ED8B}"/>
              </a:ext>
            </a:extLst>
          </p:cNvPr>
          <p:cNvSpPr>
            <a:spLocks noGrp="1"/>
          </p:cNvSpPr>
          <p:nvPr>
            <p:ph type="ftr" sz="quarter" idx="14"/>
          </p:nvPr>
        </p:nvSpPr>
        <p:spPr>
          <a:xfrm>
            <a:off x="6986556" y="117070"/>
            <a:ext cx="4966748" cy="360000"/>
          </a:xfrm>
        </p:spPr>
        <p:txBody>
          <a:bodyPr anchor="b" anchorCtr="0"/>
          <a:lstStyle>
            <a:lvl1pPr>
              <a:defRPr sz="1200">
                <a:solidFill>
                  <a:schemeClr val="tx1">
                    <a:lumMod val="95000"/>
                    <a:lumOff val="5000"/>
                  </a:schemeClr>
                </a:solidFill>
              </a:defRPr>
            </a:lvl1pPr>
          </a:lstStyle>
          <a:p>
            <a:endParaRPr lang="en-US" dirty="0"/>
          </a:p>
        </p:txBody>
      </p:sp>
      <p:sp>
        <p:nvSpPr>
          <p:cNvPr id="5" name="Slide Number Placeholder 4">
            <a:extLst>
              <a:ext uri="{FF2B5EF4-FFF2-40B4-BE49-F238E27FC236}">
                <a16:creationId xmlns:a16="http://schemas.microsoft.com/office/drawing/2014/main" id="{761F157F-E773-9E40-95D1-79F17798E5A0}"/>
              </a:ext>
            </a:extLst>
          </p:cNvPr>
          <p:cNvSpPr>
            <a:spLocks noGrp="1"/>
          </p:cNvSpPr>
          <p:nvPr>
            <p:ph type="sldNum" sz="quarter" idx="15"/>
          </p:nvPr>
        </p:nvSpPr>
        <p:spPr/>
        <p:txBody>
          <a:bodyPr/>
          <a:lstStyle/>
          <a:p>
            <a:fld id="{7C03E8FC-7EBD-BF42-9ED4-90D4B1E23A24}" type="slidenum">
              <a:rPr lang="en-US" smtClean="0"/>
              <a:pPr/>
              <a:t>‹#›</a:t>
            </a:fld>
            <a:endParaRPr lang="en-US" dirty="0"/>
          </a:p>
        </p:txBody>
      </p:sp>
      <p:sp>
        <p:nvSpPr>
          <p:cNvPr id="13" name="Rectangle 12"/>
          <p:cNvSpPr/>
          <p:nvPr userDrawn="1"/>
        </p:nvSpPr>
        <p:spPr>
          <a:xfrm>
            <a:off x="6986556" y="507887"/>
            <a:ext cx="5021766" cy="523220"/>
          </a:xfrm>
          <a:prstGeom prst="rect">
            <a:avLst/>
          </a:prstGeom>
        </p:spPr>
        <p:txBody>
          <a:bodyPr wrap="square">
            <a:spAutoFit/>
          </a:bodyPr>
          <a:lstStyle/>
          <a:p>
            <a:pPr algn="just"/>
            <a:r>
              <a:rPr lang="en-MY" sz="700" i="1" dirty="0"/>
              <a:t>Disclaimer: The contents of this document/information remain the intellectual property of Maybank and no part of this is to be reproduced or transmitted in any form or by any means, including electronically, photocopying, recording or in any information storage and retrieval system without the permission in writing from Maybank. The contents of this document/information are confidential and its circulation and use are restricted.</a:t>
            </a:r>
          </a:p>
        </p:txBody>
      </p:sp>
    </p:spTree>
    <p:extLst>
      <p:ext uri="{BB962C8B-B14F-4D97-AF65-F5344CB8AC3E}">
        <p14:creationId xmlns:p14="http://schemas.microsoft.com/office/powerpoint/2010/main" val="1614037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97E39-371E-3E4F-9B2B-838C37523B1B}"/>
              </a:ext>
            </a:extLst>
          </p:cNvPr>
          <p:cNvSpPr>
            <a:spLocks noGrp="1"/>
          </p:cNvSpPr>
          <p:nvPr>
            <p:ph type="ctrTitle"/>
          </p:nvPr>
        </p:nvSpPr>
        <p:spPr>
          <a:xfrm>
            <a:off x="585833" y="2157326"/>
            <a:ext cx="10082167" cy="719707"/>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6E6BC8A-8225-4646-9D45-3F467B2F0056}"/>
              </a:ext>
            </a:extLst>
          </p:cNvPr>
          <p:cNvSpPr>
            <a:spLocks noGrp="1"/>
          </p:cNvSpPr>
          <p:nvPr>
            <p:ph type="subTitle" idx="1"/>
          </p:nvPr>
        </p:nvSpPr>
        <p:spPr>
          <a:xfrm>
            <a:off x="585833" y="2877504"/>
            <a:ext cx="10082167" cy="578279"/>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10" name="Group 9">
            <a:extLst>
              <a:ext uri="{FF2B5EF4-FFF2-40B4-BE49-F238E27FC236}">
                <a16:creationId xmlns:a16="http://schemas.microsoft.com/office/drawing/2014/main" id="{A98975D2-EAD6-7C4A-BB27-8110683CB786}"/>
              </a:ext>
            </a:extLst>
          </p:cNvPr>
          <p:cNvGrpSpPr/>
          <p:nvPr userDrawn="1"/>
        </p:nvGrpSpPr>
        <p:grpSpPr>
          <a:xfrm>
            <a:off x="450360" y="3744893"/>
            <a:ext cx="2060103" cy="753352"/>
            <a:chOff x="450360" y="3744893"/>
            <a:chExt cx="2060103" cy="753352"/>
          </a:xfrm>
        </p:grpSpPr>
        <p:pic>
          <p:nvPicPr>
            <p:cNvPr id="11" name="Picture 10">
              <a:extLst>
                <a:ext uri="{FF2B5EF4-FFF2-40B4-BE49-F238E27FC236}">
                  <a16:creationId xmlns:a16="http://schemas.microsoft.com/office/drawing/2014/main" id="{F72CFCFB-D349-F245-99FE-E8ED5C4E2D0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5352" y="3744893"/>
              <a:ext cx="1837959" cy="498965"/>
            </a:xfrm>
            <a:prstGeom prst="rect">
              <a:avLst/>
            </a:prstGeom>
          </p:spPr>
        </p:pic>
        <p:sp>
          <p:nvSpPr>
            <p:cNvPr id="12" name="TextBox 11">
              <a:extLst>
                <a:ext uri="{FF2B5EF4-FFF2-40B4-BE49-F238E27FC236}">
                  <a16:creationId xmlns:a16="http://schemas.microsoft.com/office/drawing/2014/main" id="{935158BB-F8D5-B54D-B2ED-0168792F8B28}"/>
                </a:ext>
              </a:extLst>
            </p:cNvPr>
            <p:cNvSpPr txBox="1"/>
            <p:nvPr/>
          </p:nvSpPr>
          <p:spPr>
            <a:xfrm>
              <a:off x="450360" y="4244329"/>
              <a:ext cx="2060103" cy="253916"/>
            </a:xfrm>
            <a:prstGeom prst="rect">
              <a:avLst/>
            </a:prstGeom>
            <a:noFill/>
          </p:spPr>
          <p:txBody>
            <a:bodyPr wrap="square" rtlCol="0">
              <a:spAutoFit/>
            </a:bodyPr>
            <a:lstStyle/>
            <a:p>
              <a:pPr algn="r"/>
              <a:r>
                <a:rPr lang="en-US" sz="1050" dirty="0">
                  <a:latin typeface="Trebuchet MS" panose="020B0603020202020204" pitchFamily="34" charset="0"/>
                </a:rPr>
                <a:t>Humanising Financial Services</a:t>
              </a:r>
            </a:p>
          </p:txBody>
        </p:sp>
      </p:grpSp>
    </p:spTree>
    <p:extLst>
      <p:ext uri="{BB962C8B-B14F-4D97-AF65-F5344CB8AC3E}">
        <p14:creationId xmlns:p14="http://schemas.microsoft.com/office/powerpoint/2010/main" val="2405633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A3A49C1-9F07-0546-8795-7B7F6C43B296}"/>
              </a:ext>
            </a:extLst>
          </p:cNvPr>
          <p:cNvSpPr>
            <a:spLocks noGrp="1"/>
          </p:cNvSpPr>
          <p:nvPr>
            <p:ph type="ftr" sz="quarter" idx="11"/>
          </p:nvPr>
        </p:nvSpPr>
        <p:spPr>
          <a:xfrm>
            <a:off x="9278470" y="6356350"/>
            <a:ext cx="2196423" cy="360000"/>
          </a:xfrm>
        </p:spPr>
        <p:txBody>
          <a:bodyPr/>
          <a:lstStyle/>
          <a:p>
            <a:endParaRPr lang="en-US" dirty="0"/>
          </a:p>
        </p:txBody>
      </p:sp>
      <p:sp>
        <p:nvSpPr>
          <p:cNvPr id="2" name="Title 1">
            <a:extLst>
              <a:ext uri="{FF2B5EF4-FFF2-40B4-BE49-F238E27FC236}">
                <a16:creationId xmlns:a16="http://schemas.microsoft.com/office/drawing/2014/main" id="{F139850A-F6DE-1D46-9625-12E77732FE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A68836-95DD-6444-8A3B-102219EAF7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C83759C-430A-DD4E-9729-2D88B7CF07AC}"/>
              </a:ext>
            </a:extLst>
          </p:cNvPr>
          <p:cNvSpPr>
            <a:spLocks noGrp="1"/>
          </p:cNvSpPr>
          <p:nvPr>
            <p:ph type="sldNum" sz="quarter" idx="12"/>
          </p:nvPr>
        </p:nvSpPr>
        <p:spPr>
          <a:xfrm>
            <a:off x="11508806" y="6356350"/>
            <a:ext cx="270000" cy="360000"/>
          </a:xfrm>
        </p:spPr>
        <p:txBody>
          <a:bodyPr/>
          <a:lstStyle/>
          <a:p>
            <a:fld id="{7C03E8FC-7EBD-BF42-9ED4-90D4B1E23A24}" type="slidenum">
              <a:rPr lang="en-US" smtClean="0"/>
              <a:t>‹#›</a:t>
            </a:fld>
            <a:endParaRPr lang="en-US" dirty="0"/>
          </a:p>
        </p:txBody>
      </p:sp>
      <p:sp>
        <p:nvSpPr>
          <p:cNvPr id="8" name="Text Placeholder 7"/>
          <p:cNvSpPr>
            <a:spLocks noGrp="1"/>
          </p:cNvSpPr>
          <p:nvPr>
            <p:ph type="body" sz="quarter" idx="13" hasCustomPrompt="1"/>
          </p:nvPr>
        </p:nvSpPr>
        <p:spPr>
          <a:xfrm>
            <a:off x="504825" y="6411593"/>
            <a:ext cx="2974975" cy="25241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2167312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w/o pictur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C19CAAEA-73C2-F242-89DF-673AAD3BE9B6}"/>
              </a:ext>
            </a:extLst>
          </p:cNvPr>
          <p:cNvSpPr>
            <a:spLocks noGrp="1"/>
          </p:cNvSpPr>
          <p:nvPr>
            <p:ph type="body" sz="quarter" idx="13"/>
          </p:nvPr>
        </p:nvSpPr>
        <p:spPr>
          <a:xfrm>
            <a:off x="4781550" y="2378075"/>
            <a:ext cx="6135688" cy="1389063"/>
          </a:xfrm>
        </p:spPr>
        <p:txBody>
          <a:bodyPr/>
          <a:lstStyle>
            <a:lvl1pPr marL="0" indent="0">
              <a:buNone/>
              <a:defRPr>
                <a:solidFill>
                  <a:srgbClr val="C0C0C8"/>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5" name="Footer Placeholder 4">
            <a:extLst>
              <a:ext uri="{FF2B5EF4-FFF2-40B4-BE49-F238E27FC236}">
                <a16:creationId xmlns:a16="http://schemas.microsoft.com/office/drawing/2014/main" id="{9A3A49C1-9F07-0546-8795-7B7F6C43B296}"/>
              </a:ext>
            </a:extLst>
          </p:cNvPr>
          <p:cNvSpPr>
            <a:spLocks noGrp="1"/>
          </p:cNvSpPr>
          <p:nvPr>
            <p:ph type="ftr" sz="quarter" idx="11"/>
          </p:nvPr>
        </p:nvSpPr>
        <p:spPr>
          <a:xfrm>
            <a:off x="9278470" y="6356350"/>
            <a:ext cx="2196423" cy="360000"/>
          </a:xfrm>
        </p:spPr>
        <p:txBody>
          <a:bodyPr/>
          <a:lstStyle/>
          <a:p>
            <a:endParaRPr lang="en-US" dirty="0"/>
          </a:p>
        </p:txBody>
      </p:sp>
      <p:sp>
        <p:nvSpPr>
          <p:cNvPr id="2" name="Title 1">
            <a:extLst>
              <a:ext uri="{FF2B5EF4-FFF2-40B4-BE49-F238E27FC236}">
                <a16:creationId xmlns:a16="http://schemas.microsoft.com/office/drawing/2014/main" id="{F139850A-F6DE-1D46-9625-12E77732FE01}"/>
              </a:ext>
            </a:extLst>
          </p:cNvPr>
          <p:cNvSpPr>
            <a:spLocks noGrp="1"/>
          </p:cNvSpPr>
          <p:nvPr>
            <p:ph type="title" hasCustomPrompt="1"/>
          </p:nvPr>
        </p:nvSpPr>
        <p:spPr/>
        <p:txBody>
          <a:bodyPr/>
          <a:lstStyle>
            <a:lvl1pPr>
              <a:defRPr/>
            </a:lvl1pPr>
          </a:lstStyle>
          <a:p>
            <a:r>
              <a:rPr lang="en-US" dirty="0"/>
              <a:t>Divider w/o picture</a:t>
            </a:r>
          </a:p>
        </p:txBody>
      </p:sp>
      <p:sp>
        <p:nvSpPr>
          <p:cNvPr id="6" name="Slide Number Placeholder 5">
            <a:extLst>
              <a:ext uri="{FF2B5EF4-FFF2-40B4-BE49-F238E27FC236}">
                <a16:creationId xmlns:a16="http://schemas.microsoft.com/office/drawing/2014/main" id="{BC83759C-430A-DD4E-9729-2D88B7CF07AC}"/>
              </a:ext>
            </a:extLst>
          </p:cNvPr>
          <p:cNvSpPr>
            <a:spLocks noGrp="1"/>
          </p:cNvSpPr>
          <p:nvPr>
            <p:ph type="sldNum" sz="quarter" idx="12"/>
          </p:nvPr>
        </p:nvSpPr>
        <p:spPr>
          <a:xfrm>
            <a:off x="11508806" y="6356350"/>
            <a:ext cx="270000" cy="360000"/>
          </a:xfrm>
        </p:spPr>
        <p:txBody>
          <a:bodyPr/>
          <a:lstStyle/>
          <a:p>
            <a:fld id="{7C03E8FC-7EBD-BF42-9ED4-90D4B1E23A24}" type="slidenum">
              <a:rPr lang="en-US" smtClean="0"/>
              <a:t>‹#›</a:t>
            </a:fld>
            <a:endParaRPr lang="en-US" dirty="0"/>
          </a:p>
        </p:txBody>
      </p:sp>
      <p:grpSp>
        <p:nvGrpSpPr>
          <p:cNvPr id="7" name="Group 6">
            <a:extLst>
              <a:ext uri="{FF2B5EF4-FFF2-40B4-BE49-F238E27FC236}">
                <a16:creationId xmlns:a16="http://schemas.microsoft.com/office/drawing/2014/main" id="{ECDFFBDC-318D-3F4B-8882-A65DFD277D6F}"/>
              </a:ext>
            </a:extLst>
          </p:cNvPr>
          <p:cNvGrpSpPr/>
          <p:nvPr userDrawn="1"/>
        </p:nvGrpSpPr>
        <p:grpSpPr>
          <a:xfrm>
            <a:off x="1335505" y="1987277"/>
            <a:ext cx="2959768" cy="2825955"/>
            <a:chOff x="2743200" y="3200400"/>
            <a:chExt cx="3886200" cy="3886200"/>
          </a:xfrm>
        </p:grpSpPr>
        <p:sp>
          <p:nvSpPr>
            <p:cNvPr id="8" name="Oval 7">
              <a:extLst>
                <a:ext uri="{FF2B5EF4-FFF2-40B4-BE49-F238E27FC236}">
                  <a16:creationId xmlns:a16="http://schemas.microsoft.com/office/drawing/2014/main" id="{DA268088-0802-7149-8E40-18E4EE20A607}"/>
                </a:ext>
              </a:extLst>
            </p:cNvPr>
            <p:cNvSpPr/>
            <p:nvPr/>
          </p:nvSpPr>
          <p:spPr>
            <a:xfrm>
              <a:off x="2743200" y="3200400"/>
              <a:ext cx="3886200" cy="3886200"/>
            </a:xfrm>
            <a:prstGeom prst="ellipse">
              <a:avLst/>
            </a:prstGeom>
            <a:solidFill>
              <a:srgbClr val="FFC800"/>
            </a:solidFill>
            <a:ln w="254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371600" eaLnBrk="1" fontAlgn="auto" latinLnBrk="0" hangingPunct="1">
                <a:lnSpc>
                  <a:spcPct val="100000"/>
                </a:lnSpc>
                <a:spcBef>
                  <a:spcPts val="0"/>
                </a:spcBef>
                <a:spcAft>
                  <a:spcPts val="0"/>
                </a:spcAft>
                <a:buClrTx/>
                <a:buSzTx/>
                <a:buFontTx/>
                <a:buNone/>
                <a:tabLst/>
                <a:defRPr/>
              </a:pPr>
              <a:endParaRPr kumimoji="0" lang="uk-UA" b="0" i="0" u="none" strike="noStrike" kern="0" cap="none" spc="0" normalizeH="0" baseline="0" noProof="0">
                <a:ln>
                  <a:noFill/>
                </a:ln>
                <a:solidFill>
                  <a:srgbClr val="0A091B"/>
                </a:solidFill>
                <a:effectLst/>
                <a:uLnTx/>
                <a:uFillTx/>
                <a:latin typeface="Trebuchet MS" panose="020B0603020202020204" pitchFamily="34" charset="0"/>
                <a:cs typeface="Arial" panose="020B0604020202020204" pitchFamily="34" charset="0"/>
              </a:endParaRPr>
            </a:p>
          </p:txBody>
        </p:sp>
        <p:sp>
          <p:nvSpPr>
            <p:cNvPr id="9" name="Freeform 8">
              <a:extLst>
                <a:ext uri="{FF2B5EF4-FFF2-40B4-BE49-F238E27FC236}">
                  <a16:creationId xmlns:a16="http://schemas.microsoft.com/office/drawing/2014/main" id="{54C67207-558A-2748-8761-EBE162DE7E71}"/>
                </a:ext>
              </a:extLst>
            </p:cNvPr>
            <p:cNvSpPr>
              <a:spLocks noEditPoints="1"/>
            </p:cNvSpPr>
            <p:nvPr/>
          </p:nvSpPr>
          <p:spPr bwMode="auto">
            <a:xfrm>
              <a:off x="4008516" y="4381500"/>
              <a:ext cx="1355568" cy="1266824"/>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solidFill>
              <a:srgbClr val="F2F2F5"/>
            </a:solidFill>
            <a:ln>
              <a:noFill/>
            </a:ln>
          </p:spPr>
          <p:txBody>
            <a:bodyPr vert="horz" wrap="square" lIns="91440" tIns="45720" rIns="91440" bIns="45720" numCol="1" anchor="t" anchorCtr="0" compatLnSpc="1">
              <a:prstTxWarp prst="textNoShape">
                <a:avLst/>
              </a:prstTxWarp>
            </a:bodyPr>
            <a:lstStyle/>
            <a:p>
              <a:pPr marL="0" marR="0" lvl="0" indent="0" defTabSz="1371600" eaLnBrk="1" fontAlgn="auto" latinLnBrk="0" hangingPunct="1">
                <a:lnSpc>
                  <a:spcPct val="100000"/>
                </a:lnSpc>
                <a:spcBef>
                  <a:spcPts val="0"/>
                </a:spcBef>
                <a:spcAft>
                  <a:spcPts val="0"/>
                </a:spcAft>
                <a:buClrTx/>
                <a:buSzTx/>
                <a:buFontTx/>
                <a:buNone/>
                <a:tabLst/>
                <a:defRPr/>
              </a:pPr>
              <a:endParaRPr kumimoji="0" lang="uk-UA" b="0" i="0" u="none" strike="noStrike" kern="0" cap="none" spc="0" normalizeH="0" baseline="0" noProof="0">
                <a:ln>
                  <a:noFill/>
                </a:ln>
                <a:solidFill>
                  <a:srgbClr val="0A091B"/>
                </a:solidFill>
                <a:effectLst/>
                <a:uLnTx/>
                <a:uFillTx/>
                <a:latin typeface="Trebuchet MS" panose="020B0603020202020204" pitchFamily="34" charset="0"/>
                <a:cs typeface="Arial" panose="020B0604020202020204" pitchFamily="34" charset="0"/>
              </a:endParaRPr>
            </a:p>
          </p:txBody>
        </p:sp>
      </p:grpSp>
      <p:sp>
        <p:nvSpPr>
          <p:cNvPr id="4" name="Text Placeholder 3"/>
          <p:cNvSpPr>
            <a:spLocks noGrp="1"/>
          </p:cNvSpPr>
          <p:nvPr>
            <p:ph type="body" sz="quarter" idx="14" hasCustomPrompt="1"/>
          </p:nvPr>
        </p:nvSpPr>
        <p:spPr>
          <a:xfrm>
            <a:off x="504825" y="6356350"/>
            <a:ext cx="30257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986956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750" fill="hold"/>
                                        <p:tgtEl>
                                          <p:spTgt spid="7"/>
                                        </p:tgtEl>
                                        <p:attrNameLst>
                                          <p:attrName>ppt_w</p:attrName>
                                        </p:attrNameLst>
                                      </p:cBhvr>
                                      <p:tavLst>
                                        <p:tav tm="0">
                                          <p:val>
                                            <p:fltVal val="0"/>
                                          </p:val>
                                        </p:tav>
                                        <p:tav tm="100000">
                                          <p:val>
                                            <p:strVal val="#ppt_w"/>
                                          </p:val>
                                        </p:tav>
                                      </p:tavLst>
                                    </p:anim>
                                    <p:anim calcmode="lin" valueType="num">
                                      <p:cBhvr>
                                        <p:cTn id="8" dur="750" fill="hold"/>
                                        <p:tgtEl>
                                          <p:spTgt spid="7"/>
                                        </p:tgtEl>
                                        <p:attrNameLst>
                                          <p:attrName>ppt_h</p:attrName>
                                        </p:attrNameLst>
                                      </p:cBhvr>
                                      <p:tavLst>
                                        <p:tav tm="0">
                                          <p:val>
                                            <p:fltVal val="0"/>
                                          </p:val>
                                        </p:tav>
                                        <p:tav tm="100000">
                                          <p:val>
                                            <p:strVal val="#ppt_h"/>
                                          </p:val>
                                        </p:tav>
                                      </p:tavLst>
                                    </p:anim>
                                    <p:anim calcmode="lin" valueType="num">
                                      <p:cBhvr>
                                        <p:cTn id="9" dur="750" fill="hold"/>
                                        <p:tgtEl>
                                          <p:spTgt spid="7"/>
                                        </p:tgtEl>
                                        <p:attrNameLst>
                                          <p:attrName>style.rotation</p:attrName>
                                        </p:attrNameLst>
                                      </p:cBhvr>
                                      <p:tavLst>
                                        <p:tav tm="0">
                                          <p:val>
                                            <p:fltVal val="360"/>
                                          </p:val>
                                        </p:tav>
                                        <p:tav tm="100000">
                                          <p:val>
                                            <p:fltVal val="0"/>
                                          </p:val>
                                        </p:tav>
                                      </p:tavLst>
                                    </p:anim>
                                    <p:animEffect transition="in" filter="fade">
                                      <p:cBhvr>
                                        <p:cTn id="10"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with pictur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5B390E-C77E-7C41-B22A-A0D2E61CCC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4405" y="1532515"/>
            <a:ext cx="7315201" cy="4480309"/>
          </a:xfrm>
          <a:prstGeom prst="rect">
            <a:avLst/>
          </a:prstGeom>
          <a:effectLst>
            <a:outerShdw blurRad="190500" dist="76200" dir="5400000" algn="t" rotWithShape="0">
              <a:prstClr val="black">
                <a:alpha val="14000"/>
              </a:prstClr>
            </a:outerShdw>
          </a:effectLst>
        </p:spPr>
      </p:pic>
      <p:sp>
        <p:nvSpPr>
          <p:cNvPr id="11" name="Text Placeholder 10">
            <a:extLst>
              <a:ext uri="{FF2B5EF4-FFF2-40B4-BE49-F238E27FC236}">
                <a16:creationId xmlns:a16="http://schemas.microsoft.com/office/drawing/2014/main" id="{C19CAAEA-73C2-F242-89DF-673AAD3BE9B6}"/>
              </a:ext>
            </a:extLst>
          </p:cNvPr>
          <p:cNvSpPr>
            <a:spLocks noGrp="1"/>
          </p:cNvSpPr>
          <p:nvPr>
            <p:ph type="body" sz="quarter" idx="13" hasCustomPrompt="1"/>
          </p:nvPr>
        </p:nvSpPr>
        <p:spPr>
          <a:xfrm>
            <a:off x="6961792" y="2485939"/>
            <a:ext cx="4727700" cy="813316"/>
          </a:xfrm>
        </p:spPr>
        <p:txBody>
          <a:bodyPr anchor="b"/>
          <a:lstStyle>
            <a:lvl1pPr marL="0" indent="0">
              <a:buNone/>
              <a:defRPr>
                <a:solidFill>
                  <a:schemeClr val="tx1">
                    <a:lumMod val="95000"/>
                    <a:lumOff val="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p:txBody>
      </p:sp>
      <p:sp>
        <p:nvSpPr>
          <p:cNvPr id="5" name="Footer Placeholder 4">
            <a:extLst>
              <a:ext uri="{FF2B5EF4-FFF2-40B4-BE49-F238E27FC236}">
                <a16:creationId xmlns:a16="http://schemas.microsoft.com/office/drawing/2014/main" id="{9A3A49C1-9F07-0546-8795-7B7F6C43B296}"/>
              </a:ext>
            </a:extLst>
          </p:cNvPr>
          <p:cNvSpPr>
            <a:spLocks noGrp="1"/>
          </p:cNvSpPr>
          <p:nvPr>
            <p:ph type="ftr" sz="quarter" idx="11"/>
          </p:nvPr>
        </p:nvSpPr>
        <p:spPr>
          <a:xfrm>
            <a:off x="9278470" y="6356350"/>
            <a:ext cx="2196423" cy="360000"/>
          </a:xfrm>
        </p:spPr>
        <p:txBody>
          <a:bodyPr/>
          <a:lstStyle/>
          <a:p>
            <a:endParaRPr lang="en-US" dirty="0"/>
          </a:p>
        </p:txBody>
      </p:sp>
      <p:sp>
        <p:nvSpPr>
          <p:cNvPr id="2" name="Title 1">
            <a:extLst>
              <a:ext uri="{FF2B5EF4-FFF2-40B4-BE49-F238E27FC236}">
                <a16:creationId xmlns:a16="http://schemas.microsoft.com/office/drawing/2014/main" id="{F139850A-F6DE-1D46-9625-12E77732FE01}"/>
              </a:ext>
            </a:extLst>
          </p:cNvPr>
          <p:cNvSpPr>
            <a:spLocks noGrp="1"/>
          </p:cNvSpPr>
          <p:nvPr>
            <p:ph type="title" hasCustomPrompt="1"/>
          </p:nvPr>
        </p:nvSpPr>
        <p:spPr/>
        <p:txBody>
          <a:bodyPr/>
          <a:lstStyle>
            <a:lvl1pPr>
              <a:defRPr/>
            </a:lvl1pPr>
          </a:lstStyle>
          <a:p>
            <a:r>
              <a:rPr lang="en-US" dirty="0"/>
              <a:t>Divider with picture</a:t>
            </a:r>
          </a:p>
        </p:txBody>
      </p:sp>
      <p:sp>
        <p:nvSpPr>
          <p:cNvPr id="6" name="Slide Number Placeholder 5">
            <a:extLst>
              <a:ext uri="{FF2B5EF4-FFF2-40B4-BE49-F238E27FC236}">
                <a16:creationId xmlns:a16="http://schemas.microsoft.com/office/drawing/2014/main" id="{BC83759C-430A-DD4E-9729-2D88B7CF07AC}"/>
              </a:ext>
            </a:extLst>
          </p:cNvPr>
          <p:cNvSpPr>
            <a:spLocks noGrp="1"/>
          </p:cNvSpPr>
          <p:nvPr>
            <p:ph type="sldNum" sz="quarter" idx="12"/>
          </p:nvPr>
        </p:nvSpPr>
        <p:spPr>
          <a:xfrm>
            <a:off x="11508806" y="6356350"/>
            <a:ext cx="270000" cy="360000"/>
          </a:xfrm>
        </p:spPr>
        <p:txBody>
          <a:bodyPr/>
          <a:lstStyle/>
          <a:p>
            <a:fld id="{7C03E8FC-7EBD-BF42-9ED4-90D4B1E23A24}" type="slidenum">
              <a:rPr lang="en-US" smtClean="0"/>
              <a:t>‹#›</a:t>
            </a:fld>
            <a:endParaRPr lang="en-US"/>
          </a:p>
        </p:txBody>
      </p:sp>
      <p:sp>
        <p:nvSpPr>
          <p:cNvPr id="14" name="Picture Placeholder 13">
            <a:extLst>
              <a:ext uri="{FF2B5EF4-FFF2-40B4-BE49-F238E27FC236}">
                <a16:creationId xmlns:a16="http://schemas.microsoft.com/office/drawing/2014/main" id="{9E64B062-21B0-4D42-BAF2-3D88EA4ABB73}"/>
              </a:ext>
            </a:extLst>
          </p:cNvPr>
          <p:cNvSpPr>
            <a:spLocks noGrp="1"/>
          </p:cNvSpPr>
          <p:nvPr>
            <p:ph type="pic" sz="quarter" idx="14" hasCustomPrompt="1"/>
          </p:nvPr>
        </p:nvSpPr>
        <p:spPr>
          <a:xfrm>
            <a:off x="1012825" y="1964724"/>
            <a:ext cx="5437188" cy="3435951"/>
          </a:xfrm>
        </p:spPr>
        <p:txBody>
          <a:bodyPr anchor="ctr"/>
          <a:lstStyle>
            <a:lvl1pPr marL="0" indent="0" algn="ctr">
              <a:buNone/>
              <a:defRPr/>
            </a:lvl1pPr>
          </a:lstStyle>
          <a:p>
            <a:r>
              <a:rPr lang="en-US" dirty="0"/>
              <a:t>Insert Picture</a:t>
            </a:r>
          </a:p>
        </p:txBody>
      </p:sp>
      <p:sp>
        <p:nvSpPr>
          <p:cNvPr id="17" name="Text Placeholder 16">
            <a:extLst>
              <a:ext uri="{FF2B5EF4-FFF2-40B4-BE49-F238E27FC236}">
                <a16:creationId xmlns:a16="http://schemas.microsoft.com/office/drawing/2014/main" id="{263B176F-1D20-3E47-8649-209AA2AF26B0}"/>
              </a:ext>
            </a:extLst>
          </p:cNvPr>
          <p:cNvSpPr>
            <a:spLocks noGrp="1"/>
          </p:cNvSpPr>
          <p:nvPr>
            <p:ph type="body" sz="quarter" idx="15"/>
          </p:nvPr>
        </p:nvSpPr>
        <p:spPr>
          <a:xfrm>
            <a:off x="6961792" y="3435350"/>
            <a:ext cx="4725383" cy="1001713"/>
          </a:xfrm>
        </p:spPr>
        <p:txBody>
          <a:bodyPr>
            <a:noAutofit/>
          </a:bodyPr>
          <a:lstStyle>
            <a:lvl1pPr marL="0" indent="0">
              <a:buNone/>
              <a:defRPr sz="2000">
                <a:solidFill>
                  <a:srgbClr val="7F7F7F"/>
                </a:solidFill>
              </a:defRPr>
            </a:lvl1pPr>
            <a:lvl2pPr marL="457200" indent="0">
              <a:buNone/>
              <a:defRPr sz="2000">
                <a:solidFill>
                  <a:srgbClr val="7F7F7F"/>
                </a:solidFill>
              </a:defRPr>
            </a:lvl2pPr>
            <a:lvl3pPr marL="914400" indent="0">
              <a:buNone/>
              <a:defRPr sz="2000">
                <a:solidFill>
                  <a:srgbClr val="7F7F7F"/>
                </a:solidFill>
              </a:defRPr>
            </a:lvl3pPr>
            <a:lvl4pPr marL="1371600" indent="0">
              <a:buNone/>
              <a:defRPr sz="2000">
                <a:solidFill>
                  <a:srgbClr val="7F7F7F"/>
                </a:solidFill>
              </a:defRPr>
            </a:lvl4pPr>
            <a:lvl5pPr marL="1828800" indent="0">
              <a:buNone/>
              <a:defRPr sz="2000">
                <a:solidFill>
                  <a:srgbClr val="7F7F7F"/>
                </a:solidFill>
              </a:defRPr>
            </a:lvl5pPr>
          </a:lstStyle>
          <a:p>
            <a:pPr lvl="0"/>
            <a:r>
              <a:rPr lang="en-US"/>
              <a:t>Click to edit Master text styles</a:t>
            </a:r>
          </a:p>
        </p:txBody>
      </p:sp>
      <p:sp>
        <p:nvSpPr>
          <p:cNvPr id="7" name="Text Placeholder 6"/>
          <p:cNvSpPr>
            <a:spLocks noGrp="1"/>
          </p:cNvSpPr>
          <p:nvPr>
            <p:ph type="body" sz="quarter" idx="16" hasCustomPrompt="1"/>
          </p:nvPr>
        </p:nvSpPr>
        <p:spPr>
          <a:xfrm>
            <a:off x="504825" y="6451600"/>
            <a:ext cx="3419475" cy="406400"/>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2612114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x Text + 1x Pic">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C31572B-B7C6-C044-91A0-A25424F1D6EC}"/>
              </a:ext>
            </a:extLst>
          </p:cNvPr>
          <p:cNvSpPr>
            <a:spLocks noGrp="1"/>
          </p:cNvSpPr>
          <p:nvPr>
            <p:ph type="pic" sz="quarter" idx="13"/>
          </p:nvPr>
        </p:nvSpPr>
        <p:spPr>
          <a:xfrm>
            <a:off x="7204075" y="1062038"/>
            <a:ext cx="4484688" cy="5178425"/>
          </a:xfrm>
        </p:spPr>
        <p:txBody>
          <a:bodyPr anchor="ctr"/>
          <a:lstStyle>
            <a:lvl1pPr marL="0" indent="0" algn="ctr">
              <a:buNone/>
              <a:defRPr/>
            </a:lvl1pPr>
          </a:lstStyle>
          <a:p>
            <a:r>
              <a:rPr lang="en-US"/>
              <a:t>Click icon to add picture</a:t>
            </a:r>
          </a:p>
        </p:txBody>
      </p:sp>
      <p:sp>
        <p:nvSpPr>
          <p:cNvPr id="8" name="Footer Placeholder 7">
            <a:extLst>
              <a:ext uri="{FF2B5EF4-FFF2-40B4-BE49-F238E27FC236}">
                <a16:creationId xmlns:a16="http://schemas.microsoft.com/office/drawing/2014/main" id="{9E9578D3-73F5-4B45-880E-D728A04E5519}"/>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E8EB04BC-3E8E-2741-8C53-EE2B482A6F48}"/>
              </a:ext>
            </a:extLst>
          </p:cNvPr>
          <p:cNvSpPr>
            <a:spLocks noGrp="1"/>
          </p:cNvSpPr>
          <p:nvPr>
            <p:ph type="title"/>
          </p:nvPr>
        </p:nvSpPr>
        <p:spPr>
          <a:xfrm>
            <a:off x="504825" y="250215"/>
            <a:ext cx="10412557" cy="584297"/>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C316D93-A762-F242-A2EA-25CE18AA65CA}"/>
              </a:ext>
            </a:extLst>
          </p:cNvPr>
          <p:cNvSpPr>
            <a:spLocks noGrp="1"/>
          </p:cNvSpPr>
          <p:nvPr>
            <p:ph type="body" idx="1" hasCustomPrompt="1"/>
          </p:nvPr>
        </p:nvSpPr>
        <p:spPr>
          <a:xfrm>
            <a:off x="465942" y="1302701"/>
            <a:ext cx="5891996" cy="303677"/>
          </a:xfrm>
        </p:spPr>
        <p:txBody>
          <a:bodyPr anchor="b">
            <a:normAutofit/>
          </a:bodyPr>
          <a:lstStyle>
            <a:lvl1pPr marL="0" indent="0">
              <a:buNone/>
              <a:defRPr sz="1400" b="1">
                <a:solidFill>
                  <a:srgbClr val="59595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EAF8B3DA-4F87-9E44-9E87-E64D2C891546}"/>
              </a:ext>
            </a:extLst>
          </p:cNvPr>
          <p:cNvSpPr>
            <a:spLocks noGrp="1"/>
          </p:cNvSpPr>
          <p:nvPr>
            <p:ph sz="half" idx="2"/>
          </p:nvPr>
        </p:nvSpPr>
        <p:spPr>
          <a:xfrm>
            <a:off x="465942" y="1841157"/>
            <a:ext cx="5891996" cy="4348506"/>
          </a:xfrm>
        </p:spPr>
        <p:txBody>
          <a:bodyPr>
            <a:normAutofit/>
          </a:bodyPr>
          <a:lstStyle>
            <a:lvl1pPr marL="0" indent="0">
              <a:buNone/>
              <a:defRPr sz="1200">
                <a:solidFill>
                  <a:srgbClr val="595959"/>
                </a:solidFill>
              </a:defRPr>
            </a:lvl1pPr>
            <a:lvl2pPr marL="457200" indent="0">
              <a:buNone/>
              <a:defRPr sz="1200">
                <a:solidFill>
                  <a:srgbClr val="595959"/>
                </a:solidFill>
              </a:defRPr>
            </a:lvl2pPr>
            <a:lvl3pPr marL="914400" indent="0">
              <a:buNone/>
              <a:defRPr sz="1200">
                <a:solidFill>
                  <a:srgbClr val="595959"/>
                </a:solidFill>
              </a:defRPr>
            </a:lvl3pPr>
            <a:lvl4pPr marL="1371600" indent="0">
              <a:buNone/>
              <a:defRPr sz="1200">
                <a:solidFill>
                  <a:srgbClr val="595959"/>
                </a:solidFill>
              </a:defRPr>
            </a:lvl4pPr>
            <a:lvl5pPr marL="1828800" indent="0">
              <a:buNone/>
              <a:defRPr sz="12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3486B81E-3E88-4647-9E8D-B2561FD3D768}"/>
              </a:ext>
            </a:extLst>
          </p:cNvPr>
          <p:cNvSpPr>
            <a:spLocks noGrp="1"/>
          </p:cNvSpPr>
          <p:nvPr>
            <p:ph type="sldNum" sz="quarter" idx="12"/>
          </p:nvPr>
        </p:nvSpPr>
        <p:spPr/>
        <p:txBody>
          <a:bodyPr/>
          <a:lstStyle/>
          <a:p>
            <a:fld id="{7C03E8FC-7EBD-BF42-9ED4-90D4B1E23A24}" type="slidenum">
              <a:rPr lang="en-US" smtClean="0"/>
              <a:t>‹#›</a:t>
            </a:fld>
            <a:endParaRPr lang="en-US"/>
          </a:p>
        </p:txBody>
      </p:sp>
      <p:sp>
        <p:nvSpPr>
          <p:cNvPr id="6" name="Text Placeholder 5"/>
          <p:cNvSpPr>
            <a:spLocks noGrp="1"/>
          </p:cNvSpPr>
          <p:nvPr>
            <p:ph type="body" sz="quarter" idx="14" hasCustomPrompt="1"/>
          </p:nvPr>
        </p:nvSpPr>
        <p:spPr>
          <a:xfrm>
            <a:off x="466725" y="6356350"/>
            <a:ext cx="34448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307163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column project showcas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A2BBBA6-8747-8149-897F-5F4120F24E1E}"/>
              </a:ext>
            </a:extLst>
          </p:cNvPr>
          <p:cNvSpPr>
            <a:spLocks noGrp="1"/>
          </p:cNvSpPr>
          <p:nvPr>
            <p:ph type="body" sz="quarter" idx="16" hasCustomPrompt="1"/>
          </p:nvPr>
        </p:nvSpPr>
        <p:spPr>
          <a:xfrm>
            <a:off x="855881" y="4184650"/>
            <a:ext cx="3240000" cy="1371600"/>
          </a:xfrm>
        </p:spPr>
        <p:txBody>
          <a:bodyPr lIns="0" tIns="0" rIns="0" bIns="0">
            <a:normAutofit/>
          </a:bodyPr>
          <a:lstStyle>
            <a:lvl1pPr marL="0" indent="0">
              <a:buNone/>
              <a:defRPr sz="1200">
                <a:solidFill>
                  <a:srgbClr val="6C6C6C"/>
                </a:solidFill>
              </a:defRPr>
            </a:lvl1pPr>
            <a:lvl2pPr marL="457200" indent="0">
              <a:buNone/>
              <a:defRPr sz="1200">
                <a:solidFill>
                  <a:srgbClr val="6C6C6C"/>
                </a:solidFill>
              </a:defRPr>
            </a:lvl2pPr>
            <a:lvl3pPr marL="914400" indent="0">
              <a:buNone/>
              <a:defRPr sz="1200">
                <a:solidFill>
                  <a:srgbClr val="6C6C6C"/>
                </a:solidFill>
              </a:defRPr>
            </a:lvl3pPr>
            <a:lvl4pPr marL="1371600" indent="0">
              <a:buNone/>
              <a:defRPr sz="1200">
                <a:solidFill>
                  <a:srgbClr val="6C6C6C"/>
                </a:solidFill>
              </a:defRPr>
            </a:lvl4pPr>
            <a:lvl5pPr marL="1828800" indent="0">
              <a:buNone/>
              <a:defRPr sz="1200">
                <a:solidFill>
                  <a:srgbClr val="6C6C6C"/>
                </a:solidFill>
              </a:defRPr>
            </a:lvl5pPr>
          </a:lstStyle>
          <a:p>
            <a:pPr lvl="0"/>
            <a:r>
              <a:rPr lang="en-US" dirty="0"/>
              <a:t>Edit Text</a:t>
            </a:r>
          </a:p>
        </p:txBody>
      </p:sp>
      <p:sp>
        <p:nvSpPr>
          <p:cNvPr id="15" name="Picture Placeholder 14">
            <a:extLst>
              <a:ext uri="{FF2B5EF4-FFF2-40B4-BE49-F238E27FC236}">
                <a16:creationId xmlns:a16="http://schemas.microsoft.com/office/drawing/2014/main" id="{EC31572B-B7C6-C044-91A0-A25424F1D6EC}"/>
              </a:ext>
            </a:extLst>
          </p:cNvPr>
          <p:cNvSpPr>
            <a:spLocks noGrp="1"/>
          </p:cNvSpPr>
          <p:nvPr>
            <p:ph type="pic" sz="quarter" idx="13"/>
          </p:nvPr>
        </p:nvSpPr>
        <p:spPr>
          <a:xfrm>
            <a:off x="4476000" y="1198518"/>
            <a:ext cx="3240000" cy="2520000"/>
          </a:xfrm>
        </p:spPr>
        <p:txBody>
          <a:bodyPr anchor="ctr"/>
          <a:lstStyle>
            <a:lvl1pPr marL="0" indent="0" algn="ctr">
              <a:buNone/>
              <a:defRPr/>
            </a:lvl1pPr>
          </a:lstStyle>
          <a:p>
            <a:r>
              <a:rPr lang="en-US"/>
              <a:t>Click icon to add picture</a:t>
            </a:r>
          </a:p>
        </p:txBody>
      </p:sp>
      <p:sp>
        <p:nvSpPr>
          <p:cNvPr id="8" name="Footer Placeholder 7">
            <a:extLst>
              <a:ext uri="{FF2B5EF4-FFF2-40B4-BE49-F238E27FC236}">
                <a16:creationId xmlns:a16="http://schemas.microsoft.com/office/drawing/2014/main" id="{9E9578D3-73F5-4B45-880E-D728A04E5519}"/>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E8EB04BC-3E8E-2741-8C53-EE2B482A6F48}"/>
              </a:ext>
            </a:extLst>
          </p:cNvPr>
          <p:cNvSpPr>
            <a:spLocks noGrp="1"/>
          </p:cNvSpPr>
          <p:nvPr>
            <p:ph type="title" hasCustomPrompt="1"/>
          </p:nvPr>
        </p:nvSpPr>
        <p:spPr>
          <a:xfrm>
            <a:off x="504825" y="250215"/>
            <a:ext cx="10412557" cy="584297"/>
          </a:xfrm>
        </p:spPr>
        <p:txBody>
          <a:bodyPr/>
          <a:lstStyle>
            <a:lvl1pPr>
              <a:defRPr/>
            </a:lvl1pPr>
          </a:lstStyle>
          <a:p>
            <a:r>
              <a:rPr lang="en-US" dirty="0"/>
              <a:t>3-column project showcase</a:t>
            </a:r>
          </a:p>
        </p:txBody>
      </p:sp>
      <p:sp>
        <p:nvSpPr>
          <p:cNvPr id="3" name="Text Placeholder 2">
            <a:extLst>
              <a:ext uri="{FF2B5EF4-FFF2-40B4-BE49-F238E27FC236}">
                <a16:creationId xmlns:a16="http://schemas.microsoft.com/office/drawing/2014/main" id="{EC316D93-A762-F242-A2EA-25CE18AA65CA}"/>
              </a:ext>
            </a:extLst>
          </p:cNvPr>
          <p:cNvSpPr>
            <a:spLocks noGrp="1"/>
          </p:cNvSpPr>
          <p:nvPr>
            <p:ph type="body" idx="1" hasCustomPrompt="1"/>
          </p:nvPr>
        </p:nvSpPr>
        <p:spPr>
          <a:xfrm>
            <a:off x="855881" y="3870396"/>
            <a:ext cx="3240000" cy="303677"/>
          </a:xfrm>
        </p:spPr>
        <p:txBody>
          <a:bodyPr lIns="0" tIns="0" rIns="0" bIns="0" anchor="b">
            <a:normAutofit/>
          </a:bodyPr>
          <a:lstStyle>
            <a:lvl1pPr marL="0" indent="0">
              <a:buNone/>
              <a:defRPr sz="2400" b="0">
                <a:solidFill>
                  <a:schemeClr val="tx1">
                    <a:lumMod val="95000"/>
                    <a:lumOff val="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header</a:t>
            </a:r>
          </a:p>
        </p:txBody>
      </p:sp>
      <p:sp>
        <p:nvSpPr>
          <p:cNvPr id="9" name="Slide Number Placeholder 8">
            <a:extLst>
              <a:ext uri="{FF2B5EF4-FFF2-40B4-BE49-F238E27FC236}">
                <a16:creationId xmlns:a16="http://schemas.microsoft.com/office/drawing/2014/main" id="{3486B81E-3E88-4647-9E8D-B2561FD3D768}"/>
              </a:ext>
            </a:extLst>
          </p:cNvPr>
          <p:cNvSpPr>
            <a:spLocks noGrp="1"/>
          </p:cNvSpPr>
          <p:nvPr>
            <p:ph type="sldNum" sz="quarter" idx="12"/>
          </p:nvPr>
        </p:nvSpPr>
        <p:spPr/>
        <p:txBody>
          <a:bodyPr/>
          <a:lstStyle/>
          <a:p>
            <a:fld id="{7C03E8FC-7EBD-BF42-9ED4-90D4B1E23A24}" type="slidenum">
              <a:rPr lang="en-US" smtClean="0"/>
              <a:t>‹#›</a:t>
            </a:fld>
            <a:endParaRPr lang="en-US"/>
          </a:p>
        </p:txBody>
      </p:sp>
      <p:sp>
        <p:nvSpPr>
          <p:cNvPr id="20" name="Picture Placeholder 14">
            <a:extLst>
              <a:ext uri="{FF2B5EF4-FFF2-40B4-BE49-F238E27FC236}">
                <a16:creationId xmlns:a16="http://schemas.microsoft.com/office/drawing/2014/main" id="{FC9E2B90-5A98-D947-A29D-1372DADDA8DA}"/>
              </a:ext>
            </a:extLst>
          </p:cNvPr>
          <p:cNvSpPr>
            <a:spLocks noGrp="1"/>
          </p:cNvSpPr>
          <p:nvPr>
            <p:ph type="pic" sz="quarter" idx="14"/>
          </p:nvPr>
        </p:nvSpPr>
        <p:spPr>
          <a:xfrm>
            <a:off x="855881" y="1198518"/>
            <a:ext cx="3240000" cy="2520000"/>
          </a:xfrm>
        </p:spPr>
        <p:txBody>
          <a:bodyPr anchor="ctr"/>
          <a:lstStyle>
            <a:lvl1pPr marL="0" indent="0" algn="ctr">
              <a:buNone/>
              <a:defRPr/>
            </a:lvl1pPr>
          </a:lstStyle>
          <a:p>
            <a:r>
              <a:rPr lang="en-US"/>
              <a:t>Click icon to add picture</a:t>
            </a:r>
            <a:endParaRPr lang="en-US" dirty="0"/>
          </a:p>
        </p:txBody>
      </p:sp>
      <p:sp>
        <p:nvSpPr>
          <p:cNvPr id="21" name="Picture Placeholder 14">
            <a:extLst>
              <a:ext uri="{FF2B5EF4-FFF2-40B4-BE49-F238E27FC236}">
                <a16:creationId xmlns:a16="http://schemas.microsoft.com/office/drawing/2014/main" id="{C087033D-C8DB-864A-92FE-5CDCB4253B35}"/>
              </a:ext>
            </a:extLst>
          </p:cNvPr>
          <p:cNvSpPr>
            <a:spLocks noGrp="1"/>
          </p:cNvSpPr>
          <p:nvPr>
            <p:ph type="pic" sz="quarter" idx="15"/>
          </p:nvPr>
        </p:nvSpPr>
        <p:spPr>
          <a:xfrm>
            <a:off x="7992511" y="1198518"/>
            <a:ext cx="3240000" cy="2520000"/>
          </a:xfrm>
        </p:spPr>
        <p:txBody>
          <a:bodyPr anchor="ctr"/>
          <a:lstStyle>
            <a:lvl1pPr marL="0" indent="0" algn="ctr">
              <a:buNone/>
              <a:defRPr/>
            </a:lvl1pPr>
          </a:lstStyle>
          <a:p>
            <a:r>
              <a:rPr lang="en-US"/>
              <a:t>Click icon to add picture</a:t>
            </a:r>
            <a:endParaRPr lang="en-US" dirty="0"/>
          </a:p>
        </p:txBody>
      </p:sp>
      <p:sp>
        <p:nvSpPr>
          <p:cNvPr id="22" name="Text Placeholder 5">
            <a:extLst>
              <a:ext uri="{FF2B5EF4-FFF2-40B4-BE49-F238E27FC236}">
                <a16:creationId xmlns:a16="http://schemas.microsoft.com/office/drawing/2014/main" id="{57BA9409-A7B4-5147-B2B4-81AD8C98D8FE}"/>
              </a:ext>
            </a:extLst>
          </p:cNvPr>
          <p:cNvSpPr>
            <a:spLocks noGrp="1"/>
          </p:cNvSpPr>
          <p:nvPr>
            <p:ph type="body" sz="quarter" idx="17" hasCustomPrompt="1"/>
          </p:nvPr>
        </p:nvSpPr>
        <p:spPr>
          <a:xfrm>
            <a:off x="4476000" y="4184650"/>
            <a:ext cx="3240000" cy="1371600"/>
          </a:xfrm>
        </p:spPr>
        <p:txBody>
          <a:bodyPr lIns="0" tIns="0" rIns="0" bIns="0">
            <a:normAutofit/>
          </a:bodyPr>
          <a:lstStyle>
            <a:lvl1pPr marL="0" indent="0">
              <a:buNone/>
              <a:defRPr sz="1200">
                <a:solidFill>
                  <a:srgbClr val="6C6C6C"/>
                </a:solidFill>
              </a:defRPr>
            </a:lvl1pPr>
            <a:lvl2pPr marL="457200" indent="0">
              <a:buNone/>
              <a:defRPr sz="1200">
                <a:solidFill>
                  <a:srgbClr val="6C6C6C"/>
                </a:solidFill>
              </a:defRPr>
            </a:lvl2pPr>
            <a:lvl3pPr marL="914400" indent="0">
              <a:buNone/>
              <a:defRPr sz="1200">
                <a:solidFill>
                  <a:srgbClr val="6C6C6C"/>
                </a:solidFill>
              </a:defRPr>
            </a:lvl3pPr>
            <a:lvl4pPr marL="1371600" indent="0">
              <a:buNone/>
              <a:defRPr sz="1200">
                <a:solidFill>
                  <a:srgbClr val="6C6C6C"/>
                </a:solidFill>
              </a:defRPr>
            </a:lvl4pPr>
            <a:lvl5pPr marL="1828800" indent="0">
              <a:buNone/>
              <a:defRPr sz="1200">
                <a:solidFill>
                  <a:srgbClr val="6C6C6C"/>
                </a:solidFill>
              </a:defRPr>
            </a:lvl5pPr>
          </a:lstStyle>
          <a:p>
            <a:pPr lvl="0"/>
            <a:r>
              <a:rPr lang="en-US" dirty="0"/>
              <a:t>Edit Text</a:t>
            </a:r>
          </a:p>
        </p:txBody>
      </p:sp>
      <p:sp>
        <p:nvSpPr>
          <p:cNvPr id="23" name="Text Placeholder 2">
            <a:extLst>
              <a:ext uri="{FF2B5EF4-FFF2-40B4-BE49-F238E27FC236}">
                <a16:creationId xmlns:a16="http://schemas.microsoft.com/office/drawing/2014/main" id="{D142D9D1-526E-CC4D-8FE6-90CB7593C04F}"/>
              </a:ext>
            </a:extLst>
          </p:cNvPr>
          <p:cNvSpPr>
            <a:spLocks noGrp="1"/>
          </p:cNvSpPr>
          <p:nvPr>
            <p:ph type="body" idx="18" hasCustomPrompt="1"/>
          </p:nvPr>
        </p:nvSpPr>
        <p:spPr>
          <a:xfrm>
            <a:off x="4476000" y="3870396"/>
            <a:ext cx="3240000" cy="303677"/>
          </a:xfrm>
        </p:spPr>
        <p:txBody>
          <a:bodyPr lIns="0" tIns="0" rIns="0" bIns="0" anchor="b">
            <a:normAutofit/>
          </a:bodyPr>
          <a:lstStyle>
            <a:lvl1pPr marL="0" indent="0">
              <a:buNone/>
              <a:defRPr sz="2400" b="0">
                <a:solidFill>
                  <a:schemeClr val="tx1">
                    <a:lumMod val="95000"/>
                    <a:lumOff val="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header</a:t>
            </a:r>
          </a:p>
        </p:txBody>
      </p:sp>
      <p:sp>
        <p:nvSpPr>
          <p:cNvPr id="24" name="Text Placeholder 5">
            <a:extLst>
              <a:ext uri="{FF2B5EF4-FFF2-40B4-BE49-F238E27FC236}">
                <a16:creationId xmlns:a16="http://schemas.microsoft.com/office/drawing/2014/main" id="{0D9B4493-7B31-C644-B62E-32A90C658F44}"/>
              </a:ext>
            </a:extLst>
          </p:cNvPr>
          <p:cNvSpPr>
            <a:spLocks noGrp="1"/>
          </p:cNvSpPr>
          <p:nvPr>
            <p:ph type="body" sz="quarter" idx="19" hasCustomPrompt="1"/>
          </p:nvPr>
        </p:nvSpPr>
        <p:spPr>
          <a:xfrm>
            <a:off x="7992511" y="4184650"/>
            <a:ext cx="3240000" cy="1371600"/>
          </a:xfrm>
        </p:spPr>
        <p:txBody>
          <a:bodyPr lIns="0" tIns="0" rIns="0" bIns="0">
            <a:normAutofit/>
          </a:bodyPr>
          <a:lstStyle>
            <a:lvl1pPr marL="0" indent="0">
              <a:buNone/>
              <a:defRPr sz="1200">
                <a:solidFill>
                  <a:srgbClr val="6C6C6C"/>
                </a:solidFill>
              </a:defRPr>
            </a:lvl1pPr>
            <a:lvl2pPr marL="457200" indent="0">
              <a:buNone/>
              <a:defRPr sz="1200">
                <a:solidFill>
                  <a:srgbClr val="6C6C6C"/>
                </a:solidFill>
              </a:defRPr>
            </a:lvl2pPr>
            <a:lvl3pPr marL="914400" indent="0">
              <a:buNone/>
              <a:defRPr sz="1200">
                <a:solidFill>
                  <a:srgbClr val="6C6C6C"/>
                </a:solidFill>
              </a:defRPr>
            </a:lvl3pPr>
            <a:lvl4pPr marL="1371600" indent="0">
              <a:buNone/>
              <a:defRPr sz="1200">
                <a:solidFill>
                  <a:srgbClr val="6C6C6C"/>
                </a:solidFill>
              </a:defRPr>
            </a:lvl4pPr>
            <a:lvl5pPr marL="1828800" indent="0">
              <a:buNone/>
              <a:defRPr sz="1200">
                <a:solidFill>
                  <a:srgbClr val="6C6C6C"/>
                </a:solidFill>
              </a:defRPr>
            </a:lvl5pPr>
          </a:lstStyle>
          <a:p>
            <a:pPr lvl="0"/>
            <a:r>
              <a:rPr lang="en-US" dirty="0"/>
              <a:t>Edit Text</a:t>
            </a:r>
          </a:p>
        </p:txBody>
      </p:sp>
      <p:sp>
        <p:nvSpPr>
          <p:cNvPr id="25" name="Text Placeholder 2">
            <a:extLst>
              <a:ext uri="{FF2B5EF4-FFF2-40B4-BE49-F238E27FC236}">
                <a16:creationId xmlns:a16="http://schemas.microsoft.com/office/drawing/2014/main" id="{207568BA-2550-D849-9CC9-D47F24A15E41}"/>
              </a:ext>
            </a:extLst>
          </p:cNvPr>
          <p:cNvSpPr>
            <a:spLocks noGrp="1"/>
          </p:cNvSpPr>
          <p:nvPr>
            <p:ph type="body" idx="20" hasCustomPrompt="1"/>
          </p:nvPr>
        </p:nvSpPr>
        <p:spPr>
          <a:xfrm>
            <a:off x="7992511" y="3870396"/>
            <a:ext cx="3240000" cy="303677"/>
          </a:xfrm>
        </p:spPr>
        <p:txBody>
          <a:bodyPr lIns="0" tIns="0" rIns="0" bIns="0" anchor="b">
            <a:normAutofit/>
          </a:bodyPr>
          <a:lstStyle>
            <a:lvl1pPr marL="0" indent="0">
              <a:buNone/>
              <a:defRPr sz="2400" b="0">
                <a:solidFill>
                  <a:schemeClr val="tx1">
                    <a:lumMod val="95000"/>
                    <a:lumOff val="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header</a:t>
            </a:r>
          </a:p>
        </p:txBody>
      </p:sp>
      <p:sp>
        <p:nvSpPr>
          <p:cNvPr id="5" name="Text Placeholder 4"/>
          <p:cNvSpPr>
            <a:spLocks noGrp="1"/>
          </p:cNvSpPr>
          <p:nvPr>
            <p:ph type="body" sz="quarter" idx="21" hasCustomPrompt="1"/>
          </p:nvPr>
        </p:nvSpPr>
        <p:spPr>
          <a:xfrm>
            <a:off x="504825" y="6356350"/>
            <a:ext cx="33686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1968364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Opt 01)">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4BD3B939-3B16-F441-83B2-1414FC3CE098}"/>
              </a:ext>
            </a:extLst>
          </p:cNvPr>
          <p:cNvSpPr>
            <a:spLocks noGrp="1"/>
          </p:cNvSpPr>
          <p:nvPr>
            <p:ph type="body" sz="quarter" idx="13" hasCustomPrompt="1"/>
          </p:nvPr>
        </p:nvSpPr>
        <p:spPr>
          <a:xfrm>
            <a:off x="834887" y="1302547"/>
            <a:ext cx="3060000" cy="612000"/>
          </a:xfrm>
          <a:prstGeom prst="roundRect">
            <a:avLst/>
          </a:prstGeom>
          <a:ln w="12700">
            <a:solidFill>
              <a:srgbClr val="FFBB13"/>
            </a:solidFill>
          </a:ln>
        </p:spPr>
        <p:txBody>
          <a:bodyPr anchor="ctr">
            <a:normAutofit/>
          </a:bodyPr>
          <a:lstStyle>
            <a:lvl1pPr marL="357188" indent="0">
              <a:buNone/>
              <a:tabLst/>
              <a:defRPr sz="1800" b="1">
                <a:solidFill>
                  <a:schemeClr val="tx1">
                    <a:lumMod val="95000"/>
                    <a:lumOff val="5000"/>
                  </a:schemeClr>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dirty="0"/>
              <a:t>Header</a:t>
            </a:r>
          </a:p>
        </p:txBody>
      </p:sp>
      <p:sp>
        <p:nvSpPr>
          <p:cNvPr id="6" name="Footer Placeholder 5">
            <a:extLst>
              <a:ext uri="{FF2B5EF4-FFF2-40B4-BE49-F238E27FC236}">
                <a16:creationId xmlns:a16="http://schemas.microsoft.com/office/drawing/2014/main" id="{12BBE763-1218-9947-9A47-DF757A782627}"/>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1CBDDC26-D28A-CC47-A903-3215875BC210}"/>
              </a:ext>
            </a:extLst>
          </p:cNvPr>
          <p:cNvSpPr>
            <a:spLocks noGrp="1"/>
          </p:cNvSpPr>
          <p:nvPr>
            <p:ph type="title" hasCustomPrompt="1"/>
          </p:nvPr>
        </p:nvSpPr>
        <p:spPr/>
        <p:txBody>
          <a:bodyPr/>
          <a:lstStyle>
            <a:lvl1pPr>
              <a:defRPr/>
            </a:lvl1pPr>
          </a:lstStyle>
          <a:p>
            <a:r>
              <a:rPr lang="en-US" sz="2800" dirty="0">
                <a:latin typeface="Trebuchet MS" panose="020B0603020202020204" pitchFamily="34" charset="0"/>
              </a:rPr>
              <a:t>Comparisons (opt 01)</a:t>
            </a:r>
            <a:endParaRPr lang="en-US" dirty="0"/>
          </a:p>
        </p:txBody>
      </p:sp>
      <p:sp>
        <p:nvSpPr>
          <p:cNvPr id="7" name="Slide Number Placeholder 6">
            <a:extLst>
              <a:ext uri="{FF2B5EF4-FFF2-40B4-BE49-F238E27FC236}">
                <a16:creationId xmlns:a16="http://schemas.microsoft.com/office/drawing/2014/main" id="{3F94BA0A-67FA-4247-9601-DC5CB851E8D1}"/>
              </a:ext>
            </a:extLst>
          </p:cNvPr>
          <p:cNvSpPr>
            <a:spLocks noGrp="1"/>
          </p:cNvSpPr>
          <p:nvPr>
            <p:ph type="sldNum" sz="quarter" idx="12"/>
          </p:nvPr>
        </p:nvSpPr>
        <p:spPr/>
        <p:txBody>
          <a:bodyPr/>
          <a:lstStyle/>
          <a:p>
            <a:fld id="{7C03E8FC-7EBD-BF42-9ED4-90D4B1E23A24}" type="slidenum">
              <a:rPr lang="en-US" smtClean="0"/>
              <a:t>‹#›</a:t>
            </a:fld>
            <a:endParaRPr lang="en-US"/>
          </a:p>
        </p:txBody>
      </p:sp>
      <p:pic>
        <p:nvPicPr>
          <p:cNvPr id="8" name="Picture 7">
            <a:extLst>
              <a:ext uri="{FF2B5EF4-FFF2-40B4-BE49-F238E27FC236}">
                <a16:creationId xmlns:a16="http://schemas.microsoft.com/office/drawing/2014/main" id="{2A57548A-77DE-7545-8751-6597417007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66277" y="213615"/>
            <a:ext cx="620897" cy="620897"/>
          </a:xfrm>
          <a:prstGeom prst="rect">
            <a:avLst/>
          </a:prstGeom>
        </p:spPr>
      </p:pic>
      <p:sp>
        <p:nvSpPr>
          <p:cNvPr id="24" name="Text Placeholder 23">
            <a:extLst>
              <a:ext uri="{FF2B5EF4-FFF2-40B4-BE49-F238E27FC236}">
                <a16:creationId xmlns:a16="http://schemas.microsoft.com/office/drawing/2014/main" id="{F03422E6-CE47-5B4C-8C92-FA13F1EA2762}"/>
              </a:ext>
            </a:extLst>
          </p:cNvPr>
          <p:cNvSpPr>
            <a:spLocks noGrp="1"/>
          </p:cNvSpPr>
          <p:nvPr>
            <p:ph type="body" sz="quarter" idx="14" hasCustomPrompt="1"/>
          </p:nvPr>
        </p:nvSpPr>
        <p:spPr>
          <a:xfrm>
            <a:off x="581891" y="1302547"/>
            <a:ext cx="612000" cy="612000"/>
          </a:xfrm>
          <a:prstGeom prst="ellipse">
            <a:avLst/>
          </a:prstGeom>
          <a:solidFill>
            <a:srgbClr val="FEBC11"/>
          </a:solidFill>
        </p:spPr>
        <p:txBody>
          <a:bodyPr lIns="0" tIns="0" rIns="0" bIns="0" anchor="ctr">
            <a:normAutofit/>
          </a:bodyPr>
          <a:lstStyle>
            <a:lvl1pPr marL="0" indent="0" algn="ctr">
              <a:buNone/>
              <a:defRPr sz="1600" b="1">
                <a:solidFill>
                  <a:schemeClr val="bg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stStyle>
          <a:p>
            <a:pPr lvl="0"/>
            <a:r>
              <a:rPr lang="en-US" dirty="0"/>
              <a:t>##</a:t>
            </a:r>
          </a:p>
        </p:txBody>
      </p:sp>
      <p:sp>
        <p:nvSpPr>
          <p:cNvPr id="26" name="Text Placeholder 25">
            <a:extLst>
              <a:ext uri="{FF2B5EF4-FFF2-40B4-BE49-F238E27FC236}">
                <a16:creationId xmlns:a16="http://schemas.microsoft.com/office/drawing/2014/main" id="{278BC178-06E1-BF4D-98E6-06661E7FB494}"/>
              </a:ext>
            </a:extLst>
          </p:cNvPr>
          <p:cNvSpPr>
            <a:spLocks noGrp="1"/>
          </p:cNvSpPr>
          <p:nvPr>
            <p:ph type="body" sz="quarter" idx="15"/>
          </p:nvPr>
        </p:nvSpPr>
        <p:spPr>
          <a:xfrm>
            <a:off x="834886" y="2100030"/>
            <a:ext cx="2975113" cy="4047676"/>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1">
            <a:extLst>
              <a:ext uri="{FF2B5EF4-FFF2-40B4-BE49-F238E27FC236}">
                <a16:creationId xmlns:a16="http://schemas.microsoft.com/office/drawing/2014/main" id="{FF0BFB3C-8987-A449-857D-BE505C75ABED}"/>
              </a:ext>
            </a:extLst>
          </p:cNvPr>
          <p:cNvSpPr>
            <a:spLocks noGrp="1"/>
          </p:cNvSpPr>
          <p:nvPr>
            <p:ph type="body" sz="quarter" idx="16" hasCustomPrompt="1"/>
          </p:nvPr>
        </p:nvSpPr>
        <p:spPr>
          <a:xfrm>
            <a:off x="4742858" y="1302547"/>
            <a:ext cx="3060000" cy="612000"/>
          </a:xfrm>
          <a:prstGeom prst="roundRect">
            <a:avLst/>
          </a:prstGeom>
          <a:ln w="12700">
            <a:solidFill>
              <a:srgbClr val="FFBB13"/>
            </a:solidFill>
          </a:ln>
        </p:spPr>
        <p:txBody>
          <a:bodyPr anchor="ctr">
            <a:normAutofit/>
          </a:bodyPr>
          <a:lstStyle>
            <a:lvl1pPr marL="357188" indent="0">
              <a:buNone/>
              <a:tabLst/>
              <a:defRPr sz="1800" b="1">
                <a:solidFill>
                  <a:schemeClr val="tx1">
                    <a:lumMod val="95000"/>
                    <a:lumOff val="5000"/>
                  </a:schemeClr>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dirty="0"/>
              <a:t>Header</a:t>
            </a:r>
          </a:p>
        </p:txBody>
      </p:sp>
      <p:sp>
        <p:nvSpPr>
          <p:cNvPr id="29" name="Text Placeholder 23">
            <a:extLst>
              <a:ext uri="{FF2B5EF4-FFF2-40B4-BE49-F238E27FC236}">
                <a16:creationId xmlns:a16="http://schemas.microsoft.com/office/drawing/2014/main" id="{6C59BA92-114B-CA46-8F65-30948BB2E36E}"/>
              </a:ext>
            </a:extLst>
          </p:cNvPr>
          <p:cNvSpPr>
            <a:spLocks noGrp="1"/>
          </p:cNvSpPr>
          <p:nvPr>
            <p:ph type="body" sz="quarter" idx="17" hasCustomPrompt="1"/>
          </p:nvPr>
        </p:nvSpPr>
        <p:spPr>
          <a:xfrm>
            <a:off x="4489862" y="1302547"/>
            <a:ext cx="612000" cy="612000"/>
          </a:xfrm>
          <a:prstGeom prst="ellipse">
            <a:avLst/>
          </a:prstGeom>
          <a:solidFill>
            <a:srgbClr val="FEBC11"/>
          </a:solidFill>
        </p:spPr>
        <p:txBody>
          <a:bodyPr lIns="0" tIns="0" rIns="0" bIns="0" anchor="ctr">
            <a:normAutofit/>
          </a:bodyPr>
          <a:lstStyle>
            <a:lvl1pPr marL="0" indent="0" algn="ctr">
              <a:buNone/>
              <a:defRPr sz="1600" b="1">
                <a:solidFill>
                  <a:schemeClr val="bg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stStyle>
          <a:p>
            <a:pPr lvl="0"/>
            <a:r>
              <a:rPr lang="en-US" dirty="0"/>
              <a:t>##</a:t>
            </a:r>
          </a:p>
        </p:txBody>
      </p:sp>
      <p:sp>
        <p:nvSpPr>
          <p:cNvPr id="30" name="Text Placeholder 25">
            <a:extLst>
              <a:ext uri="{FF2B5EF4-FFF2-40B4-BE49-F238E27FC236}">
                <a16:creationId xmlns:a16="http://schemas.microsoft.com/office/drawing/2014/main" id="{B16A439E-D494-B345-A2DC-0ED9729C73AF}"/>
              </a:ext>
            </a:extLst>
          </p:cNvPr>
          <p:cNvSpPr>
            <a:spLocks noGrp="1"/>
          </p:cNvSpPr>
          <p:nvPr>
            <p:ph type="body" sz="quarter" idx="18"/>
          </p:nvPr>
        </p:nvSpPr>
        <p:spPr>
          <a:xfrm>
            <a:off x="4742857" y="2100030"/>
            <a:ext cx="2975113" cy="4047676"/>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21">
            <a:extLst>
              <a:ext uri="{FF2B5EF4-FFF2-40B4-BE49-F238E27FC236}">
                <a16:creationId xmlns:a16="http://schemas.microsoft.com/office/drawing/2014/main" id="{AC3AA84A-179B-C44A-A390-FBE7CF18792C}"/>
              </a:ext>
            </a:extLst>
          </p:cNvPr>
          <p:cNvSpPr>
            <a:spLocks noGrp="1"/>
          </p:cNvSpPr>
          <p:nvPr>
            <p:ph type="body" sz="quarter" idx="19" hasCustomPrompt="1"/>
          </p:nvPr>
        </p:nvSpPr>
        <p:spPr>
          <a:xfrm>
            <a:off x="8740609" y="1302547"/>
            <a:ext cx="3060000" cy="612000"/>
          </a:xfrm>
          <a:prstGeom prst="roundRect">
            <a:avLst/>
          </a:prstGeom>
          <a:solidFill>
            <a:srgbClr val="FEBC11"/>
          </a:solidFill>
          <a:ln w="12700">
            <a:solidFill>
              <a:srgbClr val="FFBB13"/>
            </a:solidFill>
          </a:ln>
        </p:spPr>
        <p:txBody>
          <a:bodyPr anchor="ctr">
            <a:normAutofit/>
          </a:bodyPr>
          <a:lstStyle>
            <a:lvl1pPr marL="357188" indent="0">
              <a:buNone/>
              <a:tabLst/>
              <a:defRPr sz="1800" b="1">
                <a:solidFill>
                  <a:schemeClr val="bg1"/>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dirty="0"/>
              <a:t>Header</a:t>
            </a:r>
          </a:p>
        </p:txBody>
      </p:sp>
      <p:sp>
        <p:nvSpPr>
          <p:cNvPr id="37" name="Text Placeholder 23">
            <a:extLst>
              <a:ext uri="{FF2B5EF4-FFF2-40B4-BE49-F238E27FC236}">
                <a16:creationId xmlns:a16="http://schemas.microsoft.com/office/drawing/2014/main" id="{DB0369DC-C42C-BC44-B24A-FD8EE3F70AB4}"/>
              </a:ext>
            </a:extLst>
          </p:cNvPr>
          <p:cNvSpPr>
            <a:spLocks noGrp="1"/>
          </p:cNvSpPr>
          <p:nvPr>
            <p:ph type="body" sz="quarter" idx="20" hasCustomPrompt="1"/>
          </p:nvPr>
        </p:nvSpPr>
        <p:spPr>
          <a:xfrm>
            <a:off x="8487613" y="1302547"/>
            <a:ext cx="612000" cy="612000"/>
          </a:xfrm>
          <a:prstGeom prst="ellipse">
            <a:avLst/>
          </a:prstGeom>
          <a:solidFill>
            <a:srgbClr val="FEBC11"/>
          </a:solidFill>
          <a:ln w="25400">
            <a:solidFill>
              <a:schemeClr val="bg1"/>
            </a:solidFill>
          </a:ln>
        </p:spPr>
        <p:txBody>
          <a:bodyPr lIns="0" tIns="0" rIns="0" bIns="0" anchor="ctr">
            <a:normAutofit/>
          </a:bodyPr>
          <a:lstStyle>
            <a:lvl1pPr marL="0" indent="0" algn="ctr">
              <a:buNone/>
              <a:defRPr sz="1600" b="1">
                <a:solidFill>
                  <a:schemeClr val="bg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stStyle>
          <a:p>
            <a:pPr lvl="0"/>
            <a:r>
              <a:rPr lang="en-US" dirty="0"/>
              <a:t>##</a:t>
            </a:r>
          </a:p>
        </p:txBody>
      </p:sp>
      <p:sp>
        <p:nvSpPr>
          <p:cNvPr id="38" name="Text Placeholder 25">
            <a:extLst>
              <a:ext uri="{FF2B5EF4-FFF2-40B4-BE49-F238E27FC236}">
                <a16:creationId xmlns:a16="http://schemas.microsoft.com/office/drawing/2014/main" id="{E4A1293A-D1F4-1941-A787-F87122B6427B}"/>
              </a:ext>
            </a:extLst>
          </p:cNvPr>
          <p:cNvSpPr>
            <a:spLocks noGrp="1"/>
          </p:cNvSpPr>
          <p:nvPr>
            <p:ph type="body" sz="quarter" idx="21"/>
          </p:nvPr>
        </p:nvSpPr>
        <p:spPr>
          <a:xfrm>
            <a:off x="8740608" y="2100030"/>
            <a:ext cx="2975113" cy="4047676"/>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quarter" idx="22" hasCustomPrompt="1"/>
          </p:nvPr>
        </p:nvSpPr>
        <p:spPr>
          <a:xfrm>
            <a:off x="406400" y="6356350"/>
            <a:ext cx="3403600"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1380601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s - with image / chart / icon (opt 02)">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4BD3B939-3B16-F441-83B2-1414FC3CE098}"/>
              </a:ext>
            </a:extLst>
          </p:cNvPr>
          <p:cNvSpPr>
            <a:spLocks noGrp="1"/>
          </p:cNvSpPr>
          <p:nvPr>
            <p:ph type="body" sz="quarter" idx="13" hasCustomPrompt="1"/>
          </p:nvPr>
        </p:nvSpPr>
        <p:spPr>
          <a:xfrm>
            <a:off x="504825" y="1012874"/>
            <a:ext cx="3600000" cy="468000"/>
          </a:xfrm>
          <a:prstGeom prst="rect">
            <a:avLst/>
          </a:prstGeom>
          <a:solidFill>
            <a:srgbClr val="EEECED"/>
          </a:solidFill>
          <a:ln w="12700">
            <a:noFill/>
          </a:ln>
        </p:spPr>
        <p:txBody>
          <a:bodyPr anchor="ctr">
            <a:normAutofit/>
          </a:bodyPr>
          <a:lstStyle>
            <a:lvl1pPr marL="12700" indent="0" algn="ctr">
              <a:buNone/>
              <a:tabLst/>
              <a:defRPr sz="1600" b="1">
                <a:solidFill>
                  <a:srgbClr val="595959"/>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a:t>Header</a:t>
            </a:r>
            <a:endParaRPr lang="en-US" dirty="0"/>
          </a:p>
        </p:txBody>
      </p:sp>
      <p:sp>
        <p:nvSpPr>
          <p:cNvPr id="6" name="Footer Placeholder 5">
            <a:extLst>
              <a:ext uri="{FF2B5EF4-FFF2-40B4-BE49-F238E27FC236}">
                <a16:creationId xmlns:a16="http://schemas.microsoft.com/office/drawing/2014/main" id="{12BBE763-1218-9947-9A47-DF757A782627}"/>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1CBDDC26-D28A-CC47-A903-3215875BC210}"/>
              </a:ext>
            </a:extLst>
          </p:cNvPr>
          <p:cNvSpPr>
            <a:spLocks noGrp="1"/>
          </p:cNvSpPr>
          <p:nvPr>
            <p:ph type="title" hasCustomPrompt="1"/>
          </p:nvPr>
        </p:nvSpPr>
        <p:spPr>
          <a:xfrm>
            <a:off x="504825" y="250215"/>
            <a:ext cx="10412557" cy="584297"/>
          </a:xfrm>
        </p:spPr>
        <p:txBody>
          <a:bodyPr/>
          <a:lstStyle>
            <a:lvl1pPr>
              <a:defRPr/>
            </a:lvl1pPr>
          </a:lstStyle>
          <a:p>
            <a:r>
              <a:rPr lang="en-US" sz="2800" dirty="0">
                <a:latin typeface="Trebuchet MS" panose="020B0603020202020204" pitchFamily="34" charset="0"/>
              </a:rPr>
              <a:t>Comparisons - with image / chart / icon (opt 02)</a:t>
            </a:r>
            <a:endParaRPr lang="en-US" dirty="0"/>
          </a:p>
        </p:txBody>
      </p:sp>
      <p:sp>
        <p:nvSpPr>
          <p:cNvPr id="7" name="Slide Number Placeholder 6">
            <a:extLst>
              <a:ext uri="{FF2B5EF4-FFF2-40B4-BE49-F238E27FC236}">
                <a16:creationId xmlns:a16="http://schemas.microsoft.com/office/drawing/2014/main" id="{3F94BA0A-67FA-4247-9601-DC5CB851E8D1}"/>
              </a:ext>
            </a:extLst>
          </p:cNvPr>
          <p:cNvSpPr>
            <a:spLocks noGrp="1"/>
          </p:cNvSpPr>
          <p:nvPr>
            <p:ph type="sldNum" sz="quarter" idx="12"/>
          </p:nvPr>
        </p:nvSpPr>
        <p:spPr/>
        <p:txBody>
          <a:bodyPr/>
          <a:lstStyle/>
          <a:p>
            <a:fld id="{7C03E8FC-7EBD-BF42-9ED4-90D4B1E23A24}" type="slidenum">
              <a:rPr lang="en-US" smtClean="0"/>
              <a:t>‹#›</a:t>
            </a:fld>
            <a:endParaRPr lang="en-US"/>
          </a:p>
        </p:txBody>
      </p:sp>
      <p:pic>
        <p:nvPicPr>
          <p:cNvPr id="8" name="Picture 7">
            <a:extLst>
              <a:ext uri="{FF2B5EF4-FFF2-40B4-BE49-F238E27FC236}">
                <a16:creationId xmlns:a16="http://schemas.microsoft.com/office/drawing/2014/main" id="{2A57548A-77DE-7545-8751-6597417007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66277" y="213615"/>
            <a:ext cx="620897" cy="620897"/>
          </a:xfrm>
          <a:prstGeom prst="rect">
            <a:avLst/>
          </a:prstGeom>
        </p:spPr>
      </p:pic>
      <p:sp>
        <p:nvSpPr>
          <p:cNvPr id="26" name="Text Placeholder 25">
            <a:extLst>
              <a:ext uri="{FF2B5EF4-FFF2-40B4-BE49-F238E27FC236}">
                <a16:creationId xmlns:a16="http://schemas.microsoft.com/office/drawing/2014/main" id="{278BC178-06E1-BF4D-98E6-06661E7FB494}"/>
              </a:ext>
            </a:extLst>
          </p:cNvPr>
          <p:cNvSpPr>
            <a:spLocks noGrp="1"/>
          </p:cNvSpPr>
          <p:nvPr>
            <p:ph type="body" sz="quarter" idx="15"/>
          </p:nvPr>
        </p:nvSpPr>
        <p:spPr>
          <a:xfrm>
            <a:off x="504825" y="2869808"/>
            <a:ext cx="3600000" cy="3420000"/>
          </a:xfrm>
          <a:solidFill>
            <a:srgbClr val="FCFDE9"/>
          </a:solidFill>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DF6BE7-BA67-1B46-8163-B7A3DFBB32E9}"/>
              </a:ext>
            </a:extLst>
          </p:cNvPr>
          <p:cNvSpPr>
            <a:spLocks noGrp="1"/>
          </p:cNvSpPr>
          <p:nvPr>
            <p:ph sz="quarter" idx="21" hasCustomPrompt="1"/>
          </p:nvPr>
        </p:nvSpPr>
        <p:spPr>
          <a:xfrm>
            <a:off x="504825" y="1631950"/>
            <a:ext cx="3600000" cy="1080000"/>
          </a:xfrm>
        </p:spPr>
        <p:txBody>
          <a:bodyPr anchor="ct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Insert Picture</a:t>
            </a:r>
          </a:p>
        </p:txBody>
      </p:sp>
      <p:sp>
        <p:nvSpPr>
          <p:cNvPr id="19" name="Text Placeholder 21">
            <a:extLst>
              <a:ext uri="{FF2B5EF4-FFF2-40B4-BE49-F238E27FC236}">
                <a16:creationId xmlns:a16="http://schemas.microsoft.com/office/drawing/2014/main" id="{072E3C89-2DC2-D745-AC1A-40F655B2CE22}"/>
              </a:ext>
            </a:extLst>
          </p:cNvPr>
          <p:cNvSpPr>
            <a:spLocks noGrp="1"/>
          </p:cNvSpPr>
          <p:nvPr>
            <p:ph type="body" sz="quarter" idx="22" hasCustomPrompt="1"/>
          </p:nvPr>
        </p:nvSpPr>
        <p:spPr>
          <a:xfrm>
            <a:off x="4331237" y="1012874"/>
            <a:ext cx="3600000" cy="468000"/>
          </a:xfrm>
          <a:prstGeom prst="rect">
            <a:avLst/>
          </a:prstGeom>
          <a:solidFill>
            <a:srgbClr val="EEECED"/>
          </a:solidFill>
          <a:ln w="12700">
            <a:noFill/>
          </a:ln>
        </p:spPr>
        <p:txBody>
          <a:bodyPr anchor="ctr">
            <a:normAutofit/>
          </a:bodyPr>
          <a:lstStyle>
            <a:lvl1pPr marL="12700" indent="0" algn="ctr">
              <a:buNone/>
              <a:tabLst/>
              <a:defRPr sz="1600" b="1">
                <a:solidFill>
                  <a:srgbClr val="595959"/>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a:t>Header</a:t>
            </a:r>
            <a:endParaRPr lang="en-US" dirty="0"/>
          </a:p>
        </p:txBody>
      </p:sp>
      <p:sp>
        <p:nvSpPr>
          <p:cNvPr id="20" name="Text Placeholder 25">
            <a:extLst>
              <a:ext uri="{FF2B5EF4-FFF2-40B4-BE49-F238E27FC236}">
                <a16:creationId xmlns:a16="http://schemas.microsoft.com/office/drawing/2014/main" id="{5565FFAC-83E0-5641-B638-1A58E427F71E}"/>
              </a:ext>
            </a:extLst>
          </p:cNvPr>
          <p:cNvSpPr>
            <a:spLocks noGrp="1"/>
          </p:cNvSpPr>
          <p:nvPr>
            <p:ph type="body" sz="quarter" idx="23"/>
          </p:nvPr>
        </p:nvSpPr>
        <p:spPr>
          <a:xfrm>
            <a:off x="4331237" y="2869808"/>
            <a:ext cx="3600000" cy="3420000"/>
          </a:xfrm>
          <a:solidFill>
            <a:srgbClr val="FCFDE9"/>
          </a:solidFill>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Placeholder 3">
            <a:extLst>
              <a:ext uri="{FF2B5EF4-FFF2-40B4-BE49-F238E27FC236}">
                <a16:creationId xmlns:a16="http://schemas.microsoft.com/office/drawing/2014/main" id="{793719C8-1987-8A4C-A63E-B740FD53052B}"/>
              </a:ext>
            </a:extLst>
          </p:cNvPr>
          <p:cNvSpPr>
            <a:spLocks noGrp="1"/>
          </p:cNvSpPr>
          <p:nvPr>
            <p:ph sz="quarter" idx="24" hasCustomPrompt="1"/>
          </p:nvPr>
        </p:nvSpPr>
        <p:spPr>
          <a:xfrm>
            <a:off x="4331237" y="1631950"/>
            <a:ext cx="3600000" cy="1080000"/>
          </a:xfrm>
        </p:spPr>
        <p:txBody>
          <a:bodyPr anchor="ct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Insert Picture</a:t>
            </a:r>
          </a:p>
        </p:txBody>
      </p:sp>
      <p:sp>
        <p:nvSpPr>
          <p:cNvPr id="23" name="Text Placeholder 21">
            <a:extLst>
              <a:ext uri="{FF2B5EF4-FFF2-40B4-BE49-F238E27FC236}">
                <a16:creationId xmlns:a16="http://schemas.microsoft.com/office/drawing/2014/main" id="{3EBF9622-0B52-5D4E-BF04-71D838A7A6A4}"/>
              </a:ext>
            </a:extLst>
          </p:cNvPr>
          <p:cNvSpPr>
            <a:spLocks noGrp="1"/>
          </p:cNvSpPr>
          <p:nvPr>
            <p:ph type="body" sz="quarter" idx="25" hasCustomPrompt="1"/>
          </p:nvPr>
        </p:nvSpPr>
        <p:spPr>
          <a:xfrm>
            <a:off x="8157650" y="1012874"/>
            <a:ext cx="3600000" cy="468000"/>
          </a:xfrm>
          <a:prstGeom prst="rect">
            <a:avLst/>
          </a:prstGeom>
          <a:solidFill>
            <a:srgbClr val="EEECED"/>
          </a:solidFill>
          <a:ln w="12700">
            <a:noFill/>
          </a:ln>
        </p:spPr>
        <p:txBody>
          <a:bodyPr anchor="ctr">
            <a:normAutofit/>
          </a:bodyPr>
          <a:lstStyle>
            <a:lvl1pPr marL="12700" indent="0" algn="ctr">
              <a:buNone/>
              <a:tabLst/>
              <a:defRPr sz="1600" b="1">
                <a:solidFill>
                  <a:srgbClr val="595959"/>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a:t>Header</a:t>
            </a:r>
            <a:endParaRPr lang="en-US" dirty="0"/>
          </a:p>
        </p:txBody>
      </p:sp>
      <p:sp>
        <p:nvSpPr>
          <p:cNvPr id="25" name="Text Placeholder 25">
            <a:extLst>
              <a:ext uri="{FF2B5EF4-FFF2-40B4-BE49-F238E27FC236}">
                <a16:creationId xmlns:a16="http://schemas.microsoft.com/office/drawing/2014/main" id="{DAA0B8D7-4C30-1648-86CE-0F510E7EB760}"/>
              </a:ext>
            </a:extLst>
          </p:cNvPr>
          <p:cNvSpPr>
            <a:spLocks noGrp="1"/>
          </p:cNvSpPr>
          <p:nvPr>
            <p:ph type="body" sz="quarter" idx="26"/>
          </p:nvPr>
        </p:nvSpPr>
        <p:spPr>
          <a:xfrm>
            <a:off x="8157650" y="2869808"/>
            <a:ext cx="3600000" cy="3420000"/>
          </a:xfrm>
          <a:solidFill>
            <a:srgbClr val="FCFDE9"/>
          </a:solidFill>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Content Placeholder 3">
            <a:extLst>
              <a:ext uri="{FF2B5EF4-FFF2-40B4-BE49-F238E27FC236}">
                <a16:creationId xmlns:a16="http://schemas.microsoft.com/office/drawing/2014/main" id="{6C08569C-0B31-6C47-AAB3-3B9388505ED4}"/>
              </a:ext>
            </a:extLst>
          </p:cNvPr>
          <p:cNvSpPr>
            <a:spLocks noGrp="1"/>
          </p:cNvSpPr>
          <p:nvPr>
            <p:ph sz="quarter" idx="27" hasCustomPrompt="1"/>
          </p:nvPr>
        </p:nvSpPr>
        <p:spPr>
          <a:xfrm>
            <a:off x="8157650" y="1631950"/>
            <a:ext cx="3600000" cy="1080000"/>
          </a:xfrm>
        </p:spPr>
        <p:txBody>
          <a:bodyPr anchor="ct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Insert Picture</a:t>
            </a:r>
          </a:p>
        </p:txBody>
      </p:sp>
      <p:sp>
        <p:nvSpPr>
          <p:cNvPr id="5" name="Text Placeholder 4"/>
          <p:cNvSpPr>
            <a:spLocks noGrp="1"/>
          </p:cNvSpPr>
          <p:nvPr>
            <p:ph type="body" sz="quarter" idx="28" hasCustomPrompt="1"/>
          </p:nvPr>
        </p:nvSpPr>
        <p:spPr>
          <a:xfrm>
            <a:off x="504825" y="6356350"/>
            <a:ext cx="39528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1730256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layout with copy">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9E9578D3-73F5-4B45-880E-D728A04E5519}"/>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E8EB04BC-3E8E-2741-8C53-EE2B482A6F48}"/>
              </a:ext>
            </a:extLst>
          </p:cNvPr>
          <p:cNvSpPr>
            <a:spLocks noGrp="1"/>
          </p:cNvSpPr>
          <p:nvPr>
            <p:ph type="title" hasCustomPrompt="1"/>
          </p:nvPr>
        </p:nvSpPr>
        <p:spPr>
          <a:xfrm>
            <a:off x="504825" y="250215"/>
            <a:ext cx="10412557" cy="584297"/>
          </a:xfrm>
        </p:spPr>
        <p:txBody>
          <a:bodyPr/>
          <a:lstStyle>
            <a:lvl1pPr>
              <a:defRPr/>
            </a:lvl1pPr>
          </a:lstStyle>
          <a:p>
            <a:r>
              <a:rPr lang="en-US" sz="2800" dirty="0">
                <a:latin typeface="Trebuchet MS" panose="020B0603020202020204" pitchFamily="34" charset="0"/>
              </a:rPr>
              <a:t>Table layout with copy</a:t>
            </a:r>
            <a:endParaRPr lang="en-US" dirty="0"/>
          </a:p>
        </p:txBody>
      </p:sp>
      <p:sp>
        <p:nvSpPr>
          <p:cNvPr id="3" name="Text Placeholder 2">
            <a:extLst>
              <a:ext uri="{FF2B5EF4-FFF2-40B4-BE49-F238E27FC236}">
                <a16:creationId xmlns:a16="http://schemas.microsoft.com/office/drawing/2014/main" id="{EC316D93-A762-F242-A2EA-25CE18AA65CA}"/>
              </a:ext>
            </a:extLst>
          </p:cNvPr>
          <p:cNvSpPr>
            <a:spLocks noGrp="1"/>
          </p:cNvSpPr>
          <p:nvPr>
            <p:ph type="body" idx="1" hasCustomPrompt="1"/>
          </p:nvPr>
        </p:nvSpPr>
        <p:spPr>
          <a:xfrm>
            <a:off x="1422545" y="-640493"/>
            <a:ext cx="5891996" cy="303677"/>
          </a:xfrm>
        </p:spPr>
        <p:txBody>
          <a:bodyPr anchor="b">
            <a:normAutofit/>
          </a:bodyPr>
          <a:lstStyle>
            <a:lvl1pPr marL="0" indent="0">
              <a:buNone/>
              <a:defRPr sz="1400" b="1">
                <a:solidFill>
                  <a:srgbClr val="59595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EAF8B3DA-4F87-9E44-9E87-E64D2C891546}"/>
              </a:ext>
            </a:extLst>
          </p:cNvPr>
          <p:cNvSpPr>
            <a:spLocks noGrp="1"/>
          </p:cNvSpPr>
          <p:nvPr>
            <p:ph sz="half" idx="2"/>
          </p:nvPr>
        </p:nvSpPr>
        <p:spPr>
          <a:xfrm>
            <a:off x="465942" y="1653951"/>
            <a:ext cx="3346403" cy="2831544"/>
          </a:xfrm>
        </p:spPr>
        <p:txBody>
          <a:bodyPr>
            <a:normAutofit/>
          </a:bodyPr>
          <a:lstStyle>
            <a:lvl1pPr marL="0" indent="0">
              <a:buNone/>
              <a:defRPr sz="1800">
                <a:solidFill>
                  <a:schemeClr val="tx1">
                    <a:lumMod val="85000"/>
                    <a:lumOff val="15000"/>
                  </a:schemeClr>
                </a:solidFill>
              </a:defRPr>
            </a:lvl1pPr>
            <a:lvl2pPr marL="180975" indent="-168275">
              <a:buFont typeface="Arial" panose="020B0604020202020204" pitchFamily="34" charset="0"/>
              <a:buChar char="•"/>
              <a:tabLst/>
              <a:defRPr sz="1600">
                <a:solidFill>
                  <a:schemeClr val="tx1">
                    <a:lumMod val="85000"/>
                    <a:lumOff val="15000"/>
                  </a:schemeClr>
                </a:solidFill>
              </a:defRPr>
            </a:lvl2pPr>
            <a:lvl3pPr marL="361950" indent="-139700">
              <a:buFont typeface="Arial" panose="020B0604020202020204" pitchFamily="34" charset="0"/>
              <a:buChar char="•"/>
              <a:tabLst/>
              <a:defRPr sz="1400">
                <a:solidFill>
                  <a:schemeClr val="tx1">
                    <a:lumMod val="85000"/>
                    <a:lumOff val="15000"/>
                  </a:schemeClr>
                </a:solidFill>
              </a:defRPr>
            </a:lvl3pPr>
            <a:lvl4pPr marL="501650" indent="-139700">
              <a:buFont typeface="Arial" panose="020B0604020202020204" pitchFamily="34" charset="0"/>
              <a:buChar char="•"/>
              <a:tabLst/>
              <a:defRPr sz="1200">
                <a:solidFill>
                  <a:schemeClr val="tx1">
                    <a:lumMod val="85000"/>
                    <a:lumOff val="15000"/>
                  </a:schemeClr>
                </a:solidFill>
              </a:defRPr>
            </a:lvl4pPr>
            <a:lvl5pPr marL="668338" indent="-166688">
              <a:buFont typeface="Arial" panose="020B0604020202020204" pitchFamily="34" charset="0"/>
              <a:buChar char="•"/>
              <a:tabLst/>
              <a:defRPr sz="1000">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3486B81E-3E88-4647-9E8D-B2561FD3D768}"/>
              </a:ext>
            </a:extLst>
          </p:cNvPr>
          <p:cNvSpPr>
            <a:spLocks noGrp="1"/>
          </p:cNvSpPr>
          <p:nvPr>
            <p:ph type="sldNum" sz="quarter" idx="12"/>
          </p:nvPr>
        </p:nvSpPr>
        <p:spPr/>
        <p:txBody>
          <a:bodyPr/>
          <a:lstStyle/>
          <a:p>
            <a:fld id="{7C03E8FC-7EBD-BF42-9ED4-90D4B1E23A24}" type="slidenum">
              <a:rPr lang="en-US" smtClean="0"/>
              <a:t>‹#›</a:t>
            </a:fld>
            <a:endParaRPr lang="en-US"/>
          </a:p>
        </p:txBody>
      </p:sp>
      <p:sp>
        <p:nvSpPr>
          <p:cNvPr id="6" name="Table Placeholder 5">
            <a:extLst>
              <a:ext uri="{FF2B5EF4-FFF2-40B4-BE49-F238E27FC236}">
                <a16:creationId xmlns:a16="http://schemas.microsoft.com/office/drawing/2014/main" id="{804F53D6-FE15-014B-8637-4816D8C8D57E}"/>
              </a:ext>
            </a:extLst>
          </p:cNvPr>
          <p:cNvSpPr>
            <a:spLocks noGrp="1"/>
          </p:cNvSpPr>
          <p:nvPr>
            <p:ph type="tbl" sz="quarter" idx="13"/>
          </p:nvPr>
        </p:nvSpPr>
        <p:spPr>
          <a:xfrm>
            <a:off x="3955805" y="1605397"/>
            <a:ext cx="7705970" cy="4387416"/>
          </a:xfrm>
        </p:spPr>
        <p:txBody>
          <a:bodyPr/>
          <a:lstStyle/>
          <a:p>
            <a:r>
              <a:rPr lang="en-US"/>
              <a:t>Click icon to add table</a:t>
            </a:r>
            <a:endParaRPr lang="en-US" dirty="0"/>
          </a:p>
        </p:txBody>
      </p:sp>
      <p:sp>
        <p:nvSpPr>
          <p:cNvPr id="7" name="Text Placeholder 6"/>
          <p:cNvSpPr>
            <a:spLocks noGrp="1"/>
          </p:cNvSpPr>
          <p:nvPr>
            <p:ph type="body" sz="quarter" idx="14" hasCustomPrompt="1"/>
          </p:nvPr>
        </p:nvSpPr>
        <p:spPr>
          <a:xfrm>
            <a:off x="466725" y="6356350"/>
            <a:ext cx="42195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2548213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01ACCC9-0B01-4140-AB97-B2D5AAF74A13}"/>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B814FBDE-2BA1-4740-A145-BE005D1192D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BA6741B0-2215-8A46-88BF-F2E66B8FCFBF}"/>
              </a:ext>
            </a:extLst>
          </p:cNvPr>
          <p:cNvSpPr>
            <a:spLocks noGrp="1"/>
          </p:cNvSpPr>
          <p:nvPr>
            <p:ph type="sldNum" sz="quarter" idx="12"/>
          </p:nvPr>
        </p:nvSpPr>
        <p:spPr/>
        <p:txBody>
          <a:bodyPr/>
          <a:lstStyle/>
          <a:p>
            <a:fld id="{7C03E8FC-7EBD-BF42-9ED4-90D4B1E23A24}" type="slidenum">
              <a:rPr lang="en-US" smtClean="0"/>
              <a:t>‹#›</a:t>
            </a:fld>
            <a:endParaRPr lang="en-US"/>
          </a:p>
        </p:txBody>
      </p:sp>
      <p:sp>
        <p:nvSpPr>
          <p:cNvPr id="7" name="Text Placeholder 6"/>
          <p:cNvSpPr>
            <a:spLocks noGrp="1"/>
          </p:cNvSpPr>
          <p:nvPr>
            <p:ph type="body" sz="quarter" idx="13" hasCustomPrompt="1"/>
          </p:nvPr>
        </p:nvSpPr>
        <p:spPr>
          <a:xfrm>
            <a:off x="504825" y="6356350"/>
            <a:ext cx="3800475" cy="501650"/>
          </a:xfrm>
        </p:spPr>
        <p:txBody>
          <a:bodyPr>
            <a:norm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34892548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97AE889-C293-674E-B5E9-01862CB4F1BA}"/>
              </a:ext>
            </a:extLst>
          </p:cNvPr>
          <p:cNvSpPr>
            <a:spLocks noGrp="1"/>
          </p:cNvSpPr>
          <p:nvPr>
            <p:ph type="pic" idx="1"/>
          </p:nvPr>
        </p:nvSpPr>
        <p:spPr>
          <a:xfrm>
            <a:off x="0" y="0"/>
            <a:ext cx="60579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 name="Footer Placeholder 5">
            <a:extLst>
              <a:ext uri="{FF2B5EF4-FFF2-40B4-BE49-F238E27FC236}">
                <a16:creationId xmlns:a16="http://schemas.microsoft.com/office/drawing/2014/main" id="{F3565BFD-3AF0-F64F-BA5A-7FAD6F793F06}"/>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BC330D6F-16E3-BB4D-AAD6-AF24CD8A2838}"/>
              </a:ext>
            </a:extLst>
          </p:cNvPr>
          <p:cNvSpPr>
            <a:spLocks noGrp="1"/>
          </p:cNvSpPr>
          <p:nvPr>
            <p:ph type="title" hasCustomPrompt="1"/>
          </p:nvPr>
        </p:nvSpPr>
        <p:spPr>
          <a:xfrm>
            <a:off x="6669088" y="2256296"/>
            <a:ext cx="4397190" cy="523220"/>
          </a:xfrm>
        </p:spPr>
        <p:txBody>
          <a:bodyPr anchor="b">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8EA95580-89D1-2F44-B156-FC0FE81704F9}"/>
              </a:ext>
            </a:extLst>
          </p:cNvPr>
          <p:cNvSpPr>
            <a:spLocks noGrp="1"/>
          </p:cNvSpPr>
          <p:nvPr>
            <p:ph type="body" sz="half" idx="2"/>
          </p:nvPr>
        </p:nvSpPr>
        <p:spPr>
          <a:xfrm>
            <a:off x="6669088" y="3284782"/>
            <a:ext cx="4397190" cy="2584206"/>
          </a:xfrm>
        </p:spPr>
        <p:txBody>
          <a:bodyPr>
            <a:normAutofit/>
          </a:bodyPr>
          <a:lstStyle>
            <a:lvl1pPr marL="0" indent="0">
              <a:buNone/>
              <a:defRPr sz="2000">
                <a:solidFill>
                  <a:srgbClr val="7F7F7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698C8ABB-4A3F-E348-ADA0-77696158B139}"/>
              </a:ext>
            </a:extLst>
          </p:cNvPr>
          <p:cNvSpPr>
            <a:spLocks noGrp="1"/>
          </p:cNvSpPr>
          <p:nvPr>
            <p:ph type="sldNum" sz="quarter" idx="12"/>
          </p:nvPr>
        </p:nvSpPr>
        <p:spPr/>
        <p:txBody>
          <a:bodyPr/>
          <a:lstStyle/>
          <a:p>
            <a:fld id="{7C03E8FC-7EBD-BF42-9ED4-90D4B1E23A24}" type="slidenum">
              <a:rPr lang="en-US" smtClean="0"/>
              <a:t>‹#›</a:t>
            </a:fld>
            <a:endParaRPr lang="en-US"/>
          </a:p>
        </p:txBody>
      </p:sp>
    </p:spTree>
    <p:extLst>
      <p:ext uri="{BB962C8B-B14F-4D97-AF65-F5344CB8AC3E}">
        <p14:creationId xmlns:p14="http://schemas.microsoft.com/office/powerpoint/2010/main" val="454902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270" imgH="270" progId="TCLayout.ActiveDocument.1">
                  <p:embed/>
                </p:oleObj>
              </mc:Choice>
              <mc:Fallback>
                <p:oleObj name="think-cell Slide" r:id="rId15" imgW="270" imgH="270" progId="TCLayout.ActiveDocument.1">
                  <p:embed/>
                  <p:pic>
                    <p:nvPicPr>
                      <p:cNvPr id="9" name="Object 8" hidden="1"/>
                      <p:cNvPicPr/>
                      <p:nvPr/>
                    </p:nvPicPr>
                    <p:blipFill>
                      <a:blip r:embed="rId16"/>
                      <a:stretch>
                        <a:fillRect/>
                      </a:stretch>
                    </p:blipFill>
                    <p:spPr>
                      <a:xfrm>
                        <a:off x="1588" y="1588"/>
                        <a:ext cx="1588" cy="1588"/>
                      </a:xfrm>
                      <a:prstGeom prst="rect">
                        <a:avLst/>
                      </a:prstGeom>
                    </p:spPr>
                  </p:pic>
                </p:oleObj>
              </mc:Fallback>
            </mc:AlternateContent>
          </a:graphicData>
        </a:graphic>
      </p:graphicFrame>
      <p:pic>
        <p:nvPicPr>
          <p:cNvPr id="18" name="Picture 17">
            <a:extLst>
              <a:ext uri="{FF2B5EF4-FFF2-40B4-BE49-F238E27FC236}">
                <a16:creationId xmlns:a16="http://schemas.microsoft.com/office/drawing/2014/main" id="{D332AD5B-E72D-A94F-98AE-656377385D6B}"/>
              </a:ext>
            </a:extLst>
          </p:cNvPr>
          <p:cNvPicPr>
            <a:picLocks noChangeAspect="1"/>
          </p:cNvPicPr>
          <p:nvPr userDrawn="1"/>
        </p:nvPicPr>
        <p:blipFill>
          <a:blip r:embed="rId17" cstate="screen">
            <a:lum/>
            <a:extLst>
              <a:ext uri="{28A0092B-C50C-407E-A947-70E740481C1C}">
                <a14:useLocalDpi xmlns:a14="http://schemas.microsoft.com/office/drawing/2010/main"/>
              </a:ext>
            </a:extLst>
          </a:blip>
          <a:stretch>
            <a:fillRect/>
          </a:stretch>
        </p:blipFill>
        <p:spPr>
          <a:xfrm>
            <a:off x="11081394" y="223339"/>
            <a:ext cx="603250" cy="603250"/>
          </a:xfrm>
          <a:prstGeom prst="rect">
            <a:avLst/>
          </a:prstGeom>
        </p:spPr>
      </p:pic>
      <p:sp>
        <p:nvSpPr>
          <p:cNvPr id="17" name="Rectangle 16">
            <a:extLst>
              <a:ext uri="{FF2B5EF4-FFF2-40B4-BE49-F238E27FC236}">
                <a16:creationId xmlns:a16="http://schemas.microsoft.com/office/drawing/2014/main" id="{4B1F3A1E-7DB8-E942-A26E-AA47434BAB2A}"/>
              </a:ext>
            </a:extLst>
          </p:cNvPr>
          <p:cNvSpPr/>
          <p:nvPr userDrawn="1"/>
        </p:nvSpPr>
        <p:spPr>
          <a:xfrm>
            <a:off x="0" y="321764"/>
            <a:ext cx="504824" cy="365125"/>
          </a:xfrm>
          <a:prstGeom prst="rect">
            <a:avLst/>
          </a:prstGeom>
          <a:solidFill>
            <a:srgbClr val="A6A6A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9D2D0EB2-9874-914F-813F-217E2062148A}"/>
              </a:ext>
            </a:extLst>
          </p:cNvPr>
          <p:cNvSpPr>
            <a:spLocks noGrp="1"/>
          </p:cNvSpPr>
          <p:nvPr>
            <p:ph type="ftr" sz="quarter" idx="3"/>
          </p:nvPr>
        </p:nvSpPr>
        <p:spPr>
          <a:xfrm>
            <a:off x="9278470" y="6356350"/>
            <a:ext cx="2197675" cy="360000"/>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endParaRPr lang="en-US" dirty="0"/>
          </a:p>
        </p:txBody>
      </p:sp>
      <p:cxnSp>
        <p:nvCxnSpPr>
          <p:cNvPr id="7" name="Straight Connector 6">
            <a:extLst>
              <a:ext uri="{FF2B5EF4-FFF2-40B4-BE49-F238E27FC236}">
                <a16:creationId xmlns:a16="http://schemas.microsoft.com/office/drawing/2014/main" id="{1F060E8E-1590-EC47-B852-A8EDA70D52E9}"/>
              </a:ext>
            </a:extLst>
          </p:cNvPr>
          <p:cNvCxnSpPr/>
          <p:nvPr userDrawn="1"/>
        </p:nvCxnSpPr>
        <p:spPr>
          <a:xfrm>
            <a:off x="504825" y="6333935"/>
            <a:ext cx="11273981" cy="0"/>
          </a:xfrm>
          <a:prstGeom prst="line">
            <a:avLst/>
          </a:prstGeom>
          <a:ln w="22225">
            <a:solidFill>
              <a:schemeClr val="accent4">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1AF1BBB8-66EF-AE41-A86C-2B947B05AAFE}"/>
              </a:ext>
            </a:extLst>
          </p:cNvPr>
          <p:cNvSpPr>
            <a:spLocks noGrp="1"/>
          </p:cNvSpPr>
          <p:nvPr>
            <p:ph type="title"/>
          </p:nvPr>
        </p:nvSpPr>
        <p:spPr>
          <a:xfrm>
            <a:off x="504825" y="250215"/>
            <a:ext cx="10412557" cy="58429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5B460CC-4201-9F45-950F-D8B26925AAAC}"/>
              </a:ext>
            </a:extLst>
          </p:cNvPr>
          <p:cNvSpPr>
            <a:spLocks noGrp="1"/>
          </p:cNvSpPr>
          <p:nvPr>
            <p:ph type="body" idx="1"/>
          </p:nvPr>
        </p:nvSpPr>
        <p:spPr>
          <a:xfrm>
            <a:off x="666596" y="1321555"/>
            <a:ext cx="10515600" cy="485540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6704F3C0-4E01-514C-A6AC-261444DB95E2}"/>
              </a:ext>
            </a:extLst>
          </p:cNvPr>
          <p:cNvSpPr>
            <a:spLocks noGrp="1"/>
          </p:cNvSpPr>
          <p:nvPr>
            <p:ph type="sldNum" sz="quarter" idx="4"/>
          </p:nvPr>
        </p:nvSpPr>
        <p:spPr>
          <a:xfrm>
            <a:off x="11508806" y="6356350"/>
            <a:ext cx="270000" cy="360000"/>
          </a:xfrm>
          <a:prstGeom prst="rect">
            <a:avLst/>
          </a:prstGeom>
        </p:spPr>
        <p:txBody>
          <a:bodyPr vert="horz" lIns="0" tIns="0" rIns="0" bIns="0" rtlCol="0" anchor="ctr"/>
          <a:lstStyle>
            <a:lvl1pPr algn="r">
              <a:defRPr sz="1000" b="1">
                <a:solidFill>
                  <a:srgbClr val="898989"/>
                </a:solidFill>
              </a:defRPr>
            </a:lvl1pPr>
          </a:lstStyle>
          <a:p>
            <a:fld id="{7C03E8FC-7EBD-BF42-9ED4-90D4B1E23A24}" type="slidenum">
              <a:rPr lang="en-US" smtClean="0"/>
              <a:pPr/>
              <a:t>‹#›</a:t>
            </a:fld>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MY" dirty="0"/>
          </a:p>
        </p:txBody>
      </p:sp>
      <p:grpSp>
        <p:nvGrpSpPr>
          <p:cNvPr id="11" name="Group 10"/>
          <p:cNvGrpSpPr/>
          <p:nvPr userDrawn="1"/>
        </p:nvGrpSpPr>
        <p:grpSpPr>
          <a:xfrm>
            <a:off x="-767806" y="0"/>
            <a:ext cx="457200" cy="2413535"/>
            <a:chOff x="-533400" y="0"/>
            <a:chExt cx="457200" cy="2413535"/>
          </a:xfrm>
          <a:effectLst>
            <a:outerShdw blurRad="50800" dist="38100" dir="2700000" algn="tl" rotWithShape="0">
              <a:prstClr val="black">
                <a:alpha val="40000"/>
              </a:prstClr>
            </a:outerShdw>
          </a:effectLst>
        </p:grpSpPr>
        <p:sp>
          <p:nvSpPr>
            <p:cNvPr id="12" name="Rectangle 11"/>
            <p:cNvSpPr/>
            <p:nvPr userDrawn="1"/>
          </p:nvSpPr>
          <p:spPr>
            <a:xfrm>
              <a:off x="-533400" y="0"/>
              <a:ext cx="457200" cy="35613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Rectangle 12"/>
            <p:cNvSpPr/>
            <p:nvPr userDrawn="1"/>
          </p:nvSpPr>
          <p:spPr>
            <a:xfrm>
              <a:off x="-533400" y="357071"/>
              <a:ext cx="457200" cy="356135"/>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Rectangle 13"/>
            <p:cNvSpPr/>
            <p:nvPr userDrawn="1"/>
          </p:nvSpPr>
          <p:spPr>
            <a:xfrm>
              <a:off x="-533400" y="714142"/>
              <a:ext cx="457200" cy="356135"/>
            </a:xfrm>
            <a:prstGeom prst="rect">
              <a:avLst/>
            </a:prstGeom>
            <a:solidFill>
              <a:srgbClr val="FFB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5" name="Rectangle 14"/>
            <p:cNvSpPr/>
            <p:nvPr userDrawn="1"/>
          </p:nvSpPr>
          <p:spPr>
            <a:xfrm>
              <a:off x="-533400" y="1071213"/>
              <a:ext cx="457200" cy="35613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6" name="Rectangle 15"/>
            <p:cNvSpPr/>
            <p:nvPr userDrawn="1"/>
          </p:nvSpPr>
          <p:spPr>
            <a:xfrm>
              <a:off x="-533400" y="1428284"/>
              <a:ext cx="457200" cy="356135"/>
            </a:xfrm>
            <a:prstGeom prst="rect">
              <a:avLst/>
            </a:prstGeom>
            <a:solidFill>
              <a:srgbClr val="E7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9" name="Rectangle 18"/>
            <p:cNvSpPr/>
            <p:nvPr userDrawn="1"/>
          </p:nvSpPr>
          <p:spPr>
            <a:xfrm>
              <a:off x="-533400" y="1785355"/>
              <a:ext cx="457200" cy="356135"/>
            </a:xfrm>
            <a:prstGeom prst="rect">
              <a:avLst/>
            </a:prstGeom>
            <a:solidFill>
              <a:srgbClr val="FFF2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0" name="Rectangle 19"/>
            <p:cNvSpPr/>
            <p:nvPr userDrawn="1"/>
          </p:nvSpPr>
          <p:spPr>
            <a:xfrm>
              <a:off x="-533400" y="2057400"/>
              <a:ext cx="457200" cy="356135"/>
            </a:xfrm>
            <a:prstGeom prst="rect">
              <a:avLst/>
            </a:prstGeom>
            <a:solidFill>
              <a:srgbClr val="FBE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spTree>
    <p:extLst>
      <p:ext uri="{BB962C8B-B14F-4D97-AF65-F5344CB8AC3E}">
        <p14:creationId xmlns:p14="http://schemas.microsoft.com/office/powerpoint/2010/main" val="39123595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2" r:id="rId11"/>
    <p:sldLayoutId id="2147483675" r:id="rId12"/>
  </p:sldLayoutIdLst>
  <p:hf hdr="0" ftr="0" dt="0"/>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B359F-BB40-D8C3-4048-2E1AD762828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4CF50ED-1FB2-9F92-BC6A-77DB1BAAA998}"/>
              </a:ext>
            </a:extLst>
          </p:cNvPr>
          <p:cNvSpPr/>
          <p:nvPr/>
        </p:nvSpPr>
        <p:spPr>
          <a:xfrm>
            <a:off x="1155487" y="904497"/>
            <a:ext cx="3586373" cy="4680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p>
            <a:pPr marL="12700" algn="ctr">
              <a:lnSpc>
                <a:spcPct val="90000"/>
              </a:lnSpc>
              <a:spcBef>
                <a:spcPts val="1000"/>
              </a:spcBef>
            </a:pPr>
            <a:r>
              <a:rPr lang="en-US" sz="1600" b="1" dirty="0">
                <a:solidFill>
                  <a:schemeClr val="bg1"/>
                </a:solidFill>
              </a:rPr>
              <a:t>Yahoo Finance</a:t>
            </a:r>
            <a:endParaRPr lang="en-US" sz="1600" b="1" kern="1200" dirty="0">
              <a:solidFill>
                <a:schemeClr val="bg1"/>
              </a:solidFill>
              <a:latin typeface="+mn-lt"/>
              <a:ea typeface="+mn-ea"/>
              <a:cs typeface="+mn-cs"/>
            </a:endParaRPr>
          </a:p>
        </p:txBody>
      </p:sp>
      <p:sp>
        <p:nvSpPr>
          <p:cNvPr id="2" name="Title 1">
            <a:extLst>
              <a:ext uri="{FF2B5EF4-FFF2-40B4-BE49-F238E27FC236}">
                <a16:creationId xmlns:a16="http://schemas.microsoft.com/office/drawing/2014/main" id="{47E1D177-D01F-BB1D-56E4-D192AD67AD90}"/>
              </a:ext>
            </a:extLst>
          </p:cNvPr>
          <p:cNvSpPr>
            <a:spLocks noGrp="1"/>
          </p:cNvSpPr>
          <p:nvPr>
            <p:ph type="title"/>
          </p:nvPr>
        </p:nvSpPr>
        <p:spPr>
          <a:xfrm>
            <a:off x="504825" y="250215"/>
            <a:ext cx="10412557" cy="584297"/>
          </a:xfrm>
        </p:spPr>
        <p:txBody>
          <a:bodyPr vert="horz" lIns="91440" tIns="45720" rIns="91440" bIns="45720" rtlCol="0" anchor="ctr">
            <a:normAutofit/>
          </a:bodyPr>
          <a:lstStyle/>
          <a:p>
            <a:r>
              <a:rPr lang="en-US" dirty="0"/>
              <a:t>Summary of Identified ESG Data</a:t>
            </a:r>
          </a:p>
        </p:txBody>
      </p:sp>
      <p:sp>
        <p:nvSpPr>
          <p:cNvPr id="4" name="Slide Number Placeholder 3">
            <a:extLst>
              <a:ext uri="{FF2B5EF4-FFF2-40B4-BE49-F238E27FC236}">
                <a16:creationId xmlns:a16="http://schemas.microsoft.com/office/drawing/2014/main" id="{E0322DBC-D2F2-9487-2739-A43E4ADDBA1A}"/>
              </a:ext>
            </a:extLst>
          </p:cNvPr>
          <p:cNvSpPr>
            <a:spLocks noGrp="1"/>
          </p:cNvSpPr>
          <p:nvPr>
            <p:ph type="sldNum" sz="quarter" idx="12"/>
          </p:nvPr>
        </p:nvSpPr>
        <p:spPr>
          <a:xfrm>
            <a:off x="11508806" y="6356350"/>
            <a:ext cx="270000" cy="360000"/>
          </a:xfrm>
        </p:spPr>
        <p:txBody>
          <a:bodyPr vert="horz" lIns="0" tIns="0" rIns="0" bIns="0" rtlCol="0" anchor="ctr">
            <a:normAutofit/>
          </a:bodyPr>
          <a:lstStyle/>
          <a:p>
            <a:pPr>
              <a:spcAft>
                <a:spcPts val="600"/>
              </a:spcAft>
            </a:pPr>
            <a:fld id="{7C03E8FC-7EBD-BF42-9ED4-90D4B1E23A24}" type="slidenum">
              <a:rPr lang="en-US" smtClean="0"/>
              <a:pPr>
                <a:spcAft>
                  <a:spcPts val="600"/>
                </a:spcAft>
              </a:pPr>
              <a:t>1</a:t>
            </a:fld>
            <a:endParaRPr lang="en-US"/>
          </a:p>
        </p:txBody>
      </p:sp>
      <p:sp>
        <p:nvSpPr>
          <p:cNvPr id="15" name="Text Placeholder 4">
            <a:extLst>
              <a:ext uri="{FF2B5EF4-FFF2-40B4-BE49-F238E27FC236}">
                <a16:creationId xmlns:a16="http://schemas.microsoft.com/office/drawing/2014/main" id="{8C4419D4-B3E4-EAD9-9D4D-06B2B0C4DB1E}"/>
              </a:ext>
            </a:extLst>
          </p:cNvPr>
          <p:cNvSpPr>
            <a:spLocks noGrp="1"/>
          </p:cNvSpPr>
          <p:nvPr>
            <p:ph type="body" sz="quarter" idx="15"/>
          </p:nvPr>
        </p:nvSpPr>
        <p:spPr>
          <a:xfrm>
            <a:off x="1155487" y="4451365"/>
            <a:ext cx="3586371" cy="266356"/>
          </a:xfrm>
          <a:solidFill>
            <a:schemeClr val="accent4"/>
          </a:solidFill>
        </p:spPr>
        <p:txBody>
          <a:bodyPr>
            <a:noAutofit/>
          </a:bodyPr>
          <a:lstStyle/>
          <a:p>
            <a:pPr marL="0" indent="0">
              <a:buNone/>
            </a:pPr>
            <a:r>
              <a:rPr lang="en-US" sz="1000" dirty="0"/>
              <a:t>Public-listed companies</a:t>
            </a:r>
          </a:p>
        </p:txBody>
      </p:sp>
      <p:sp>
        <p:nvSpPr>
          <p:cNvPr id="9" name="Rectangle 8">
            <a:extLst>
              <a:ext uri="{FF2B5EF4-FFF2-40B4-BE49-F238E27FC236}">
                <a16:creationId xmlns:a16="http://schemas.microsoft.com/office/drawing/2014/main" id="{A0C1BC63-2EF0-89CC-5241-349994FFBD34}"/>
              </a:ext>
            </a:extLst>
          </p:cNvPr>
          <p:cNvSpPr/>
          <p:nvPr/>
        </p:nvSpPr>
        <p:spPr>
          <a:xfrm>
            <a:off x="4827103" y="908603"/>
            <a:ext cx="3586373" cy="4680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p>
            <a:pPr marL="12700" algn="ctr">
              <a:lnSpc>
                <a:spcPct val="90000"/>
              </a:lnSpc>
              <a:spcBef>
                <a:spcPts val="1000"/>
              </a:spcBef>
            </a:pPr>
            <a:r>
              <a:rPr lang="en-US" sz="1600" b="1" kern="1200" dirty="0">
                <a:solidFill>
                  <a:schemeClr val="bg1"/>
                </a:solidFill>
                <a:latin typeface="+mn-lt"/>
                <a:ea typeface="+mn-ea"/>
                <a:cs typeface="+mn-cs"/>
              </a:rPr>
              <a:t>Experian ESG</a:t>
            </a:r>
          </a:p>
        </p:txBody>
      </p:sp>
      <p:sp>
        <p:nvSpPr>
          <p:cNvPr id="19" name="Text Placeholder 7">
            <a:extLst>
              <a:ext uri="{FF2B5EF4-FFF2-40B4-BE49-F238E27FC236}">
                <a16:creationId xmlns:a16="http://schemas.microsoft.com/office/drawing/2014/main" id="{D175362D-1E24-99F0-2080-44DF37177CD9}"/>
              </a:ext>
            </a:extLst>
          </p:cNvPr>
          <p:cNvSpPr>
            <a:spLocks noGrp="1"/>
          </p:cNvSpPr>
          <p:nvPr>
            <p:ph type="body" sz="quarter" idx="23"/>
          </p:nvPr>
        </p:nvSpPr>
        <p:spPr>
          <a:xfrm>
            <a:off x="4827102" y="4455440"/>
            <a:ext cx="3586371" cy="266356"/>
          </a:xfrm>
          <a:solidFill>
            <a:schemeClr val="accent4"/>
          </a:solidFill>
        </p:spPr>
        <p:txBody>
          <a:bodyPr>
            <a:noAutofit/>
          </a:bodyPr>
          <a:lstStyle/>
          <a:p>
            <a:pPr marL="0" indent="0">
              <a:buNone/>
            </a:pPr>
            <a:r>
              <a:rPr lang="en-US" sz="1000" dirty="0"/>
              <a:t>TBC</a:t>
            </a:r>
          </a:p>
        </p:txBody>
      </p:sp>
      <p:sp>
        <p:nvSpPr>
          <p:cNvPr id="8" name="Rectangle 7">
            <a:extLst>
              <a:ext uri="{FF2B5EF4-FFF2-40B4-BE49-F238E27FC236}">
                <a16:creationId xmlns:a16="http://schemas.microsoft.com/office/drawing/2014/main" id="{2B362062-0FDB-429C-98FD-F368CCB36047}"/>
              </a:ext>
            </a:extLst>
          </p:cNvPr>
          <p:cNvSpPr/>
          <p:nvPr/>
        </p:nvSpPr>
        <p:spPr>
          <a:xfrm>
            <a:off x="8498719" y="904497"/>
            <a:ext cx="3586373" cy="4680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p>
            <a:pPr marL="12700" algn="ctr">
              <a:lnSpc>
                <a:spcPct val="90000"/>
              </a:lnSpc>
              <a:spcBef>
                <a:spcPts val="1000"/>
              </a:spcBef>
            </a:pPr>
            <a:r>
              <a:rPr lang="en-US" sz="1600" b="1" kern="1200" dirty="0" err="1">
                <a:solidFill>
                  <a:schemeClr val="bg1"/>
                </a:solidFill>
                <a:latin typeface="+mn-lt"/>
                <a:ea typeface="+mn-ea"/>
                <a:cs typeface="+mn-cs"/>
              </a:rPr>
              <a:t>ESGpedia</a:t>
            </a:r>
            <a:endParaRPr lang="en-US" sz="1600" b="1" kern="1200" dirty="0">
              <a:solidFill>
                <a:schemeClr val="bg1"/>
              </a:solidFill>
              <a:latin typeface="+mn-lt"/>
              <a:ea typeface="+mn-ea"/>
              <a:cs typeface="+mn-cs"/>
            </a:endParaRPr>
          </a:p>
        </p:txBody>
      </p:sp>
      <p:sp>
        <p:nvSpPr>
          <p:cNvPr id="23" name="Text Placeholder 10">
            <a:extLst>
              <a:ext uri="{FF2B5EF4-FFF2-40B4-BE49-F238E27FC236}">
                <a16:creationId xmlns:a16="http://schemas.microsoft.com/office/drawing/2014/main" id="{06980859-E043-A1AB-0BE4-87FC5C25EE39}"/>
              </a:ext>
            </a:extLst>
          </p:cNvPr>
          <p:cNvSpPr>
            <a:spLocks noGrp="1"/>
          </p:cNvSpPr>
          <p:nvPr>
            <p:ph type="body" sz="quarter" idx="26"/>
          </p:nvPr>
        </p:nvSpPr>
        <p:spPr>
          <a:xfrm>
            <a:off x="8498718" y="4448945"/>
            <a:ext cx="3586370" cy="266356"/>
          </a:xfrm>
          <a:solidFill>
            <a:schemeClr val="accent4"/>
          </a:solidFill>
        </p:spPr>
        <p:txBody>
          <a:bodyPr>
            <a:noAutofit/>
          </a:bodyPr>
          <a:lstStyle/>
          <a:p>
            <a:pPr marL="0" indent="0">
              <a:buNone/>
            </a:pPr>
            <a:r>
              <a:rPr lang="en-US" sz="1000" dirty="0"/>
              <a:t>Private &amp; Public</a:t>
            </a:r>
          </a:p>
        </p:txBody>
      </p:sp>
      <p:sp>
        <p:nvSpPr>
          <p:cNvPr id="27" name="Text Placeholder 12">
            <a:extLst>
              <a:ext uri="{FF2B5EF4-FFF2-40B4-BE49-F238E27FC236}">
                <a16:creationId xmlns:a16="http://schemas.microsoft.com/office/drawing/2014/main" id="{9186405B-D8B7-0889-16B4-B8F6C984737F}"/>
              </a:ext>
            </a:extLst>
          </p:cNvPr>
          <p:cNvSpPr>
            <a:spLocks noGrp="1"/>
          </p:cNvSpPr>
          <p:nvPr>
            <p:ph type="body" sz="quarter" idx="28"/>
          </p:nvPr>
        </p:nvSpPr>
        <p:spPr>
          <a:xfrm>
            <a:off x="504825" y="6356350"/>
            <a:ext cx="3952875" cy="360363"/>
          </a:xfrm>
        </p:spPr>
        <p:txBody>
          <a:bodyPr/>
          <a:lstStyle/>
          <a:p>
            <a:endParaRPr lang="en-US" dirty="0"/>
          </a:p>
        </p:txBody>
      </p:sp>
      <p:sp>
        <p:nvSpPr>
          <p:cNvPr id="11" name="Text Placeholder 4">
            <a:extLst>
              <a:ext uri="{FF2B5EF4-FFF2-40B4-BE49-F238E27FC236}">
                <a16:creationId xmlns:a16="http://schemas.microsoft.com/office/drawing/2014/main" id="{69AEE921-F933-73D3-3C29-C267EFC1D34D}"/>
              </a:ext>
            </a:extLst>
          </p:cNvPr>
          <p:cNvSpPr txBox="1">
            <a:spLocks/>
          </p:cNvSpPr>
          <p:nvPr/>
        </p:nvSpPr>
        <p:spPr>
          <a:xfrm>
            <a:off x="1155487" y="4806165"/>
            <a:ext cx="3586371" cy="731611"/>
          </a:xfrm>
          <a:prstGeom prst="rect">
            <a:avLst/>
          </a:prstGeom>
          <a:solidFill>
            <a:schemeClr val="bg2"/>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Basic ESG Scores. Provides snapshot of sustainability risks i.e. Total ESG Risk score, a controversy level  indicating reputational risks, and peer comparison to benchmark performance</a:t>
            </a:r>
          </a:p>
          <a:p>
            <a:pPr marL="0" indent="0">
              <a:buFont typeface="Arial" panose="020B0604020202020204" pitchFamily="34" charset="0"/>
              <a:buNone/>
            </a:pPr>
            <a:endParaRPr lang="en-US" sz="1000" dirty="0"/>
          </a:p>
        </p:txBody>
      </p:sp>
      <p:sp>
        <p:nvSpPr>
          <p:cNvPr id="12" name="Text Placeholder 7">
            <a:extLst>
              <a:ext uri="{FF2B5EF4-FFF2-40B4-BE49-F238E27FC236}">
                <a16:creationId xmlns:a16="http://schemas.microsoft.com/office/drawing/2014/main" id="{6E9ADF9E-82F8-54E5-4D0D-AE95BA811ED3}"/>
              </a:ext>
            </a:extLst>
          </p:cNvPr>
          <p:cNvSpPr txBox="1">
            <a:spLocks/>
          </p:cNvSpPr>
          <p:nvPr/>
        </p:nvSpPr>
        <p:spPr>
          <a:xfrm>
            <a:off x="4827102" y="4806164"/>
            <a:ext cx="3586371" cy="731611"/>
          </a:xfrm>
          <a:prstGeom prst="rect">
            <a:avLst/>
          </a:prstGeom>
          <a:solidFill>
            <a:schemeClr val="bg2"/>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Centralized ESG summary reports from various ESG data sources. Provides ESG data extraction services where client can provide list of companies, and Experian return the ESG details of the company. All reports available in digital form, embedded into current Experian reports</a:t>
            </a:r>
          </a:p>
          <a:p>
            <a:pPr marL="0" indent="0">
              <a:buFont typeface="Arial" panose="020B0604020202020204" pitchFamily="34" charset="0"/>
              <a:buNone/>
            </a:pPr>
            <a:endParaRPr lang="en-US" sz="1000" dirty="0"/>
          </a:p>
        </p:txBody>
      </p:sp>
      <p:sp>
        <p:nvSpPr>
          <p:cNvPr id="13" name="Text Placeholder 10">
            <a:extLst>
              <a:ext uri="{FF2B5EF4-FFF2-40B4-BE49-F238E27FC236}">
                <a16:creationId xmlns:a16="http://schemas.microsoft.com/office/drawing/2014/main" id="{53E37020-2C7F-254B-CAB7-E74F813C0B0D}"/>
              </a:ext>
            </a:extLst>
          </p:cNvPr>
          <p:cNvSpPr txBox="1">
            <a:spLocks/>
          </p:cNvSpPr>
          <p:nvPr/>
        </p:nvSpPr>
        <p:spPr>
          <a:xfrm>
            <a:off x="8498716" y="4806164"/>
            <a:ext cx="3586370" cy="731611"/>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Comprehensive ESG reports with comprehensive sustainability data, and supply chain ESG insights</a:t>
            </a:r>
          </a:p>
        </p:txBody>
      </p:sp>
      <p:sp>
        <p:nvSpPr>
          <p:cNvPr id="14" name="Text Placeholder 4">
            <a:extLst>
              <a:ext uri="{FF2B5EF4-FFF2-40B4-BE49-F238E27FC236}">
                <a16:creationId xmlns:a16="http://schemas.microsoft.com/office/drawing/2014/main" id="{3D5B0D3F-A798-D8BD-477D-168372986191}"/>
              </a:ext>
            </a:extLst>
          </p:cNvPr>
          <p:cNvSpPr txBox="1">
            <a:spLocks/>
          </p:cNvSpPr>
          <p:nvPr/>
        </p:nvSpPr>
        <p:spPr>
          <a:xfrm>
            <a:off x="1155486" y="5604009"/>
            <a:ext cx="3586371" cy="208123"/>
          </a:xfrm>
          <a:prstGeom prst="rect">
            <a:avLst/>
          </a:prstGeom>
          <a:solidFill>
            <a:schemeClr val="accent4"/>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Free, Website/API</a:t>
            </a:r>
          </a:p>
        </p:txBody>
      </p:sp>
      <p:sp>
        <p:nvSpPr>
          <p:cNvPr id="16" name="Text Placeholder 7">
            <a:extLst>
              <a:ext uri="{FF2B5EF4-FFF2-40B4-BE49-F238E27FC236}">
                <a16:creationId xmlns:a16="http://schemas.microsoft.com/office/drawing/2014/main" id="{D2F339DD-AD30-58A2-0071-46F3172E245F}"/>
              </a:ext>
            </a:extLst>
          </p:cNvPr>
          <p:cNvSpPr txBox="1">
            <a:spLocks/>
          </p:cNvSpPr>
          <p:nvPr/>
        </p:nvSpPr>
        <p:spPr>
          <a:xfrm>
            <a:off x="4827102" y="5596009"/>
            <a:ext cx="3586370" cy="208123"/>
          </a:xfrm>
          <a:prstGeom prst="rect">
            <a:avLst/>
          </a:prstGeom>
          <a:solidFill>
            <a:schemeClr val="accent4"/>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Paid (TBC)</a:t>
            </a:r>
          </a:p>
        </p:txBody>
      </p:sp>
      <p:sp>
        <p:nvSpPr>
          <p:cNvPr id="18" name="Text Placeholder 10">
            <a:extLst>
              <a:ext uri="{FF2B5EF4-FFF2-40B4-BE49-F238E27FC236}">
                <a16:creationId xmlns:a16="http://schemas.microsoft.com/office/drawing/2014/main" id="{ECC1CE2E-65E3-F9B5-086D-5B2C87003EF1}"/>
              </a:ext>
            </a:extLst>
          </p:cNvPr>
          <p:cNvSpPr txBox="1">
            <a:spLocks/>
          </p:cNvSpPr>
          <p:nvPr/>
        </p:nvSpPr>
        <p:spPr>
          <a:xfrm>
            <a:off x="8498715" y="5593398"/>
            <a:ext cx="3586369" cy="208123"/>
          </a:xfrm>
          <a:prstGeom prst="rect">
            <a:avLst/>
          </a:prstGeom>
          <a:solidFill>
            <a:schemeClr val="accent4"/>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In-house</a:t>
            </a:r>
          </a:p>
        </p:txBody>
      </p:sp>
      <p:sp>
        <p:nvSpPr>
          <p:cNvPr id="20" name="Text Placeholder 4">
            <a:extLst>
              <a:ext uri="{FF2B5EF4-FFF2-40B4-BE49-F238E27FC236}">
                <a16:creationId xmlns:a16="http://schemas.microsoft.com/office/drawing/2014/main" id="{03F339B8-B7D8-ABA2-4A5A-D3B8CFE7A903}"/>
              </a:ext>
            </a:extLst>
          </p:cNvPr>
          <p:cNvSpPr txBox="1">
            <a:spLocks/>
          </p:cNvSpPr>
          <p:nvPr/>
        </p:nvSpPr>
        <p:spPr>
          <a:xfrm>
            <a:off x="1155486" y="5873529"/>
            <a:ext cx="3586370" cy="360362"/>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Periodic updates</a:t>
            </a:r>
          </a:p>
        </p:txBody>
      </p:sp>
      <p:sp>
        <p:nvSpPr>
          <p:cNvPr id="22" name="Text Placeholder 7">
            <a:extLst>
              <a:ext uri="{FF2B5EF4-FFF2-40B4-BE49-F238E27FC236}">
                <a16:creationId xmlns:a16="http://schemas.microsoft.com/office/drawing/2014/main" id="{F2337D90-3209-40C6-E783-5E8D025B7EDA}"/>
              </a:ext>
            </a:extLst>
          </p:cNvPr>
          <p:cNvSpPr txBox="1">
            <a:spLocks/>
          </p:cNvSpPr>
          <p:nvPr/>
        </p:nvSpPr>
        <p:spPr>
          <a:xfrm>
            <a:off x="4827101" y="5883082"/>
            <a:ext cx="3586369" cy="360362"/>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Regular updates</a:t>
            </a:r>
          </a:p>
        </p:txBody>
      </p:sp>
      <p:sp>
        <p:nvSpPr>
          <p:cNvPr id="24" name="Text Placeholder 10">
            <a:extLst>
              <a:ext uri="{FF2B5EF4-FFF2-40B4-BE49-F238E27FC236}">
                <a16:creationId xmlns:a16="http://schemas.microsoft.com/office/drawing/2014/main" id="{ABC74C5A-A0D2-DEAB-CF77-2D67012D783A}"/>
              </a:ext>
            </a:extLst>
          </p:cNvPr>
          <p:cNvSpPr txBox="1">
            <a:spLocks/>
          </p:cNvSpPr>
          <p:nvPr/>
        </p:nvSpPr>
        <p:spPr>
          <a:xfrm>
            <a:off x="8498715" y="5888691"/>
            <a:ext cx="3586368" cy="360362"/>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On report basis (at point of application)</a:t>
            </a:r>
          </a:p>
        </p:txBody>
      </p:sp>
      <p:sp>
        <p:nvSpPr>
          <p:cNvPr id="33" name="Text Placeholder 4">
            <a:extLst>
              <a:ext uri="{FF2B5EF4-FFF2-40B4-BE49-F238E27FC236}">
                <a16:creationId xmlns:a16="http://schemas.microsoft.com/office/drawing/2014/main" id="{D8A773A3-69B4-6748-8407-5D46F1DA11B1}"/>
              </a:ext>
            </a:extLst>
          </p:cNvPr>
          <p:cNvSpPr txBox="1">
            <a:spLocks/>
          </p:cNvSpPr>
          <p:nvPr/>
        </p:nvSpPr>
        <p:spPr>
          <a:xfrm>
            <a:off x="181981" y="4445279"/>
            <a:ext cx="896241" cy="266356"/>
          </a:xfrm>
          <a:prstGeom prst="rect">
            <a:avLst/>
          </a:prstGeom>
          <a:solidFill>
            <a:schemeClr val="accent4"/>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b="1" dirty="0"/>
              <a:t>Coverage</a:t>
            </a:r>
          </a:p>
        </p:txBody>
      </p:sp>
      <p:sp>
        <p:nvSpPr>
          <p:cNvPr id="34" name="Text Placeholder 4">
            <a:extLst>
              <a:ext uri="{FF2B5EF4-FFF2-40B4-BE49-F238E27FC236}">
                <a16:creationId xmlns:a16="http://schemas.microsoft.com/office/drawing/2014/main" id="{D53BAAA8-EB1C-923E-B0AF-7CFDA1407368}"/>
              </a:ext>
            </a:extLst>
          </p:cNvPr>
          <p:cNvSpPr txBox="1">
            <a:spLocks/>
          </p:cNvSpPr>
          <p:nvPr/>
        </p:nvSpPr>
        <p:spPr>
          <a:xfrm>
            <a:off x="189961" y="4802498"/>
            <a:ext cx="880281" cy="731611"/>
          </a:xfrm>
          <a:prstGeom prst="rect">
            <a:avLst/>
          </a:prstGeom>
          <a:solidFill>
            <a:schemeClr val="bg2"/>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b="1" dirty="0"/>
              <a:t>Description</a:t>
            </a:r>
          </a:p>
        </p:txBody>
      </p:sp>
      <p:sp>
        <p:nvSpPr>
          <p:cNvPr id="35" name="Text Placeholder 4">
            <a:extLst>
              <a:ext uri="{FF2B5EF4-FFF2-40B4-BE49-F238E27FC236}">
                <a16:creationId xmlns:a16="http://schemas.microsoft.com/office/drawing/2014/main" id="{8DE35B49-CD5D-3197-855D-D11C37AE7092}"/>
              </a:ext>
            </a:extLst>
          </p:cNvPr>
          <p:cNvSpPr txBox="1">
            <a:spLocks/>
          </p:cNvSpPr>
          <p:nvPr/>
        </p:nvSpPr>
        <p:spPr>
          <a:xfrm>
            <a:off x="189961" y="5584444"/>
            <a:ext cx="880280" cy="208123"/>
          </a:xfrm>
          <a:prstGeom prst="rect">
            <a:avLst/>
          </a:prstGeom>
          <a:solidFill>
            <a:schemeClr val="accent4"/>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b="1" dirty="0"/>
              <a:t>Cost</a:t>
            </a:r>
          </a:p>
        </p:txBody>
      </p:sp>
      <p:sp>
        <p:nvSpPr>
          <p:cNvPr id="36" name="Text Placeholder 4">
            <a:extLst>
              <a:ext uri="{FF2B5EF4-FFF2-40B4-BE49-F238E27FC236}">
                <a16:creationId xmlns:a16="http://schemas.microsoft.com/office/drawing/2014/main" id="{AD726C44-B93B-0C02-80D6-D0435743D75A}"/>
              </a:ext>
            </a:extLst>
          </p:cNvPr>
          <p:cNvSpPr txBox="1">
            <a:spLocks/>
          </p:cNvSpPr>
          <p:nvPr/>
        </p:nvSpPr>
        <p:spPr>
          <a:xfrm>
            <a:off x="189960" y="5870845"/>
            <a:ext cx="880279" cy="360363"/>
          </a:xfrm>
          <a:prstGeom prst="rect">
            <a:avLst/>
          </a:prstGeom>
          <a:solidFill>
            <a:schemeClr val="bg2"/>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b="1" dirty="0"/>
              <a:t>Data Frequency</a:t>
            </a:r>
          </a:p>
        </p:txBody>
      </p:sp>
      <p:sp>
        <p:nvSpPr>
          <p:cNvPr id="43" name="Text Placeholder 4">
            <a:extLst>
              <a:ext uri="{FF2B5EF4-FFF2-40B4-BE49-F238E27FC236}">
                <a16:creationId xmlns:a16="http://schemas.microsoft.com/office/drawing/2014/main" id="{B250CA87-BA4B-9630-D4E5-23F4CEBE84F9}"/>
              </a:ext>
            </a:extLst>
          </p:cNvPr>
          <p:cNvSpPr txBox="1">
            <a:spLocks/>
          </p:cNvSpPr>
          <p:nvPr/>
        </p:nvSpPr>
        <p:spPr>
          <a:xfrm>
            <a:off x="1155488" y="3614858"/>
            <a:ext cx="3586372" cy="769556"/>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Utilizes </a:t>
            </a:r>
            <a:r>
              <a:rPr lang="en-US" sz="1000" b="1" dirty="0"/>
              <a:t>Morningstar Sustainability Rating</a:t>
            </a:r>
            <a:r>
              <a:rPr lang="en-US" sz="1000" dirty="0"/>
              <a:t>, which assesses company’s ESG performance based on data from </a:t>
            </a:r>
            <a:r>
              <a:rPr lang="en-US" sz="1000" b="1" dirty="0"/>
              <a:t>Sustainalytics</a:t>
            </a:r>
            <a:r>
              <a:rPr lang="en-US" sz="1000" dirty="0"/>
              <a:t>, giving a score relative to its industry peers.</a:t>
            </a:r>
          </a:p>
        </p:txBody>
      </p:sp>
      <p:sp>
        <p:nvSpPr>
          <p:cNvPr id="44" name="Text Placeholder 7">
            <a:extLst>
              <a:ext uri="{FF2B5EF4-FFF2-40B4-BE49-F238E27FC236}">
                <a16:creationId xmlns:a16="http://schemas.microsoft.com/office/drawing/2014/main" id="{198B390F-DD34-5F4D-1141-A838E6584DF1}"/>
              </a:ext>
            </a:extLst>
          </p:cNvPr>
          <p:cNvSpPr txBox="1">
            <a:spLocks/>
          </p:cNvSpPr>
          <p:nvPr/>
        </p:nvSpPr>
        <p:spPr>
          <a:xfrm>
            <a:off x="4827103" y="3614858"/>
            <a:ext cx="3586371" cy="769556"/>
          </a:xfrm>
          <a:prstGeom prst="rect">
            <a:avLst/>
          </a:prstGeom>
          <a:solidFill>
            <a:schemeClr val="bg2"/>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Based on certification, accreditation or standard. Rating, score and assessment based on credentials, such as Sustainalytics ESG Risk Rating and UN Sustainable Development Goals. </a:t>
            </a:r>
            <a:r>
              <a:rPr lang="en-US" sz="1000" b="1" dirty="0"/>
              <a:t>No transparency to how ratings are derived.</a:t>
            </a:r>
          </a:p>
        </p:txBody>
      </p:sp>
      <p:sp>
        <p:nvSpPr>
          <p:cNvPr id="45" name="Text Placeholder 10">
            <a:extLst>
              <a:ext uri="{FF2B5EF4-FFF2-40B4-BE49-F238E27FC236}">
                <a16:creationId xmlns:a16="http://schemas.microsoft.com/office/drawing/2014/main" id="{73C7D5E6-A633-3CDF-83DA-00C21A68591C}"/>
              </a:ext>
            </a:extLst>
          </p:cNvPr>
          <p:cNvSpPr txBox="1">
            <a:spLocks/>
          </p:cNvSpPr>
          <p:nvPr/>
        </p:nvSpPr>
        <p:spPr>
          <a:xfrm>
            <a:off x="8498718" y="3624777"/>
            <a:ext cx="3586370" cy="749718"/>
          </a:xfrm>
          <a:prstGeom prst="rect">
            <a:avLst/>
          </a:prstGeom>
          <a:solidFill>
            <a:schemeClr val="bg2"/>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b="1" dirty="0"/>
              <a:t>Environmental</a:t>
            </a:r>
            <a:r>
              <a:rPr lang="en-US" sz="1000" dirty="0"/>
              <a:t>: Climate-related data, GHG Emissions. </a:t>
            </a:r>
            <a:r>
              <a:rPr lang="en-US" sz="1000" b="1" dirty="0"/>
              <a:t>Social</a:t>
            </a:r>
            <a:r>
              <a:rPr lang="en-US" sz="1000" dirty="0"/>
              <a:t>: Diversity and Equal opportunity, Employment, Occupational Health &amp; Safety, Development &amp; Training, Child &amp; Forced Labor. </a:t>
            </a:r>
            <a:r>
              <a:rPr lang="en-US" sz="1000" b="1" dirty="0"/>
              <a:t>Governance</a:t>
            </a:r>
            <a:r>
              <a:rPr lang="en-US" sz="1000" dirty="0"/>
              <a:t>: Board Composition, Anti-Corruption</a:t>
            </a:r>
          </a:p>
        </p:txBody>
      </p:sp>
      <p:sp>
        <p:nvSpPr>
          <p:cNvPr id="46" name="Text Placeholder 4">
            <a:extLst>
              <a:ext uri="{FF2B5EF4-FFF2-40B4-BE49-F238E27FC236}">
                <a16:creationId xmlns:a16="http://schemas.microsoft.com/office/drawing/2014/main" id="{B9CAF6D3-9D93-6BBE-7E63-433611D0A607}"/>
              </a:ext>
            </a:extLst>
          </p:cNvPr>
          <p:cNvSpPr txBox="1">
            <a:spLocks/>
          </p:cNvSpPr>
          <p:nvPr/>
        </p:nvSpPr>
        <p:spPr>
          <a:xfrm>
            <a:off x="189962" y="3611192"/>
            <a:ext cx="880281" cy="749718"/>
          </a:xfrm>
          <a:prstGeom prst="rect">
            <a:avLst/>
          </a:prstGeom>
          <a:solidFill>
            <a:schemeClr val="bg2"/>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b="1" dirty="0"/>
              <a:t>Data Depth</a:t>
            </a:r>
          </a:p>
        </p:txBody>
      </p:sp>
      <p:pic>
        <p:nvPicPr>
          <p:cNvPr id="28" name="Content Placeholder 41" descr="A screenshot of a web page&#10;&#10;AI-generated content may be incorrect.">
            <a:extLst>
              <a:ext uri="{FF2B5EF4-FFF2-40B4-BE49-F238E27FC236}">
                <a16:creationId xmlns:a16="http://schemas.microsoft.com/office/drawing/2014/main" id="{91214E00-ABF2-CF1E-E8A3-14B05972B124}"/>
              </a:ext>
            </a:extLst>
          </p:cNvPr>
          <p:cNvPicPr>
            <a:picLocks noGrp="1" noChangeAspect="1"/>
          </p:cNvPicPr>
          <p:nvPr>
            <p:ph sz="quarter" idx="21"/>
          </p:nvPr>
        </p:nvPicPr>
        <p:blipFill>
          <a:blip r:embed="rId2" cstate="print">
            <a:extLst>
              <a:ext uri="{28A0092B-C50C-407E-A947-70E740481C1C}">
                <a14:useLocalDpi xmlns:a14="http://schemas.microsoft.com/office/drawing/2010/main" val="0"/>
              </a:ext>
            </a:extLst>
          </a:blip>
          <a:stretch>
            <a:fillRect/>
          </a:stretch>
        </p:blipFill>
        <p:spPr>
          <a:xfrm>
            <a:off x="1155487" y="1442482"/>
            <a:ext cx="3586371" cy="2049917"/>
          </a:xfrm>
        </p:spPr>
      </p:pic>
      <p:pic>
        <p:nvPicPr>
          <p:cNvPr id="29" name="Content Placeholder 2">
            <a:extLst>
              <a:ext uri="{FF2B5EF4-FFF2-40B4-BE49-F238E27FC236}">
                <a16:creationId xmlns:a16="http://schemas.microsoft.com/office/drawing/2014/main" id="{13A4778B-CB64-50C1-B8FC-7D642EFEDCEE}"/>
              </a:ext>
            </a:extLst>
          </p:cNvPr>
          <p:cNvPicPr>
            <a:picLocks noGrp="1" noChangeAspect="1"/>
          </p:cNvPicPr>
          <p:nvPr>
            <p:ph sz="quarter" idx="24"/>
          </p:nvPr>
        </p:nvPicPr>
        <p:blipFill>
          <a:blip r:embed="rId3" cstate="print">
            <a:extLst>
              <a:ext uri="{28A0092B-C50C-407E-A947-70E740481C1C}">
                <a14:useLocalDpi xmlns:a14="http://schemas.microsoft.com/office/drawing/2010/main" val="0"/>
              </a:ext>
            </a:extLst>
          </a:blip>
          <a:stretch>
            <a:fillRect/>
          </a:stretch>
        </p:blipFill>
        <p:spPr>
          <a:xfrm>
            <a:off x="4827101" y="1442482"/>
            <a:ext cx="3586368" cy="2049917"/>
          </a:xfrm>
        </p:spPr>
      </p:pic>
      <p:pic>
        <p:nvPicPr>
          <p:cNvPr id="30" name="Content Placeholder 4">
            <a:extLst>
              <a:ext uri="{FF2B5EF4-FFF2-40B4-BE49-F238E27FC236}">
                <a16:creationId xmlns:a16="http://schemas.microsoft.com/office/drawing/2014/main" id="{37E08E90-135C-B604-EEF9-57A7C089D86D}"/>
              </a:ext>
            </a:extLst>
          </p:cNvPr>
          <p:cNvPicPr>
            <a:picLocks noGrp="1" noChangeAspect="1"/>
          </p:cNvPicPr>
          <p:nvPr>
            <p:ph sz="quarter" idx="27"/>
          </p:nvPr>
        </p:nvPicPr>
        <p:blipFill rotWithShape="1">
          <a:blip r:embed="rId4" cstate="print">
            <a:extLst>
              <a:ext uri="{28A0092B-C50C-407E-A947-70E740481C1C}">
                <a14:useLocalDpi xmlns:a14="http://schemas.microsoft.com/office/drawing/2010/main" val="0"/>
              </a:ext>
            </a:extLst>
          </a:blip>
          <a:srcRect/>
          <a:stretch/>
        </p:blipFill>
        <p:spPr>
          <a:xfrm>
            <a:off x="8498712" y="1442204"/>
            <a:ext cx="3586368" cy="2049917"/>
          </a:xfrm>
        </p:spPr>
      </p:pic>
    </p:spTree>
    <p:extLst>
      <p:ext uri="{BB962C8B-B14F-4D97-AF65-F5344CB8AC3E}">
        <p14:creationId xmlns:p14="http://schemas.microsoft.com/office/powerpoint/2010/main" val="2671784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Cross Distribution of customer for credit rating vs ESG score</a:t>
            </a:r>
          </a:p>
        </p:txBody>
      </p:sp>
      <p:pic>
        <p:nvPicPr>
          <p:cNvPr id="7" name="Content Placeholder 6" descr="A graph with a red line&#10;&#10;AI-generated content may be incorrect.">
            <a:extLst>
              <a:ext uri="{FF2B5EF4-FFF2-40B4-BE49-F238E27FC236}">
                <a16:creationId xmlns:a16="http://schemas.microsoft.com/office/drawing/2014/main" id="{6A0FAA97-31BF-3D92-BEEC-C2AD536A4B1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2715" y="1414166"/>
            <a:ext cx="5622653" cy="3373592"/>
          </a:xfrm>
        </p:spPr>
      </p:pic>
      <p:sp>
        <p:nvSpPr>
          <p:cNvPr id="4" name="Slide Number Placeholder 3"/>
          <p:cNvSpPr>
            <a:spLocks noGrp="1"/>
          </p:cNvSpPr>
          <p:nvPr>
            <p:ph type="sldNum" sz="quarter" idx="12"/>
          </p:nvPr>
        </p:nvSpPr>
        <p:spPr/>
        <p:txBody>
          <a:bodyPr/>
          <a:lstStyle/>
          <a:p>
            <a:fld id="{7C03E8FC-7EBD-BF42-9ED4-90D4B1E23A24}" type="slidenum">
              <a:rPr lang="en-US" smtClean="0"/>
              <a:t>2</a:t>
            </a:fld>
            <a:endParaRPr lang="en-US" dirty="0"/>
          </a:p>
        </p:txBody>
      </p:sp>
      <p:sp>
        <p:nvSpPr>
          <p:cNvPr id="5" name="Text Placeholder 4"/>
          <p:cNvSpPr>
            <a:spLocks noGrp="1"/>
          </p:cNvSpPr>
          <p:nvPr>
            <p:ph type="body" sz="quarter" idx="13"/>
          </p:nvPr>
        </p:nvSpPr>
        <p:spPr/>
        <p:txBody>
          <a:bodyPr/>
          <a:lstStyle/>
          <a:p>
            <a:endParaRPr lang="en-SG"/>
          </a:p>
        </p:txBody>
      </p:sp>
      <p:sp>
        <p:nvSpPr>
          <p:cNvPr id="8" name="TextBox 7">
            <a:extLst>
              <a:ext uri="{FF2B5EF4-FFF2-40B4-BE49-F238E27FC236}">
                <a16:creationId xmlns:a16="http://schemas.microsoft.com/office/drawing/2014/main" id="{6C56AB93-F387-D410-E0B4-AD5E74D10E60}"/>
              </a:ext>
            </a:extLst>
          </p:cNvPr>
          <p:cNvSpPr txBox="1"/>
          <p:nvPr/>
        </p:nvSpPr>
        <p:spPr>
          <a:xfrm>
            <a:off x="6196485" y="4940158"/>
            <a:ext cx="5682806" cy="830997"/>
          </a:xfrm>
          <a:prstGeom prst="rect">
            <a:avLst/>
          </a:prstGeom>
          <a:noFill/>
        </p:spPr>
        <p:txBody>
          <a:bodyPr wrap="square" rtlCol="0">
            <a:spAutoFit/>
          </a:bodyPr>
          <a:lstStyle/>
          <a:p>
            <a:pPr marL="171450" indent="-171450">
              <a:buFont typeface="Wingdings" pitchFamily="2" charset="2"/>
              <a:buChar char="§"/>
            </a:pPr>
            <a:r>
              <a:rPr lang="en-US" sz="1200" b="1" dirty="0"/>
              <a:t>Most entities with low ESG scores</a:t>
            </a:r>
            <a:r>
              <a:rPr lang="en-US" sz="1200" dirty="0"/>
              <a:t>, between 0-20 and 20-40 fall into the 6-10 credit rating band i.e., medium credit risk rating</a:t>
            </a:r>
          </a:p>
          <a:p>
            <a:pPr marL="171450" indent="-171450">
              <a:buFont typeface="Wingdings" pitchFamily="2" charset="2"/>
              <a:buChar char="§"/>
            </a:pPr>
            <a:r>
              <a:rPr lang="en-US" sz="1200" dirty="0"/>
              <a:t>Correlation between </a:t>
            </a:r>
            <a:r>
              <a:rPr lang="en-US" sz="1200" b="1" dirty="0"/>
              <a:t>lower ESG performance </a:t>
            </a:r>
            <a:r>
              <a:rPr lang="en-US" sz="1200" dirty="0"/>
              <a:t>and </a:t>
            </a:r>
            <a:r>
              <a:rPr lang="en-US" sz="1200" b="1" dirty="0"/>
              <a:t>moderate credit risk</a:t>
            </a:r>
          </a:p>
          <a:p>
            <a:pPr marL="171450" indent="-171450">
              <a:buFont typeface="Wingdings" pitchFamily="2" charset="2"/>
              <a:buChar char="§"/>
            </a:pPr>
            <a:r>
              <a:rPr lang="en-US" sz="1200" dirty="0"/>
              <a:t>Sparse data on top ESG band (41-60)</a:t>
            </a:r>
          </a:p>
        </p:txBody>
      </p:sp>
      <p:pic>
        <p:nvPicPr>
          <p:cNvPr id="6" name="Picture 5" descr="A screen shot of a graph&#10;&#10;AI-generated content may be incorrect.">
            <a:extLst>
              <a:ext uri="{FF2B5EF4-FFF2-40B4-BE49-F238E27FC236}">
                <a16:creationId xmlns:a16="http://schemas.microsoft.com/office/drawing/2014/main" id="{D2F197FA-A13A-E5D2-9F5E-0FEAE5901E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6280" y="1414167"/>
            <a:ext cx="5622652" cy="3373591"/>
          </a:xfrm>
          <a:prstGeom prst="rect">
            <a:avLst/>
          </a:prstGeom>
        </p:spPr>
      </p:pic>
      <p:sp>
        <p:nvSpPr>
          <p:cNvPr id="11" name="TextBox 10">
            <a:extLst>
              <a:ext uri="{FF2B5EF4-FFF2-40B4-BE49-F238E27FC236}">
                <a16:creationId xmlns:a16="http://schemas.microsoft.com/office/drawing/2014/main" id="{7FB0BA5A-85CE-AC71-2F03-4DC7176B0D45}"/>
              </a:ext>
            </a:extLst>
          </p:cNvPr>
          <p:cNvSpPr txBox="1"/>
          <p:nvPr/>
        </p:nvSpPr>
        <p:spPr>
          <a:xfrm>
            <a:off x="341334" y="4940159"/>
            <a:ext cx="5436469" cy="830997"/>
          </a:xfrm>
          <a:prstGeom prst="rect">
            <a:avLst/>
          </a:prstGeom>
          <a:noFill/>
        </p:spPr>
        <p:txBody>
          <a:bodyPr wrap="square" rtlCol="0">
            <a:spAutoFit/>
          </a:bodyPr>
          <a:lstStyle/>
          <a:p>
            <a:pPr marL="171450" indent="-171450">
              <a:buFont typeface="Wingdings" pitchFamily="2" charset="2"/>
              <a:buChar char="§"/>
            </a:pPr>
            <a:r>
              <a:rPr lang="en-US" sz="1200" dirty="0"/>
              <a:t>Negative, but low correlation (</a:t>
            </a:r>
            <a:r>
              <a:rPr lang="en-US" sz="1200" b="1" dirty="0"/>
              <a:t>-0.0528</a:t>
            </a:r>
            <a:r>
              <a:rPr lang="en-US" sz="1200" dirty="0"/>
              <a:t>), suggests that higher EGS risk scores associated with </a:t>
            </a:r>
            <a:r>
              <a:rPr lang="en-US" sz="1200" b="1" dirty="0"/>
              <a:t>slightly</a:t>
            </a:r>
            <a:r>
              <a:rPr lang="en-US" sz="1200" dirty="0"/>
              <a:t> lower credit rating</a:t>
            </a:r>
          </a:p>
          <a:p>
            <a:pPr marL="171450" indent="-171450">
              <a:buFont typeface="Wingdings" pitchFamily="2" charset="2"/>
              <a:buChar char="§"/>
            </a:pPr>
            <a:r>
              <a:rPr lang="en-US" sz="1200" dirty="0"/>
              <a:t>High p-value (</a:t>
            </a:r>
            <a:r>
              <a:rPr lang="en-US" sz="1200" b="1" dirty="0"/>
              <a:t>0.4811</a:t>
            </a:r>
            <a:r>
              <a:rPr lang="en-US" sz="1200" dirty="0"/>
              <a:t>), indicating no statistical significance</a:t>
            </a:r>
          </a:p>
          <a:p>
            <a:pPr marL="171450" indent="-171450">
              <a:buFont typeface="Wingdings" pitchFamily="2" charset="2"/>
              <a:buChar char="§"/>
            </a:pPr>
            <a:r>
              <a:rPr lang="en-US" sz="1200" dirty="0"/>
              <a:t>No clear trend</a:t>
            </a:r>
          </a:p>
        </p:txBody>
      </p:sp>
      <p:sp>
        <p:nvSpPr>
          <p:cNvPr id="12" name="TextBox 11">
            <a:extLst>
              <a:ext uri="{FF2B5EF4-FFF2-40B4-BE49-F238E27FC236}">
                <a16:creationId xmlns:a16="http://schemas.microsoft.com/office/drawing/2014/main" id="{8EBC87FB-72E1-938E-1EDD-3E96183FC366}"/>
              </a:ext>
            </a:extLst>
          </p:cNvPr>
          <p:cNvSpPr txBox="1"/>
          <p:nvPr/>
        </p:nvSpPr>
        <p:spPr>
          <a:xfrm>
            <a:off x="504824" y="985840"/>
            <a:ext cx="11003981" cy="276999"/>
          </a:xfrm>
          <a:prstGeom prst="rect">
            <a:avLst/>
          </a:prstGeom>
          <a:noFill/>
        </p:spPr>
        <p:txBody>
          <a:bodyPr wrap="square" rtlCol="0">
            <a:spAutoFit/>
          </a:bodyPr>
          <a:lstStyle/>
          <a:p>
            <a:r>
              <a:rPr lang="en-US" sz="1200" dirty="0"/>
              <a:t>Dataset (‘</a:t>
            </a:r>
            <a:r>
              <a:rPr lang="en-US" sz="1200" dirty="0" err="1"/>
              <a:t>combined_data</a:t>
            </a:r>
            <a:r>
              <a:rPr lang="en-US" sz="1200" dirty="0"/>
              <a:t>’) includes </a:t>
            </a:r>
            <a:r>
              <a:rPr lang="en-US" sz="1200" b="1" dirty="0"/>
              <a:t>181 rows</a:t>
            </a:r>
            <a:r>
              <a:rPr lang="en-US" sz="1200" dirty="0"/>
              <a:t>, variables included</a:t>
            </a:r>
            <a:r>
              <a:rPr lang="en-SG" sz="1200" dirty="0"/>
              <a:t>: ‘</a:t>
            </a:r>
            <a:r>
              <a:rPr lang="en-SG" sz="1200" b="1" dirty="0"/>
              <a:t>Total ESG Risk Score</a:t>
            </a:r>
            <a:r>
              <a:rPr lang="en-SG" sz="1200" dirty="0"/>
              <a:t>’, (credit) ‘</a:t>
            </a:r>
            <a:r>
              <a:rPr lang="en-SG" sz="1200" b="1" dirty="0"/>
              <a:t>Numerical Rating’</a:t>
            </a:r>
            <a:r>
              <a:rPr lang="en-SG" sz="1200" dirty="0"/>
              <a:t>) – converted from ‘</a:t>
            </a:r>
            <a:r>
              <a:rPr lang="en-SG" sz="1200" b="1" dirty="0"/>
              <a:t>Rating</a:t>
            </a:r>
            <a:r>
              <a:rPr lang="en-SG" sz="1200" dirty="0"/>
              <a:t>’</a:t>
            </a:r>
            <a:endParaRPr lang="en-US" dirty="0"/>
          </a:p>
        </p:txBody>
      </p:sp>
    </p:spTree>
    <p:extLst>
      <p:ext uri="{BB962C8B-B14F-4D97-AF65-F5344CB8AC3E}">
        <p14:creationId xmlns:p14="http://schemas.microsoft.com/office/powerpoint/2010/main" val="3548869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65E2A-D9BD-B1B0-BBA3-CBBEE0ECF55E}"/>
              </a:ext>
            </a:extLst>
          </p:cNvPr>
          <p:cNvSpPr>
            <a:spLocks noGrp="1"/>
          </p:cNvSpPr>
          <p:nvPr>
            <p:ph type="title"/>
          </p:nvPr>
        </p:nvSpPr>
        <p:spPr>
          <a:xfrm>
            <a:off x="504825" y="250215"/>
            <a:ext cx="10412557" cy="584297"/>
          </a:xfrm>
        </p:spPr>
        <p:txBody>
          <a:bodyPr anchor="ctr">
            <a:normAutofit/>
          </a:bodyPr>
          <a:lstStyle/>
          <a:p>
            <a:r>
              <a:rPr lang="en-SG"/>
              <a:t>Cross Distribution of customer for credit rating vs ESG score</a:t>
            </a:r>
            <a:endParaRPr lang="en-US" dirty="0"/>
          </a:p>
        </p:txBody>
      </p:sp>
      <p:sp>
        <p:nvSpPr>
          <p:cNvPr id="11" name="TextBox 10">
            <a:extLst>
              <a:ext uri="{FF2B5EF4-FFF2-40B4-BE49-F238E27FC236}">
                <a16:creationId xmlns:a16="http://schemas.microsoft.com/office/drawing/2014/main" id="{E0125709-EF80-6D95-CBE3-0FE3BEF8BC9F}"/>
              </a:ext>
            </a:extLst>
          </p:cNvPr>
          <p:cNvSpPr txBox="1"/>
          <p:nvPr/>
        </p:nvSpPr>
        <p:spPr>
          <a:xfrm>
            <a:off x="7471954" y="1230086"/>
            <a:ext cx="4624642" cy="4855408"/>
          </a:xfrm>
          <a:prstGeom prst="rect">
            <a:avLst/>
          </a:prstGeom>
        </p:spPr>
        <p:txBody>
          <a:bodyPr vert="horz" lIns="91440" tIns="45720" rIns="91440" bIns="45720" rtlCol="0">
            <a:normAutofit/>
          </a:bodyPr>
          <a:lstStyle/>
          <a:p>
            <a:pPr>
              <a:spcBef>
                <a:spcPts val="1000"/>
              </a:spcBef>
            </a:pPr>
            <a:r>
              <a:rPr lang="en-US" sz="1100" b="1" kern="1200" dirty="0"/>
              <a:t>1. Clusters of High Occurrence:</a:t>
            </a:r>
          </a:p>
          <a:p>
            <a:pPr marL="228600" indent="-228600">
              <a:spcBef>
                <a:spcPts val="1000"/>
              </a:spcBef>
              <a:buFont typeface="Arial" panose="020B0604020202020204" pitchFamily="34" charset="0"/>
              <a:buChar char="•"/>
            </a:pPr>
            <a:r>
              <a:rPr lang="en-US" sz="1100" kern="1200" dirty="0"/>
              <a:t>The highest concentration of data points appears in the 15-20 ESG risk score range and the 6-8 credit rating range.</a:t>
            </a:r>
          </a:p>
          <a:p>
            <a:pPr marL="228600" indent="-228600">
              <a:spcBef>
                <a:spcPts val="1000"/>
              </a:spcBef>
              <a:buFont typeface="Arial" panose="020B0604020202020204" pitchFamily="34" charset="0"/>
              <a:buChar char="•"/>
            </a:pPr>
            <a:r>
              <a:rPr lang="en-US" sz="1100" kern="1200" dirty="0"/>
              <a:t>Other notable concentrations are around the 20-25 ESG risk range and 6-10 credit rating range.</a:t>
            </a:r>
          </a:p>
          <a:p>
            <a:pPr>
              <a:spcBef>
                <a:spcPts val="1000"/>
              </a:spcBef>
            </a:pPr>
            <a:r>
              <a:rPr lang="en-US" sz="1100" b="1" kern="1200" dirty="0"/>
              <a:t>2. Possible Negative Correlation:</a:t>
            </a:r>
          </a:p>
          <a:p>
            <a:pPr marL="228600" indent="-228600">
              <a:spcBef>
                <a:spcPts val="1000"/>
              </a:spcBef>
              <a:buFont typeface="Arial" panose="020B0604020202020204" pitchFamily="34" charset="0"/>
              <a:buChar char="•"/>
            </a:pPr>
            <a:r>
              <a:rPr lang="en-US" sz="1100" kern="1200" dirty="0"/>
              <a:t>As ESG risk scores increase (higher risk), the credit ratings appear to spread across different values instead of staying within a tight range.</a:t>
            </a:r>
          </a:p>
          <a:p>
            <a:pPr marL="228600" indent="-228600">
              <a:spcBef>
                <a:spcPts val="1000"/>
              </a:spcBef>
              <a:buFont typeface="Arial" panose="020B0604020202020204" pitchFamily="34" charset="0"/>
              <a:buChar char="•"/>
            </a:pPr>
            <a:r>
              <a:rPr lang="en-US" sz="1100" kern="1200" dirty="0"/>
              <a:t>The stronger clusters in the mid-range suggest a potential non-linear relationship.</a:t>
            </a:r>
          </a:p>
          <a:p>
            <a:pPr>
              <a:spcBef>
                <a:spcPts val="1000"/>
              </a:spcBef>
            </a:pPr>
            <a:r>
              <a:rPr lang="en-US" sz="1100" kern="1200" dirty="0"/>
              <a:t>3. Low Occurrences in Extreme Ranges:</a:t>
            </a:r>
          </a:p>
          <a:p>
            <a:pPr marL="228600" indent="-228600">
              <a:spcBef>
                <a:spcPts val="1000"/>
              </a:spcBef>
              <a:buFont typeface="Arial" panose="020B0604020202020204" pitchFamily="34" charset="0"/>
              <a:buChar char="•"/>
            </a:pPr>
            <a:r>
              <a:rPr lang="en-US" sz="1100" kern="1200" dirty="0"/>
              <a:t>Very low ESG risk scores (5-10) and very high ESG risk scores (40-45) have fewer occurrences, suggesting that companies tend to cluster in the moderate ESG risk ranges.</a:t>
            </a:r>
          </a:p>
          <a:p>
            <a:pPr marL="228600" indent="-228600">
              <a:spcBef>
                <a:spcPts val="1000"/>
              </a:spcBef>
              <a:buFont typeface="Arial" panose="020B0604020202020204" pitchFamily="34" charset="0"/>
              <a:buChar char="•"/>
            </a:pPr>
            <a:r>
              <a:rPr lang="en-US" sz="1100" kern="1200" dirty="0"/>
              <a:t>Similarly, extreme credit ratings (0-2 and 14-16) are sparse.</a:t>
            </a:r>
          </a:p>
        </p:txBody>
      </p:sp>
      <p:sp>
        <p:nvSpPr>
          <p:cNvPr id="4" name="Slide Number Placeholder 3">
            <a:extLst>
              <a:ext uri="{FF2B5EF4-FFF2-40B4-BE49-F238E27FC236}">
                <a16:creationId xmlns:a16="http://schemas.microsoft.com/office/drawing/2014/main" id="{14C1BC3D-6722-8E6B-67E2-2D93A29ACAAD}"/>
              </a:ext>
            </a:extLst>
          </p:cNvPr>
          <p:cNvSpPr>
            <a:spLocks noGrp="1"/>
          </p:cNvSpPr>
          <p:nvPr>
            <p:ph type="sldNum" sz="quarter" idx="12"/>
          </p:nvPr>
        </p:nvSpPr>
        <p:spPr>
          <a:xfrm>
            <a:off x="11508806" y="6356350"/>
            <a:ext cx="270000" cy="360000"/>
          </a:xfrm>
        </p:spPr>
        <p:txBody>
          <a:bodyPr vert="horz" lIns="0" tIns="0" rIns="0" bIns="0" rtlCol="0" anchor="ctr">
            <a:normAutofit/>
          </a:bodyPr>
          <a:lstStyle/>
          <a:p>
            <a:pPr>
              <a:spcAft>
                <a:spcPts val="600"/>
              </a:spcAft>
            </a:pPr>
            <a:fld id="{7C03E8FC-7EBD-BF42-9ED4-90D4B1E23A24}" type="slidenum">
              <a:rPr lang="en-US" smtClean="0"/>
              <a:pPr>
                <a:spcAft>
                  <a:spcPts val="600"/>
                </a:spcAft>
              </a:pPr>
              <a:t>3</a:t>
            </a:fld>
            <a:endParaRPr lang="en-US"/>
          </a:p>
        </p:txBody>
      </p:sp>
      <p:sp>
        <p:nvSpPr>
          <p:cNvPr id="19" name="Text Placeholder 4">
            <a:extLst>
              <a:ext uri="{FF2B5EF4-FFF2-40B4-BE49-F238E27FC236}">
                <a16:creationId xmlns:a16="http://schemas.microsoft.com/office/drawing/2014/main" id="{F427AD6F-DEC9-F917-D067-A9BE726877B8}"/>
              </a:ext>
            </a:extLst>
          </p:cNvPr>
          <p:cNvSpPr>
            <a:spLocks noGrp="1"/>
          </p:cNvSpPr>
          <p:nvPr>
            <p:ph type="body" sz="quarter" idx="13"/>
          </p:nvPr>
        </p:nvSpPr>
        <p:spPr>
          <a:xfrm>
            <a:off x="504825" y="6411593"/>
            <a:ext cx="2974975" cy="252413"/>
          </a:xfrm>
        </p:spPr>
        <p:txBody>
          <a:bodyPr/>
          <a:lstStyle/>
          <a:p>
            <a:endParaRPr lang="en-US"/>
          </a:p>
        </p:txBody>
      </p:sp>
      <p:pic>
        <p:nvPicPr>
          <p:cNvPr id="15" name="Picture 14" descr="A screenshot of a graph&#10;&#10;AI-generated content may be incorrect.">
            <a:extLst>
              <a:ext uri="{FF2B5EF4-FFF2-40B4-BE49-F238E27FC236}">
                <a16:creationId xmlns:a16="http://schemas.microsoft.com/office/drawing/2014/main" id="{28351C29-68C1-4947-88A5-5C0047A4F60E}"/>
              </a:ext>
            </a:extLst>
          </p:cNvPr>
          <p:cNvPicPr>
            <a:picLocks noChangeAspect="1"/>
          </p:cNvPicPr>
          <p:nvPr/>
        </p:nvPicPr>
        <p:blipFill>
          <a:blip r:embed="rId2">
            <a:extLst>
              <a:ext uri="{28A0092B-C50C-407E-A947-70E740481C1C}">
                <a14:useLocalDpi xmlns:a14="http://schemas.microsoft.com/office/drawing/2010/main" val="0"/>
              </a:ext>
            </a:extLst>
          </a:blip>
          <a:srcRect r="9695" b="1040"/>
          <a:stretch/>
        </p:blipFill>
        <p:spPr>
          <a:xfrm>
            <a:off x="225880" y="1360715"/>
            <a:ext cx="6949984" cy="4352108"/>
          </a:xfrm>
          <a:prstGeom prst="rect">
            <a:avLst/>
          </a:prstGeom>
        </p:spPr>
      </p:pic>
    </p:spTree>
    <p:extLst>
      <p:ext uri="{BB962C8B-B14F-4D97-AF65-F5344CB8AC3E}">
        <p14:creationId xmlns:p14="http://schemas.microsoft.com/office/powerpoint/2010/main" val="566028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D6287-8137-8A8E-829B-12E962BC653C}"/>
              </a:ext>
            </a:extLst>
          </p:cNvPr>
          <p:cNvSpPr>
            <a:spLocks noGrp="1"/>
          </p:cNvSpPr>
          <p:nvPr>
            <p:ph type="title"/>
          </p:nvPr>
        </p:nvSpPr>
        <p:spPr/>
        <p:txBody>
          <a:bodyPr/>
          <a:lstStyle/>
          <a:p>
            <a:r>
              <a:rPr lang="en-US"/>
              <a:t>Measuring ESG score using text analysis and LLMs</a:t>
            </a:r>
            <a:endParaRPr lang="en-US" dirty="0"/>
          </a:p>
        </p:txBody>
      </p:sp>
      <p:sp>
        <p:nvSpPr>
          <p:cNvPr id="4" name="Slide Number Placeholder 3">
            <a:extLst>
              <a:ext uri="{FF2B5EF4-FFF2-40B4-BE49-F238E27FC236}">
                <a16:creationId xmlns:a16="http://schemas.microsoft.com/office/drawing/2014/main" id="{186BF23A-29B7-E920-F1BE-8DE09321D69F}"/>
              </a:ext>
            </a:extLst>
          </p:cNvPr>
          <p:cNvSpPr>
            <a:spLocks noGrp="1"/>
          </p:cNvSpPr>
          <p:nvPr>
            <p:ph type="sldNum" sz="quarter" idx="12"/>
          </p:nvPr>
        </p:nvSpPr>
        <p:spPr/>
        <p:txBody>
          <a:bodyPr/>
          <a:lstStyle/>
          <a:p>
            <a:fld id="{7C03E8FC-7EBD-BF42-9ED4-90D4B1E23A24}" type="slidenum">
              <a:rPr lang="en-US" smtClean="0"/>
              <a:t>4</a:t>
            </a:fld>
            <a:endParaRPr lang="en-US" dirty="0"/>
          </a:p>
        </p:txBody>
      </p:sp>
      <p:sp>
        <p:nvSpPr>
          <p:cNvPr id="5" name="Text Placeholder 4">
            <a:extLst>
              <a:ext uri="{FF2B5EF4-FFF2-40B4-BE49-F238E27FC236}">
                <a16:creationId xmlns:a16="http://schemas.microsoft.com/office/drawing/2014/main" id="{6ADBF4AC-3A7D-CC6B-19E8-D1BDBCC4D04F}"/>
              </a:ext>
            </a:extLst>
          </p:cNvPr>
          <p:cNvSpPr>
            <a:spLocks noGrp="1"/>
          </p:cNvSpPr>
          <p:nvPr>
            <p:ph type="body" sz="quarter" idx="13"/>
          </p:nvPr>
        </p:nvSpPr>
        <p:spPr/>
        <p:txBody>
          <a:bodyPr/>
          <a:lstStyle/>
          <a:p>
            <a:endParaRPr lang="en-US"/>
          </a:p>
        </p:txBody>
      </p:sp>
      <p:pic>
        <p:nvPicPr>
          <p:cNvPr id="7" name="Picture 6" descr="A diagram of a survey&#10;&#10;AI-generated content may be incorrect.">
            <a:extLst>
              <a:ext uri="{FF2B5EF4-FFF2-40B4-BE49-F238E27FC236}">
                <a16:creationId xmlns:a16="http://schemas.microsoft.com/office/drawing/2014/main" id="{0A9DA10F-D8BF-7F80-6EF1-567A14849F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967" y="939616"/>
            <a:ext cx="5550130" cy="2068865"/>
          </a:xfrm>
          <a:prstGeom prst="rect">
            <a:avLst/>
          </a:prstGeom>
        </p:spPr>
      </p:pic>
      <p:sp>
        <p:nvSpPr>
          <p:cNvPr id="8" name="TextBox 7">
            <a:extLst>
              <a:ext uri="{FF2B5EF4-FFF2-40B4-BE49-F238E27FC236}">
                <a16:creationId xmlns:a16="http://schemas.microsoft.com/office/drawing/2014/main" id="{A9C66052-C3B1-F82F-6BA4-DFBF1FB52A8F}"/>
              </a:ext>
            </a:extLst>
          </p:cNvPr>
          <p:cNvSpPr txBox="1"/>
          <p:nvPr/>
        </p:nvSpPr>
        <p:spPr>
          <a:xfrm>
            <a:off x="200967" y="3159802"/>
            <a:ext cx="5550130" cy="1569660"/>
          </a:xfrm>
          <a:prstGeom prst="rect">
            <a:avLst/>
          </a:prstGeom>
          <a:noFill/>
        </p:spPr>
        <p:txBody>
          <a:bodyPr wrap="square" rtlCol="0">
            <a:spAutoFit/>
          </a:bodyPr>
          <a:lstStyle/>
          <a:p>
            <a:r>
              <a:rPr lang="en-US" sz="1200" b="1">
                <a:solidFill>
                  <a:schemeClr val="tx2"/>
                </a:solidFill>
              </a:rPr>
              <a:t>MSCI</a:t>
            </a:r>
            <a:r>
              <a:rPr lang="en-US" sz="1200"/>
              <a:t> uses technology and AI, combined with a team of 200+ ESG analysts, to extract investment-relevant insights from unstructured data.</a:t>
            </a:r>
          </a:p>
          <a:p>
            <a:r>
              <a:rPr lang="en-US" sz="1200"/>
              <a:t>- </a:t>
            </a:r>
            <a:r>
              <a:rPr lang="en-US" sz="1200" b="1"/>
              <a:t>Machine learning</a:t>
            </a:r>
            <a:r>
              <a:rPr lang="en-US" sz="1200"/>
              <a:t> and </a:t>
            </a:r>
            <a:r>
              <a:rPr lang="en-US" sz="1200" b="1"/>
              <a:t>natural language processing</a:t>
            </a:r>
            <a:r>
              <a:rPr lang="en-US" sz="1200"/>
              <a:t> </a:t>
            </a:r>
            <a:r>
              <a:rPr lang="en-US" sz="1200">
                <a:sym typeface="Wingdings" pitchFamily="2" charset="2"/>
              </a:rPr>
              <a:t> increase timeliness and precision of data collection, analysis and validation</a:t>
            </a:r>
            <a:endParaRPr lang="en-SG" sz="1200">
              <a:sym typeface="Wingdings" pitchFamily="2" charset="2"/>
            </a:endParaRPr>
          </a:p>
          <a:p>
            <a:endParaRPr lang="en-SG" sz="1200">
              <a:sym typeface="Wingdings" pitchFamily="2" charset="2"/>
            </a:endParaRPr>
          </a:p>
          <a:p>
            <a:pPr marL="171450" indent="-171450">
              <a:buFont typeface="Arial" panose="020B0604020202020204" pitchFamily="34" charset="0"/>
              <a:buChar char="•"/>
            </a:pPr>
            <a:r>
              <a:rPr lang="en-SG" sz="1200">
                <a:sym typeface="Wingdings" pitchFamily="2" charset="2"/>
              </a:rPr>
              <a:t>Deliver insights not captured with voluntary company ESG disclosures</a:t>
            </a:r>
          </a:p>
          <a:p>
            <a:pPr marL="171450" indent="-171450">
              <a:buFont typeface="Arial" panose="020B0604020202020204" pitchFamily="34" charset="0"/>
              <a:buChar char="•"/>
            </a:pPr>
            <a:r>
              <a:rPr lang="en-SG" sz="1200">
                <a:sym typeface="Wingdings" pitchFamily="2" charset="2"/>
              </a:rPr>
              <a:t>Identify risks and opportunities not commonly disclosed in traditional data sources</a:t>
            </a:r>
            <a:endParaRPr lang="en-SG" sz="1200" dirty="0">
              <a:sym typeface="Wingdings" pitchFamily="2" charset="2"/>
            </a:endParaRPr>
          </a:p>
        </p:txBody>
      </p:sp>
      <p:pic>
        <p:nvPicPr>
          <p:cNvPr id="12" name="Picture 11" descr="A diagram of a software model&#10;&#10;AI-generated content may be incorrect.">
            <a:extLst>
              <a:ext uri="{FF2B5EF4-FFF2-40B4-BE49-F238E27FC236}">
                <a16:creationId xmlns:a16="http://schemas.microsoft.com/office/drawing/2014/main" id="{B68540E6-876F-6569-B06C-F885A1E1BA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2948" y="834512"/>
            <a:ext cx="6412929" cy="2931730"/>
          </a:xfrm>
          <a:prstGeom prst="rect">
            <a:avLst/>
          </a:prstGeom>
        </p:spPr>
      </p:pic>
      <p:sp>
        <p:nvSpPr>
          <p:cNvPr id="13" name="TextBox 12">
            <a:extLst>
              <a:ext uri="{FF2B5EF4-FFF2-40B4-BE49-F238E27FC236}">
                <a16:creationId xmlns:a16="http://schemas.microsoft.com/office/drawing/2014/main" id="{5F81FA5D-59BA-E3D3-B778-C251802AB88D}"/>
              </a:ext>
            </a:extLst>
          </p:cNvPr>
          <p:cNvSpPr txBox="1"/>
          <p:nvPr/>
        </p:nvSpPr>
        <p:spPr>
          <a:xfrm>
            <a:off x="5782947" y="3642736"/>
            <a:ext cx="6208085" cy="1015663"/>
          </a:xfrm>
          <a:prstGeom prst="rect">
            <a:avLst/>
          </a:prstGeom>
          <a:noFill/>
        </p:spPr>
        <p:txBody>
          <a:bodyPr wrap="square" rtlCol="0">
            <a:spAutoFit/>
          </a:bodyPr>
          <a:lstStyle/>
          <a:p>
            <a:r>
              <a:rPr lang="en-US" sz="1200" dirty="0"/>
              <a:t>Data input: </a:t>
            </a:r>
            <a:r>
              <a:rPr lang="en-US" sz="1200" b="1" dirty="0"/>
              <a:t>Corporate ESG reports</a:t>
            </a:r>
          </a:p>
          <a:p>
            <a:pPr marL="171450" indent="-171450">
              <a:buFont typeface="Wingdings" pitchFamily="2" charset="2"/>
              <a:buChar char="§"/>
            </a:pPr>
            <a:r>
              <a:rPr lang="en-SG" sz="1200" b="0" i="0" dirty="0">
                <a:solidFill>
                  <a:srgbClr val="000000"/>
                </a:solidFill>
                <a:effectLst/>
                <a:latin typeface="rival-sans"/>
              </a:rPr>
              <a:t>Harness sophisticated text processing capabilities of LLMs within RAG paradigm to systematically decompose both </a:t>
            </a:r>
            <a:r>
              <a:rPr lang="en-SG" sz="1200" b="1" i="0" dirty="0">
                <a:solidFill>
                  <a:srgbClr val="000000"/>
                </a:solidFill>
                <a:effectLst/>
                <a:latin typeface="rival-sans"/>
              </a:rPr>
              <a:t>numerical and textual information </a:t>
            </a:r>
            <a:r>
              <a:rPr lang="en-SG" sz="1200" b="0" i="0" dirty="0">
                <a:solidFill>
                  <a:srgbClr val="000000"/>
                </a:solidFill>
                <a:effectLst/>
                <a:latin typeface="rival-sans"/>
              </a:rPr>
              <a:t>contained in reports from various standard frameworks. </a:t>
            </a:r>
          </a:p>
          <a:p>
            <a:pPr marL="171450" indent="-171450">
              <a:buFont typeface="Wingdings" pitchFamily="2" charset="2"/>
              <a:buChar char="§"/>
            </a:pPr>
            <a:r>
              <a:rPr lang="en-SG" sz="1200" b="0" i="0" dirty="0">
                <a:solidFill>
                  <a:srgbClr val="000000"/>
                </a:solidFill>
                <a:effectLst/>
                <a:latin typeface="rival-sans"/>
              </a:rPr>
              <a:t>This systematic analysis facilitates deeper insights into ESG disclosure practices.</a:t>
            </a:r>
            <a:endParaRPr lang="en-US" sz="1200" dirty="0"/>
          </a:p>
        </p:txBody>
      </p:sp>
    </p:spTree>
    <p:extLst>
      <p:ext uri="{BB962C8B-B14F-4D97-AF65-F5344CB8AC3E}">
        <p14:creationId xmlns:p14="http://schemas.microsoft.com/office/powerpoint/2010/main" val="4018589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Custom 1">
      <a:dk1>
        <a:srgbClr val="000000"/>
      </a:dk1>
      <a:lt1>
        <a:srgbClr val="FFFFFF"/>
      </a:lt1>
      <a:dk2>
        <a:srgbClr val="44546A"/>
      </a:dk2>
      <a:lt2>
        <a:srgbClr val="E7E6E6"/>
      </a:lt2>
      <a:accent1>
        <a:srgbClr val="FFBF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lcome to Maybank.potx" id="{B1755CDD-9389-4DA6-A402-0508EFACCC3C}" vid="{DBE61ACF-C050-4415-ACE3-83AB375712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92290</TotalTime>
  <Words>623</Words>
  <Application>Microsoft Macintosh PowerPoint</Application>
  <PresentationFormat>Widescreen</PresentationFormat>
  <Paragraphs>55</Paragraphs>
  <Slides>4</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1" baseType="lpstr">
      <vt:lpstr>Arial</vt:lpstr>
      <vt:lpstr>Calibri</vt:lpstr>
      <vt:lpstr>rival-sans</vt:lpstr>
      <vt:lpstr>Trebuchet MS</vt:lpstr>
      <vt:lpstr>Wingdings</vt:lpstr>
      <vt:lpstr>1_Office Theme</vt:lpstr>
      <vt:lpstr>think-cell Slide</vt:lpstr>
      <vt:lpstr>Summary of Identified ESG Data</vt:lpstr>
      <vt:lpstr>Cross Distribution of customer for credit rating vs ESG score</vt:lpstr>
      <vt:lpstr>Cross Distribution of customer for credit rating vs ESG score</vt:lpstr>
      <vt:lpstr>Measuring ESG score using text analysis and LLMs</vt:lpstr>
    </vt:vector>
  </TitlesOfParts>
  <Company>Maybank Singapore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SP4A SG Model deployment activity</dc:title>
  <dc:creator>CHEN CHIN LIN SAMUEL</dc:creator>
  <cp:lastModifiedBy>Yu Seung Gyun</cp:lastModifiedBy>
  <cp:revision>1335</cp:revision>
  <dcterms:created xsi:type="dcterms:W3CDTF">2024-06-11T10:26:34Z</dcterms:created>
  <dcterms:modified xsi:type="dcterms:W3CDTF">2025-04-30T06:21:29Z</dcterms:modified>
</cp:coreProperties>
</file>