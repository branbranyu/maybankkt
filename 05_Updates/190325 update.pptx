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358" r:id="rId2"/>
    <p:sldId id="355" r:id="rId3"/>
    <p:sldId id="356" r:id="rId4"/>
    <p:sldId id="35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D1B364F-2371-4101-B2D2-5F385C3245E2}">
          <p14:sldIdLst>
            <p14:sldId id="358"/>
            <p14:sldId id="355"/>
            <p14:sldId id="356"/>
            <p14:sldId id="357"/>
          </p14:sldIdLst>
        </p14:section>
        <p14:section name="Appendix" id="{AE025130-7A99-41D4-B522-ED095CB2199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44546A"/>
    <a:srgbClr val="FFBF00"/>
    <a:srgbClr val="E7E6E6"/>
    <a:srgbClr val="C55A11"/>
    <a:srgbClr val="FBE5D6"/>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4" autoAdjust="0"/>
    <p:restoredTop sz="96362" autoAdjust="0"/>
  </p:normalViewPr>
  <p:slideViewPr>
    <p:cSldViewPr snapToGrid="0">
      <p:cViewPr>
        <p:scale>
          <a:sx n="182" d="100"/>
          <a:sy n="182" d="100"/>
        </p:scale>
        <p:origin x="1696" y="104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C7BA36-E0FD-4E0A-B8DA-A9E7499AD2FB}" type="datetimeFigureOut">
              <a:rPr lang="en-SG" smtClean="0"/>
              <a:t>19/3/25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7019E-F4A4-4968-85F6-64D7E022BA11}" type="slidenum">
              <a:rPr lang="en-SG" smtClean="0"/>
              <a:t>‹#›</a:t>
            </a:fld>
            <a:endParaRPr lang="en-SG"/>
          </a:p>
        </p:txBody>
      </p:sp>
    </p:spTree>
    <p:extLst>
      <p:ext uri="{BB962C8B-B14F-4D97-AF65-F5344CB8AC3E}">
        <p14:creationId xmlns:p14="http://schemas.microsoft.com/office/powerpoint/2010/main" val="2677881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Main Cov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5288B3EB-F9F7-C740-BB9A-F0CE75052D7B}"/>
              </a:ext>
            </a:extLst>
          </p:cNvPr>
          <p:cNvSpPr>
            <a:spLocks noGrp="1"/>
          </p:cNvSpPr>
          <p:nvPr>
            <p:ph type="body" sz="quarter" idx="13" hasCustomPrompt="1"/>
          </p:nvPr>
        </p:nvSpPr>
        <p:spPr>
          <a:xfrm>
            <a:off x="585788" y="2559050"/>
            <a:ext cx="10082212" cy="652463"/>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Insert Date / Document Version</a:t>
            </a:r>
          </a:p>
        </p:txBody>
      </p:sp>
      <p:sp>
        <p:nvSpPr>
          <p:cNvPr id="2" name="Title 1">
            <a:extLst>
              <a:ext uri="{FF2B5EF4-FFF2-40B4-BE49-F238E27FC236}">
                <a16:creationId xmlns:a16="http://schemas.microsoft.com/office/drawing/2014/main" id="{6D697E39-371E-3E4F-9B2B-838C37523B1B}"/>
              </a:ext>
            </a:extLst>
          </p:cNvPr>
          <p:cNvSpPr>
            <a:spLocks noGrp="1"/>
          </p:cNvSpPr>
          <p:nvPr>
            <p:ph type="ctrTitle"/>
          </p:nvPr>
        </p:nvSpPr>
        <p:spPr>
          <a:xfrm>
            <a:off x="585833" y="1198895"/>
            <a:ext cx="10082167" cy="719707"/>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E6BC8A-8225-4646-9D45-3F467B2F0056}"/>
              </a:ext>
            </a:extLst>
          </p:cNvPr>
          <p:cNvSpPr>
            <a:spLocks noGrp="1"/>
          </p:cNvSpPr>
          <p:nvPr>
            <p:ph type="subTitle" idx="1"/>
          </p:nvPr>
        </p:nvSpPr>
        <p:spPr>
          <a:xfrm>
            <a:off x="585833" y="1949419"/>
            <a:ext cx="10082167" cy="578279"/>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10" name="Group 9">
            <a:extLst>
              <a:ext uri="{FF2B5EF4-FFF2-40B4-BE49-F238E27FC236}">
                <a16:creationId xmlns:a16="http://schemas.microsoft.com/office/drawing/2014/main" id="{A98975D2-EAD6-7C4A-BB27-8110683CB786}"/>
              </a:ext>
            </a:extLst>
          </p:cNvPr>
          <p:cNvGrpSpPr/>
          <p:nvPr userDrawn="1"/>
        </p:nvGrpSpPr>
        <p:grpSpPr>
          <a:xfrm>
            <a:off x="450360" y="3744893"/>
            <a:ext cx="2060103" cy="753352"/>
            <a:chOff x="450360" y="3744893"/>
            <a:chExt cx="2060103" cy="753352"/>
          </a:xfrm>
        </p:grpSpPr>
        <p:pic>
          <p:nvPicPr>
            <p:cNvPr id="11" name="Picture 10">
              <a:extLst>
                <a:ext uri="{FF2B5EF4-FFF2-40B4-BE49-F238E27FC236}">
                  <a16:creationId xmlns:a16="http://schemas.microsoft.com/office/drawing/2014/main" id="{F72CFCFB-D349-F245-99FE-E8ED5C4E2D0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5352" y="3744893"/>
              <a:ext cx="1837959" cy="498965"/>
            </a:xfrm>
            <a:prstGeom prst="rect">
              <a:avLst/>
            </a:prstGeom>
          </p:spPr>
        </p:pic>
        <p:sp>
          <p:nvSpPr>
            <p:cNvPr id="12" name="TextBox 11">
              <a:extLst>
                <a:ext uri="{FF2B5EF4-FFF2-40B4-BE49-F238E27FC236}">
                  <a16:creationId xmlns:a16="http://schemas.microsoft.com/office/drawing/2014/main" id="{935158BB-F8D5-B54D-B2ED-0168792F8B28}"/>
                </a:ext>
              </a:extLst>
            </p:cNvPr>
            <p:cNvSpPr txBox="1"/>
            <p:nvPr/>
          </p:nvSpPr>
          <p:spPr>
            <a:xfrm>
              <a:off x="450360" y="4244329"/>
              <a:ext cx="2060103" cy="253916"/>
            </a:xfrm>
            <a:prstGeom prst="rect">
              <a:avLst/>
            </a:prstGeom>
            <a:noFill/>
          </p:spPr>
          <p:txBody>
            <a:bodyPr wrap="square" rtlCol="0">
              <a:spAutoFit/>
            </a:bodyPr>
            <a:lstStyle/>
            <a:p>
              <a:pPr algn="r"/>
              <a:r>
                <a:rPr lang="en-US" sz="1050" dirty="0">
                  <a:latin typeface="Trebuchet MS" panose="020B0603020202020204" pitchFamily="34" charset="0"/>
                </a:rPr>
                <a:t>Humanising Financial Services</a:t>
              </a:r>
            </a:p>
          </p:txBody>
        </p:sp>
      </p:grpSp>
      <p:sp>
        <p:nvSpPr>
          <p:cNvPr id="4" name="Footer Placeholder 3">
            <a:extLst>
              <a:ext uri="{FF2B5EF4-FFF2-40B4-BE49-F238E27FC236}">
                <a16:creationId xmlns:a16="http://schemas.microsoft.com/office/drawing/2014/main" id="{F08099C8-7697-9C4D-8D32-53526BB3ED8B}"/>
              </a:ext>
            </a:extLst>
          </p:cNvPr>
          <p:cNvSpPr>
            <a:spLocks noGrp="1"/>
          </p:cNvSpPr>
          <p:nvPr>
            <p:ph type="ftr" sz="quarter" idx="14"/>
          </p:nvPr>
        </p:nvSpPr>
        <p:spPr>
          <a:xfrm>
            <a:off x="6986556" y="117070"/>
            <a:ext cx="4966748" cy="360000"/>
          </a:xfrm>
        </p:spPr>
        <p:txBody>
          <a:bodyPr anchor="b" anchorCtr="0"/>
          <a:lstStyle>
            <a:lvl1pPr>
              <a:defRPr sz="1200">
                <a:solidFill>
                  <a:schemeClr val="tx1">
                    <a:lumMod val="95000"/>
                    <a:lumOff val="5000"/>
                  </a:schemeClr>
                </a:solidFill>
              </a:defRPr>
            </a:lvl1pPr>
          </a:lstStyle>
          <a:p>
            <a:endParaRPr lang="en-US" dirty="0"/>
          </a:p>
        </p:txBody>
      </p:sp>
      <p:sp>
        <p:nvSpPr>
          <p:cNvPr id="5" name="Slide Number Placeholder 4">
            <a:extLst>
              <a:ext uri="{FF2B5EF4-FFF2-40B4-BE49-F238E27FC236}">
                <a16:creationId xmlns:a16="http://schemas.microsoft.com/office/drawing/2014/main" id="{761F157F-E773-9E40-95D1-79F17798E5A0}"/>
              </a:ext>
            </a:extLst>
          </p:cNvPr>
          <p:cNvSpPr>
            <a:spLocks noGrp="1"/>
          </p:cNvSpPr>
          <p:nvPr>
            <p:ph type="sldNum" sz="quarter" idx="15"/>
          </p:nvPr>
        </p:nvSpPr>
        <p:spPr/>
        <p:txBody>
          <a:bodyPr/>
          <a:lstStyle/>
          <a:p>
            <a:fld id="{7C03E8FC-7EBD-BF42-9ED4-90D4B1E23A24}" type="slidenum">
              <a:rPr lang="en-US" smtClean="0"/>
              <a:pPr/>
              <a:t>‹#›</a:t>
            </a:fld>
            <a:endParaRPr lang="en-US" dirty="0"/>
          </a:p>
        </p:txBody>
      </p:sp>
      <p:sp>
        <p:nvSpPr>
          <p:cNvPr id="13" name="Rectangle 12"/>
          <p:cNvSpPr/>
          <p:nvPr userDrawn="1"/>
        </p:nvSpPr>
        <p:spPr>
          <a:xfrm>
            <a:off x="6986556" y="507887"/>
            <a:ext cx="5021766" cy="523220"/>
          </a:xfrm>
          <a:prstGeom prst="rect">
            <a:avLst/>
          </a:prstGeom>
        </p:spPr>
        <p:txBody>
          <a:bodyPr wrap="square">
            <a:spAutoFit/>
          </a:bodyPr>
          <a:lstStyle/>
          <a:p>
            <a:pPr algn="just"/>
            <a:r>
              <a:rPr lang="en-MY" sz="700" i="1" dirty="0"/>
              <a:t>Disclaimer: The contents of this document/information remain the intellectual property of Maybank and no part of this is to be reproduced or transmitted in any form or by any means, including electronically, photocopying, recording or in any information storage and retrieval system without the permission in writing from Maybank. The contents of this document/information are confidential and its circulation and use are restricted.</a:t>
            </a:r>
          </a:p>
        </p:txBody>
      </p:sp>
    </p:spTree>
    <p:extLst>
      <p:ext uri="{BB962C8B-B14F-4D97-AF65-F5344CB8AC3E}">
        <p14:creationId xmlns:p14="http://schemas.microsoft.com/office/powerpoint/2010/main" val="1614037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97E39-371E-3E4F-9B2B-838C37523B1B}"/>
              </a:ext>
            </a:extLst>
          </p:cNvPr>
          <p:cNvSpPr>
            <a:spLocks noGrp="1"/>
          </p:cNvSpPr>
          <p:nvPr>
            <p:ph type="ctrTitle"/>
          </p:nvPr>
        </p:nvSpPr>
        <p:spPr>
          <a:xfrm>
            <a:off x="585833" y="2157326"/>
            <a:ext cx="10082167" cy="719707"/>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E6BC8A-8225-4646-9D45-3F467B2F0056}"/>
              </a:ext>
            </a:extLst>
          </p:cNvPr>
          <p:cNvSpPr>
            <a:spLocks noGrp="1"/>
          </p:cNvSpPr>
          <p:nvPr>
            <p:ph type="subTitle" idx="1"/>
          </p:nvPr>
        </p:nvSpPr>
        <p:spPr>
          <a:xfrm>
            <a:off x="585833" y="2877504"/>
            <a:ext cx="10082167" cy="578279"/>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10" name="Group 9">
            <a:extLst>
              <a:ext uri="{FF2B5EF4-FFF2-40B4-BE49-F238E27FC236}">
                <a16:creationId xmlns:a16="http://schemas.microsoft.com/office/drawing/2014/main" id="{A98975D2-EAD6-7C4A-BB27-8110683CB786}"/>
              </a:ext>
            </a:extLst>
          </p:cNvPr>
          <p:cNvGrpSpPr/>
          <p:nvPr userDrawn="1"/>
        </p:nvGrpSpPr>
        <p:grpSpPr>
          <a:xfrm>
            <a:off x="450360" y="3744893"/>
            <a:ext cx="2060103" cy="753352"/>
            <a:chOff x="450360" y="3744893"/>
            <a:chExt cx="2060103" cy="753352"/>
          </a:xfrm>
        </p:grpSpPr>
        <p:pic>
          <p:nvPicPr>
            <p:cNvPr id="11" name="Picture 10">
              <a:extLst>
                <a:ext uri="{FF2B5EF4-FFF2-40B4-BE49-F238E27FC236}">
                  <a16:creationId xmlns:a16="http://schemas.microsoft.com/office/drawing/2014/main" id="{F72CFCFB-D349-F245-99FE-E8ED5C4E2D0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5352" y="3744893"/>
              <a:ext cx="1837959" cy="498965"/>
            </a:xfrm>
            <a:prstGeom prst="rect">
              <a:avLst/>
            </a:prstGeom>
          </p:spPr>
        </p:pic>
        <p:sp>
          <p:nvSpPr>
            <p:cNvPr id="12" name="TextBox 11">
              <a:extLst>
                <a:ext uri="{FF2B5EF4-FFF2-40B4-BE49-F238E27FC236}">
                  <a16:creationId xmlns:a16="http://schemas.microsoft.com/office/drawing/2014/main" id="{935158BB-F8D5-B54D-B2ED-0168792F8B28}"/>
                </a:ext>
              </a:extLst>
            </p:cNvPr>
            <p:cNvSpPr txBox="1"/>
            <p:nvPr/>
          </p:nvSpPr>
          <p:spPr>
            <a:xfrm>
              <a:off x="450360" y="4244329"/>
              <a:ext cx="2060103" cy="253916"/>
            </a:xfrm>
            <a:prstGeom prst="rect">
              <a:avLst/>
            </a:prstGeom>
            <a:noFill/>
          </p:spPr>
          <p:txBody>
            <a:bodyPr wrap="square" rtlCol="0">
              <a:spAutoFit/>
            </a:bodyPr>
            <a:lstStyle/>
            <a:p>
              <a:pPr algn="r"/>
              <a:r>
                <a:rPr lang="en-US" sz="1050" dirty="0">
                  <a:latin typeface="Trebuchet MS" panose="020B0603020202020204" pitchFamily="34" charset="0"/>
                </a:rPr>
                <a:t>Humanising Financial Services</a:t>
              </a:r>
            </a:p>
          </p:txBody>
        </p:sp>
      </p:grpSp>
    </p:spTree>
    <p:extLst>
      <p:ext uri="{BB962C8B-B14F-4D97-AF65-F5344CB8AC3E}">
        <p14:creationId xmlns:p14="http://schemas.microsoft.com/office/powerpoint/2010/main" val="2405633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A3A49C1-9F07-0546-8795-7B7F6C43B296}"/>
              </a:ext>
            </a:extLst>
          </p:cNvPr>
          <p:cNvSpPr>
            <a:spLocks noGrp="1"/>
          </p:cNvSpPr>
          <p:nvPr>
            <p:ph type="ftr" sz="quarter" idx="11"/>
          </p:nvPr>
        </p:nvSpPr>
        <p:spPr>
          <a:xfrm>
            <a:off x="9278470" y="6356350"/>
            <a:ext cx="2196423" cy="360000"/>
          </a:xfrm>
        </p:spPr>
        <p:txBody>
          <a:bodyPr/>
          <a:lstStyle/>
          <a:p>
            <a:endParaRPr lang="en-US" dirty="0"/>
          </a:p>
        </p:txBody>
      </p:sp>
      <p:sp>
        <p:nvSpPr>
          <p:cNvPr id="2" name="Title 1">
            <a:extLst>
              <a:ext uri="{FF2B5EF4-FFF2-40B4-BE49-F238E27FC236}">
                <a16:creationId xmlns:a16="http://schemas.microsoft.com/office/drawing/2014/main" id="{F139850A-F6DE-1D46-9625-12E77732FE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A68836-95DD-6444-8A3B-102219EAF7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C83759C-430A-DD4E-9729-2D88B7CF07AC}"/>
              </a:ext>
            </a:extLst>
          </p:cNvPr>
          <p:cNvSpPr>
            <a:spLocks noGrp="1"/>
          </p:cNvSpPr>
          <p:nvPr>
            <p:ph type="sldNum" sz="quarter" idx="12"/>
          </p:nvPr>
        </p:nvSpPr>
        <p:spPr>
          <a:xfrm>
            <a:off x="11508806" y="6356350"/>
            <a:ext cx="270000" cy="360000"/>
          </a:xfrm>
        </p:spPr>
        <p:txBody>
          <a:bodyPr/>
          <a:lstStyle/>
          <a:p>
            <a:fld id="{7C03E8FC-7EBD-BF42-9ED4-90D4B1E23A24}" type="slidenum">
              <a:rPr lang="en-US" smtClean="0"/>
              <a:t>‹#›</a:t>
            </a:fld>
            <a:endParaRPr lang="en-US" dirty="0"/>
          </a:p>
        </p:txBody>
      </p:sp>
      <p:sp>
        <p:nvSpPr>
          <p:cNvPr id="8" name="Text Placeholder 7"/>
          <p:cNvSpPr>
            <a:spLocks noGrp="1"/>
          </p:cNvSpPr>
          <p:nvPr>
            <p:ph type="body" sz="quarter" idx="13" hasCustomPrompt="1"/>
          </p:nvPr>
        </p:nvSpPr>
        <p:spPr>
          <a:xfrm>
            <a:off x="504825" y="6411593"/>
            <a:ext cx="2974975" cy="25241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2167312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w/o pictur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C19CAAEA-73C2-F242-89DF-673AAD3BE9B6}"/>
              </a:ext>
            </a:extLst>
          </p:cNvPr>
          <p:cNvSpPr>
            <a:spLocks noGrp="1"/>
          </p:cNvSpPr>
          <p:nvPr>
            <p:ph type="body" sz="quarter" idx="13"/>
          </p:nvPr>
        </p:nvSpPr>
        <p:spPr>
          <a:xfrm>
            <a:off x="4781550" y="2378075"/>
            <a:ext cx="6135688" cy="1389063"/>
          </a:xfrm>
        </p:spPr>
        <p:txBody>
          <a:bodyPr/>
          <a:lstStyle>
            <a:lvl1pPr marL="0" indent="0">
              <a:buNone/>
              <a:defRPr>
                <a:solidFill>
                  <a:srgbClr val="C0C0C8"/>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5" name="Footer Placeholder 4">
            <a:extLst>
              <a:ext uri="{FF2B5EF4-FFF2-40B4-BE49-F238E27FC236}">
                <a16:creationId xmlns:a16="http://schemas.microsoft.com/office/drawing/2014/main" id="{9A3A49C1-9F07-0546-8795-7B7F6C43B296}"/>
              </a:ext>
            </a:extLst>
          </p:cNvPr>
          <p:cNvSpPr>
            <a:spLocks noGrp="1"/>
          </p:cNvSpPr>
          <p:nvPr>
            <p:ph type="ftr" sz="quarter" idx="11"/>
          </p:nvPr>
        </p:nvSpPr>
        <p:spPr>
          <a:xfrm>
            <a:off x="9278470" y="6356350"/>
            <a:ext cx="2196423" cy="360000"/>
          </a:xfrm>
        </p:spPr>
        <p:txBody>
          <a:bodyPr/>
          <a:lstStyle/>
          <a:p>
            <a:endParaRPr lang="en-US" dirty="0"/>
          </a:p>
        </p:txBody>
      </p:sp>
      <p:sp>
        <p:nvSpPr>
          <p:cNvPr id="2" name="Title 1">
            <a:extLst>
              <a:ext uri="{FF2B5EF4-FFF2-40B4-BE49-F238E27FC236}">
                <a16:creationId xmlns:a16="http://schemas.microsoft.com/office/drawing/2014/main" id="{F139850A-F6DE-1D46-9625-12E77732FE01}"/>
              </a:ext>
            </a:extLst>
          </p:cNvPr>
          <p:cNvSpPr>
            <a:spLocks noGrp="1"/>
          </p:cNvSpPr>
          <p:nvPr>
            <p:ph type="title" hasCustomPrompt="1"/>
          </p:nvPr>
        </p:nvSpPr>
        <p:spPr/>
        <p:txBody>
          <a:bodyPr/>
          <a:lstStyle>
            <a:lvl1pPr>
              <a:defRPr/>
            </a:lvl1pPr>
          </a:lstStyle>
          <a:p>
            <a:r>
              <a:rPr lang="en-US" dirty="0"/>
              <a:t>Divider w/o picture</a:t>
            </a:r>
          </a:p>
        </p:txBody>
      </p:sp>
      <p:sp>
        <p:nvSpPr>
          <p:cNvPr id="6" name="Slide Number Placeholder 5">
            <a:extLst>
              <a:ext uri="{FF2B5EF4-FFF2-40B4-BE49-F238E27FC236}">
                <a16:creationId xmlns:a16="http://schemas.microsoft.com/office/drawing/2014/main" id="{BC83759C-430A-DD4E-9729-2D88B7CF07AC}"/>
              </a:ext>
            </a:extLst>
          </p:cNvPr>
          <p:cNvSpPr>
            <a:spLocks noGrp="1"/>
          </p:cNvSpPr>
          <p:nvPr>
            <p:ph type="sldNum" sz="quarter" idx="12"/>
          </p:nvPr>
        </p:nvSpPr>
        <p:spPr>
          <a:xfrm>
            <a:off x="11508806" y="6356350"/>
            <a:ext cx="270000" cy="360000"/>
          </a:xfrm>
        </p:spPr>
        <p:txBody>
          <a:bodyPr/>
          <a:lstStyle/>
          <a:p>
            <a:fld id="{7C03E8FC-7EBD-BF42-9ED4-90D4B1E23A24}" type="slidenum">
              <a:rPr lang="en-US" smtClean="0"/>
              <a:t>‹#›</a:t>
            </a:fld>
            <a:endParaRPr lang="en-US" dirty="0"/>
          </a:p>
        </p:txBody>
      </p:sp>
      <p:grpSp>
        <p:nvGrpSpPr>
          <p:cNvPr id="7" name="Group 6">
            <a:extLst>
              <a:ext uri="{FF2B5EF4-FFF2-40B4-BE49-F238E27FC236}">
                <a16:creationId xmlns:a16="http://schemas.microsoft.com/office/drawing/2014/main" id="{ECDFFBDC-318D-3F4B-8882-A65DFD277D6F}"/>
              </a:ext>
            </a:extLst>
          </p:cNvPr>
          <p:cNvGrpSpPr/>
          <p:nvPr userDrawn="1"/>
        </p:nvGrpSpPr>
        <p:grpSpPr>
          <a:xfrm>
            <a:off x="1335505" y="1987277"/>
            <a:ext cx="2959768" cy="2825955"/>
            <a:chOff x="2743200" y="3200400"/>
            <a:chExt cx="3886200" cy="3886200"/>
          </a:xfrm>
        </p:grpSpPr>
        <p:sp>
          <p:nvSpPr>
            <p:cNvPr id="8" name="Oval 7">
              <a:extLst>
                <a:ext uri="{FF2B5EF4-FFF2-40B4-BE49-F238E27FC236}">
                  <a16:creationId xmlns:a16="http://schemas.microsoft.com/office/drawing/2014/main" id="{DA268088-0802-7149-8E40-18E4EE20A607}"/>
                </a:ext>
              </a:extLst>
            </p:cNvPr>
            <p:cNvSpPr/>
            <p:nvPr/>
          </p:nvSpPr>
          <p:spPr>
            <a:xfrm>
              <a:off x="2743200" y="3200400"/>
              <a:ext cx="3886200" cy="3886200"/>
            </a:xfrm>
            <a:prstGeom prst="ellipse">
              <a:avLst/>
            </a:prstGeom>
            <a:solidFill>
              <a:srgbClr val="FFC800"/>
            </a:solidFill>
            <a:ln w="254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371600" eaLnBrk="1" fontAlgn="auto" latinLnBrk="0" hangingPunct="1">
                <a:lnSpc>
                  <a:spcPct val="100000"/>
                </a:lnSpc>
                <a:spcBef>
                  <a:spcPts val="0"/>
                </a:spcBef>
                <a:spcAft>
                  <a:spcPts val="0"/>
                </a:spcAft>
                <a:buClrTx/>
                <a:buSzTx/>
                <a:buFontTx/>
                <a:buNone/>
                <a:tabLst/>
                <a:defRPr/>
              </a:pPr>
              <a:endParaRPr kumimoji="0" lang="uk-UA" b="0" i="0" u="none" strike="noStrike" kern="0" cap="none" spc="0" normalizeH="0" baseline="0" noProof="0">
                <a:ln>
                  <a:noFill/>
                </a:ln>
                <a:solidFill>
                  <a:srgbClr val="0A091B"/>
                </a:solidFill>
                <a:effectLst/>
                <a:uLnTx/>
                <a:uFillTx/>
                <a:latin typeface="Trebuchet MS" panose="020B0603020202020204" pitchFamily="34" charset="0"/>
                <a:cs typeface="Arial" panose="020B0604020202020204" pitchFamily="34" charset="0"/>
              </a:endParaRPr>
            </a:p>
          </p:txBody>
        </p:sp>
        <p:sp>
          <p:nvSpPr>
            <p:cNvPr id="9" name="Freeform 8">
              <a:extLst>
                <a:ext uri="{FF2B5EF4-FFF2-40B4-BE49-F238E27FC236}">
                  <a16:creationId xmlns:a16="http://schemas.microsoft.com/office/drawing/2014/main" id="{54C67207-558A-2748-8761-EBE162DE7E71}"/>
                </a:ext>
              </a:extLst>
            </p:cNvPr>
            <p:cNvSpPr>
              <a:spLocks noEditPoints="1"/>
            </p:cNvSpPr>
            <p:nvPr/>
          </p:nvSpPr>
          <p:spPr bwMode="auto">
            <a:xfrm>
              <a:off x="4008516" y="4381500"/>
              <a:ext cx="1355568" cy="1266824"/>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solidFill>
              <a:srgbClr val="F2F2F5"/>
            </a:solidFill>
            <a:ln>
              <a:noFill/>
            </a:ln>
          </p:spPr>
          <p:txBody>
            <a:bodyPr vert="horz" wrap="square" lIns="91440" tIns="45720" rIns="91440" bIns="45720" numCol="1" anchor="t" anchorCtr="0" compatLnSpc="1">
              <a:prstTxWarp prst="textNoShape">
                <a:avLst/>
              </a:prstTxWarp>
            </a:bodyPr>
            <a:lstStyle/>
            <a:p>
              <a:pPr marL="0" marR="0" lvl="0" indent="0" defTabSz="1371600" eaLnBrk="1" fontAlgn="auto" latinLnBrk="0" hangingPunct="1">
                <a:lnSpc>
                  <a:spcPct val="100000"/>
                </a:lnSpc>
                <a:spcBef>
                  <a:spcPts val="0"/>
                </a:spcBef>
                <a:spcAft>
                  <a:spcPts val="0"/>
                </a:spcAft>
                <a:buClrTx/>
                <a:buSzTx/>
                <a:buFontTx/>
                <a:buNone/>
                <a:tabLst/>
                <a:defRPr/>
              </a:pPr>
              <a:endParaRPr kumimoji="0" lang="uk-UA" b="0" i="0" u="none" strike="noStrike" kern="0" cap="none" spc="0" normalizeH="0" baseline="0" noProof="0">
                <a:ln>
                  <a:noFill/>
                </a:ln>
                <a:solidFill>
                  <a:srgbClr val="0A091B"/>
                </a:solidFill>
                <a:effectLst/>
                <a:uLnTx/>
                <a:uFillTx/>
                <a:latin typeface="Trebuchet MS" panose="020B0603020202020204" pitchFamily="34" charset="0"/>
                <a:cs typeface="Arial" panose="020B0604020202020204" pitchFamily="34" charset="0"/>
              </a:endParaRPr>
            </a:p>
          </p:txBody>
        </p:sp>
      </p:grpSp>
      <p:sp>
        <p:nvSpPr>
          <p:cNvPr id="4" name="Text Placeholder 3"/>
          <p:cNvSpPr>
            <a:spLocks noGrp="1"/>
          </p:cNvSpPr>
          <p:nvPr>
            <p:ph type="body" sz="quarter" idx="14" hasCustomPrompt="1"/>
          </p:nvPr>
        </p:nvSpPr>
        <p:spPr>
          <a:xfrm>
            <a:off x="504825" y="6356350"/>
            <a:ext cx="30257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986956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750" fill="hold"/>
                                        <p:tgtEl>
                                          <p:spTgt spid="7"/>
                                        </p:tgtEl>
                                        <p:attrNameLst>
                                          <p:attrName>ppt_w</p:attrName>
                                        </p:attrNameLst>
                                      </p:cBhvr>
                                      <p:tavLst>
                                        <p:tav tm="0">
                                          <p:val>
                                            <p:fltVal val="0"/>
                                          </p:val>
                                        </p:tav>
                                        <p:tav tm="100000">
                                          <p:val>
                                            <p:strVal val="#ppt_w"/>
                                          </p:val>
                                        </p:tav>
                                      </p:tavLst>
                                    </p:anim>
                                    <p:anim calcmode="lin" valueType="num">
                                      <p:cBhvr>
                                        <p:cTn id="8" dur="750" fill="hold"/>
                                        <p:tgtEl>
                                          <p:spTgt spid="7"/>
                                        </p:tgtEl>
                                        <p:attrNameLst>
                                          <p:attrName>ppt_h</p:attrName>
                                        </p:attrNameLst>
                                      </p:cBhvr>
                                      <p:tavLst>
                                        <p:tav tm="0">
                                          <p:val>
                                            <p:fltVal val="0"/>
                                          </p:val>
                                        </p:tav>
                                        <p:tav tm="100000">
                                          <p:val>
                                            <p:strVal val="#ppt_h"/>
                                          </p:val>
                                        </p:tav>
                                      </p:tavLst>
                                    </p:anim>
                                    <p:anim calcmode="lin" valueType="num">
                                      <p:cBhvr>
                                        <p:cTn id="9" dur="750" fill="hold"/>
                                        <p:tgtEl>
                                          <p:spTgt spid="7"/>
                                        </p:tgtEl>
                                        <p:attrNameLst>
                                          <p:attrName>style.rotation</p:attrName>
                                        </p:attrNameLst>
                                      </p:cBhvr>
                                      <p:tavLst>
                                        <p:tav tm="0">
                                          <p:val>
                                            <p:fltVal val="360"/>
                                          </p:val>
                                        </p:tav>
                                        <p:tav tm="100000">
                                          <p:val>
                                            <p:fltVal val="0"/>
                                          </p:val>
                                        </p:tav>
                                      </p:tavLst>
                                    </p:anim>
                                    <p:animEffect transition="in" filter="fade">
                                      <p:cBhvr>
                                        <p:cTn id="10"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with pictur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5B390E-C77E-7C41-B22A-A0D2E61CCC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4405" y="1532515"/>
            <a:ext cx="7315201" cy="4480309"/>
          </a:xfrm>
          <a:prstGeom prst="rect">
            <a:avLst/>
          </a:prstGeom>
          <a:effectLst>
            <a:outerShdw blurRad="190500" dist="76200" dir="5400000" algn="t" rotWithShape="0">
              <a:prstClr val="black">
                <a:alpha val="14000"/>
              </a:prstClr>
            </a:outerShdw>
          </a:effectLst>
        </p:spPr>
      </p:pic>
      <p:sp>
        <p:nvSpPr>
          <p:cNvPr id="11" name="Text Placeholder 10">
            <a:extLst>
              <a:ext uri="{FF2B5EF4-FFF2-40B4-BE49-F238E27FC236}">
                <a16:creationId xmlns:a16="http://schemas.microsoft.com/office/drawing/2014/main" id="{C19CAAEA-73C2-F242-89DF-673AAD3BE9B6}"/>
              </a:ext>
            </a:extLst>
          </p:cNvPr>
          <p:cNvSpPr>
            <a:spLocks noGrp="1"/>
          </p:cNvSpPr>
          <p:nvPr>
            <p:ph type="body" sz="quarter" idx="13" hasCustomPrompt="1"/>
          </p:nvPr>
        </p:nvSpPr>
        <p:spPr>
          <a:xfrm>
            <a:off x="6961792" y="2485939"/>
            <a:ext cx="4727700" cy="813316"/>
          </a:xfrm>
        </p:spPr>
        <p:txBody>
          <a:bodyPr anchor="b"/>
          <a:lstStyle>
            <a:lvl1pPr marL="0" indent="0">
              <a:buNone/>
              <a:defRPr>
                <a:solidFill>
                  <a:schemeClr val="tx1">
                    <a:lumMod val="95000"/>
                    <a:lumOff val="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p:txBody>
      </p:sp>
      <p:sp>
        <p:nvSpPr>
          <p:cNvPr id="5" name="Footer Placeholder 4">
            <a:extLst>
              <a:ext uri="{FF2B5EF4-FFF2-40B4-BE49-F238E27FC236}">
                <a16:creationId xmlns:a16="http://schemas.microsoft.com/office/drawing/2014/main" id="{9A3A49C1-9F07-0546-8795-7B7F6C43B296}"/>
              </a:ext>
            </a:extLst>
          </p:cNvPr>
          <p:cNvSpPr>
            <a:spLocks noGrp="1"/>
          </p:cNvSpPr>
          <p:nvPr>
            <p:ph type="ftr" sz="quarter" idx="11"/>
          </p:nvPr>
        </p:nvSpPr>
        <p:spPr>
          <a:xfrm>
            <a:off x="9278470" y="6356350"/>
            <a:ext cx="2196423" cy="360000"/>
          </a:xfrm>
        </p:spPr>
        <p:txBody>
          <a:bodyPr/>
          <a:lstStyle/>
          <a:p>
            <a:endParaRPr lang="en-US" dirty="0"/>
          </a:p>
        </p:txBody>
      </p:sp>
      <p:sp>
        <p:nvSpPr>
          <p:cNvPr id="2" name="Title 1">
            <a:extLst>
              <a:ext uri="{FF2B5EF4-FFF2-40B4-BE49-F238E27FC236}">
                <a16:creationId xmlns:a16="http://schemas.microsoft.com/office/drawing/2014/main" id="{F139850A-F6DE-1D46-9625-12E77732FE01}"/>
              </a:ext>
            </a:extLst>
          </p:cNvPr>
          <p:cNvSpPr>
            <a:spLocks noGrp="1"/>
          </p:cNvSpPr>
          <p:nvPr>
            <p:ph type="title" hasCustomPrompt="1"/>
          </p:nvPr>
        </p:nvSpPr>
        <p:spPr/>
        <p:txBody>
          <a:bodyPr/>
          <a:lstStyle>
            <a:lvl1pPr>
              <a:defRPr/>
            </a:lvl1pPr>
          </a:lstStyle>
          <a:p>
            <a:r>
              <a:rPr lang="en-US" dirty="0"/>
              <a:t>Divider with picture</a:t>
            </a:r>
          </a:p>
        </p:txBody>
      </p:sp>
      <p:sp>
        <p:nvSpPr>
          <p:cNvPr id="6" name="Slide Number Placeholder 5">
            <a:extLst>
              <a:ext uri="{FF2B5EF4-FFF2-40B4-BE49-F238E27FC236}">
                <a16:creationId xmlns:a16="http://schemas.microsoft.com/office/drawing/2014/main" id="{BC83759C-430A-DD4E-9729-2D88B7CF07AC}"/>
              </a:ext>
            </a:extLst>
          </p:cNvPr>
          <p:cNvSpPr>
            <a:spLocks noGrp="1"/>
          </p:cNvSpPr>
          <p:nvPr>
            <p:ph type="sldNum" sz="quarter" idx="12"/>
          </p:nvPr>
        </p:nvSpPr>
        <p:spPr>
          <a:xfrm>
            <a:off x="11508806" y="6356350"/>
            <a:ext cx="270000" cy="360000"/>
          </a:xfrm>
        </p:spPr>
        <p:txBody>
          <a:bodyPr/>
          <a:lstStyle/>
          <a:p>
            <a:fld id="{7C03E8FC-7EBD-BF42-9ED4-90D4B1E23A24}" type="slidenum">
              <a:rPr lang="en-US" smtClean="0"/>
              <a:t>‹#›</a:t>
            </a:fld>
            <a:endParaRPr lang="en-US"/>
          </a:p>
        </p:txBody>
      </p:sp>
      <p:sp>
        <p:nvSpPr>
          <p:cNvPr id="14" name="Picture Placeholder 13">
            <a:extLst>
              <a:ext uri="{FF2B5EF4-FFF2-40B4-BE49-F238E27FC236}">
                <a16:creationId xmlns:a16="http://schemas.microsoft.com/office/drawing/2014/main" id="{9E64B062-21B0-4D42-BAF2-3D88EA4ABB73}"/>
              </a:ext>
            </a:extLst>
          </p:cNvPr>
          <p:cNvSpPr>
            <a:spLocks noGrp="1"/>
          </p:cNvSpPr>
          <p:nvPr>
            <p:ph type="pic" sz="quarter" idx="14" hasCustomPrompt="1"/>
          </p:nvPr>
        </p:nvSpPr>
        <p:spPr>
          <a:xfrm>
            <a:off x="1012825" y="1964724"/>
            <a:ext cx="5437188" cy="3435951"/>
          </a:xfrm>
        </p:spPr>
        <p:txBody>
          <a:bodyPr anchor="ctr"/>
          <a:lstStyle>
            <a:lvl1pPr marL="0" indent="0" algn="ctr">
              <a:buNone/>
              <a:defRPr/>
            </a:lvl1pPr>
          </a:lstStyle>
          <a:p>
            <a:r>
              <a:rPr lang="en-US" dirty="0"/>
              <a:t>Insert Picture</a:t>
            </a:r>
          </a:p>
        </p:txBody>
      </p:sp>
      <p:sp>
        <p:nvSpPr>
          <p:cNvPr id="17" name="Text Placeholder 16">
            <a:extLst>
              <a:ext uri="{FF2B5EF4-FFF2-40B4-BE49-F238E27FC236}">
                <a16:creationId xmlns:a16="http://schemas.microsoft.com/office/drawing/2014/main" id="{263B176F-1D20-3E47-8649-209AA2AF26B0}"/>
              </a:ext>
            </a:extLst>
          </p:cNvPr>
          <p:cNvSpPr>
            <a:spLocks noGrp="1"/>
          </p:cNvSpPr>
          <p:nvPr>
            <p:ph type="body" sz="quarter" idx="15"/>
          </p:nvPr>
        </p:nvSpPr>
        <p:spPr>
          <a:xfrm>
            <a:off x="6961792" y="3435350"/>
            <a:ext cx="4725383" cy="1001713"/>
          </a:xfrm>
        </p:spPr>
        <p:txBody>
          <a:bodyPr>
            <a:noAutofit/>
          </a:bodyPr>
          <a:lstStyle>
            <a:lvl1pPr marL="0" indent="0">
              <a:buNone/>
              <a:defRPr sz="2000">
                <a:solidFill>
                  <a:srgbClr val="7F7F7F"/>
                </a:solidFill>
              </a:defRPr>
            </a:lvl1pPr>
            <a:lvl2pPr marL="457200" indent="0">
              <a:buNone/>
              <a:defRPr sz="2000">
                <a:solidFill>
                  <a:srgbClr val="7F7F7F"/>
                </a:solidFill>
              </a:defRPr>
            </a:lvl2pPr>
            <a:lvl3pPr marL="914400" indent="0">
              <a:buNone/>
              <a:defRPr sz="2000">
                <a:solidFill>
                  <a:srgbClr val="7F7F7F"/>
                </a:solidFill>
              </a:defRPr>
            </a:lvl3pPr>
            <a:lvl4pPr marL="1371600" indent="0">
              <a:buNone/>
              <a:defRPr sz="2000">
                <a:solidFill>
                  <a:srgbClr val="7F7F7F"/>
                </a:solidFill>
              </a:defRPr>
            </a:lvl4pPr>
            <a:lvl5pPr marL="1828800" indent="0">
              <a:buNone/>
              <a:defRPr sz="2000">
                <a:solidFill>
                  <a:srgbClr val="7F7F7F"/>
                </a:solidFill>
              </a:defRPr>
            </a:lvl5pPr>
          </a:lstStyle>
          <a:p>
            <a:pPr lvl="0"/>
            <a:r>
              <a:rPr lang="en-US"/>
              <a:t>Click to edit Master text styles</a:t>
            </a:r>
          </a:p>
        </p:txBody>
      </p:sp>
      <p:sp>
        <p:nvSpPr>
          <p:cNvPr id="7" name="Text Placeholder 6"/>
          <p:cNvSpPr>
            <a:spLocks noGrp="1"/>
          </p:cNvSpPr>
          <p:nvPr>
            <p:ph type="body" sz="quarter" idx="16" hasCustomPrompt="1"/>
          </p:nvPr>
        </p:nvSpPr>
        <p:spPr>
          <a:xfrm>
            <a:off x="504825" y="6451600"/>
            <a:ext cx="3419475" cy="406400"/>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2612114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x Text + 1x Pic">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C31572B-B7C6-C044-91A0-A25424F1D6EC}"/>
              </a:ext>
            </a:extLst>
          </p:cNvPr>
          <p:cNvSpPr>
            <a:spLocks noGrp="1"/>
          </p:cNvSpPr>
          <p:nvPr>
            <p:ph type="pic" sz="quarter" idx="13"/>
          </p:nvPr>
        </p:nvSpPr>
        <p:spPr>
          <a:xfrm>
            <a:off x="7204075" y="1062038"/>
            <a:ext cx="4484688" cy="5178425"/>
          </a:xfrm>
        </p:spPr>
        <p:txBody>
          <a:bodyPr anchor="ctr"/>
          <a:lstStyle>
            <a:lvl1pPr marL="0" indent="0" algn="ctr">
              <a:buNone/>
              <a:defRPr/>
            </a:lvl1pPr>
          </a:lstStyle>
          <a:p>
            <a:r>
              <a:rPr lang="en-US"/>
              <a:t>Click icon to add picture</a:t>
            </a:r>
          </a:p>
        </p:txBody>
      </p:sp>
      <p:sp>
        <p:nvSpPr>
          <p:cNvPr id="8" name="Footer Placeholder 7">
            <a:extLst>
              <a:ext uri="{FF2B5EF4-FFF2-40B4-BE49-F238E27FC236}">
                <a16:creationId xmlns:a16="http://schemas.microsoft.com/office/drawing/2014/main" id="{9E9578D3-73F5-4B45-880E-D728A04E5519}"/>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E8EB04BC-3E8E-2741-8C53-EE2B482A6F48}"/>
              </a:ext>
            </a:extLst>
          </p:cNvPr>
          <p:cNvSpPr>
            <a:spLocks noGrp="1"/>
          </p:cNvSpPr>
          <p:nvPr>
            <p:ph type="title"/>
          </p:nvPr>
        </p:nvSpPr>
        <p:spPr>
          <a:xfrm>
            <a:off x="504825" y="250215"/>
            <a:ext cx="10412557" cy="584297"/>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C316D93-A762-F242-A2EA-25CE18AA65CA}"/>
              </a:ext>
            </a:extLst>
          </p:cNvPr>
          <p:cNvSpPr>
            <a:spLocks noGrp="1"/>
          </p:cNvSpPr>
          <p:nvPr>
            <p:ph type="body" idx="1" hasCustomPrompt="1"/>
          </p:nvPr>
        </p:nvSpPr>
        <p:spPr>
          <a:xfrm>
            <a:off x="465942" y="1302701"/>
            <a:ext cx="5891996" cy="303677"/>
          </a:xfrm>
        </p:spPr>
        <p:txBody>
          <a:bodyPr anchor="b">
            <a:normAutofit/>
          </a:bodyPr>
          <a:lstStyle>
            <a:lvl1pPr marL="0" indent="0">
              <a:buNone/>
              <a:defRPr sz="1400" b="1">
                <a:solidFill>
                  <a:srgbClr val="59595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EAF8B3DA-4F87-9E44-9E87-E64D2C891546}"/>
              </a:ext>
            </a:extLst>
          </p:cNvPr>
          <p:cNvSpPr>
            <a:spLocks noGrp="1"/>
          </p:cNvSpPr>
          <p:nvPr>
            <p:ph sz="half" idx="2"/>
          </p:nvPr>
        </p:nvSpPr>
        <p:spPr>
          <a:xfrm>
            <a:off x="465942" y="1841157"/>
            <a:ext cx="5891996" cy="4348506"/>
          </a:xfrm>
        </p:spPr>
        <p:txBody>
          <a:bodyPr>
            <a:normAutofit/>
          </a:bodyPr>
          <a:lstStyle>
            <a:lvl1pPr marL="0" indent="0">
              <a:buNone/>
              <a:defRPr sz="1200">
                <a:solidFill>
                  <a:srgbClr val="595959"/>
                </a:solidFill>
              </a:defRPr>
            </a:lvl1pPr>
            <a:lvl2pPr marL="457200" indent="0">
              <a:buNone/>
              <a:defRPr sz="1200">
                <a:solidFill>
                  <a:srgbClr val="595959"/>
                </a:solidFill>
              </a:defRPr>
            </a:lvl2pPr>
            <a:lvl3pPr marL="914400" indent="0">
              <a:buNone/>
              <a:defRPr sz="1200">
                <a:solidFill>
                  <a:srgbClr val="595959"/>
                </a:solidFill>
              </a:defRPr>
            </a:lvl3pPr>
            <a:lvl4pPr marL="1371600" indent="0">
              <a:buNone/>
              <a:defRPr sz="1200">
                <a:solidFill>
                  <a:srgbClr val="595959"/>
                </a:solidFill>
              </a:defRPr>
            </a:lvl4pPr>
            <a:lvl5pPr marL="1828800" indent="0">
              <a:buNone/>
              <a:defRPr sz="12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3486B81E-3E88-4647-9E8D-B2561FD3D768}"/>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6" name="Text Placeholder 5"/>
          <p:cNvSpPr>
            <a:spLocks noGrp="1"/>
          </p:cNvSpPr>
          <p:nvPr>
            <p:ph type="body" sz="quarter" idx="14" hasCustomPrompt="1"/>
          </p:nvPr>
        </p:nvSpPr>
        <p:spPr>
          <a:xfrm>
            <a:off x="466725" y="6356350"/>
            <a:ext cx="34448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307163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column project showcas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A2BBBA6-8747-8149-897F-5F4120F24E1E}"/>
              </a:ext>
            </a:extLst>
          </p:cNvPr>
          <p:cNvSpPr>
            <a:spLocks noGrp="1"/>
          </p:cNvSpPr>
          <p:nvPr>
            <p:ph type="body" sz="quarter" idx="16" hasCustomPrompt="1"/>
          </p:nvPr>
        </p:nvSpPr>
        <p:spPr>
          <a:xfrm>
            <a:off x="855881" y="4184650"/>
            <a:ext cx="3240000" cy="1371600"/>
          </a:xfrm>
        </p:spPr>
        <p:txBody>
          <a:bodyPr lIns="0" tIns="0" rIns="0" bIns="0">
            <a:normAutofit/>
          </a:bodyPr>
          <a:lstStyle>
            <a:lvl1pPr marL="0" indent="0">
              <a:buNone/>
              <a:defRPr sz="1200">
                <a:solidFill>
                  <a:srgbClr val="6C6C6C"/>
                </a:solidFill>
              </a:defRPr>
            </a:lvl1pPr>
            <a:lvl2pPr marL="457200" indent="0">
              <a:buNone/>
              <a:defRPr sz="1200">
                <a:solidFill>
                  <a:srgbClr val="6C6C6C"/>
                </a:solidFill>
              </a:defRPr>
            </a:lvl2pPr>
            <a:lvl3pPr marL="914400" indent="0">
              <a:buNone/>
              <a:defRPr sz="1200">
                <a:solidFill>
                  <a:srgbClr val="6C6C6C"/>
                </a:solidFill>
              </a:defRPr>
            </a:lvl3pPr>
            <a:lvl4pPr marL="1371600" indent="0">
              <a:buNone/>
              <a:defRPr sz="1200">
                <a:solidFill>
                  <a:srgbClr val="6C6C6C"/>
                </a:solidFill>
              </a:defRPr>
            </a:lvl4pPr>
            <a:lvl5pPr marL="1828800" indent="0">
              <a:buNone/>
              <a:defRPr sz="1200">
                <a:solidFill>
                  <a:srgbClr val="6C6C6C"/>
                </a:solidFill>
              </a:defRPr>
            </a:lvl5pPr>
          </a:lstStyle>
          <a:p>
            <a:pPr lvl="0"/>
            <a:r>
              <a:rPr lang="en-US" dirty="0"/>
              <a:t>Edit Text</a:t>
            </a:r>
          </a:p>
        </p:txBody>
      </p:sp>
      <p:sp>
        <p:nvSpPr>
          <p:cNvPr id="15" name="Picture Placeholder 14">
            <a:extLst>
              <a:ext uri="{FF2B5EF4-FFF2-40B4-BE49-F238E27FC236}">
                <a16:creationId xmlns:a16="http://schemas.microsoft.com/office/drawing/2014/main" id="{EC31572B-B7C6-C044-91A0-A25424F1D6EC}"/>
              </a:ext>
            </a:extLst>
          </p:cNvPr>
          <p:cNvSpPr>
            <a:spLocks noGrp="1"/>
          </p:cNvSpPr>
          <p:nvPr>
            <p:ph type="pic" sz="quarter" idx="13"/>
          </p:nvPr>
        </p:nvSpPr>
        <p:spPr>
          <a:xfrm>
            <a:off x="4476000" y="1198518"/>
            <a:ext cx="3240000" cy="2520000"/>
          </a:xfrm>
        </p:spPr>
        <p:txBody>
          <a:bodyPr anchor="ctr"/>
          <a:lstStyle>
            <a:lvl1pPr marL="0" indent="0" algn="ctr">
              <a:buNone/>
              <a:defRPr/>
            </a:lvl1pPr>
          </a:lstStyle>
          <a:p>
            <a:r>
              <a:rPr lang="en-US"/>
              <a:t>Click icon to add picture</a:t>
            </a:r>
          </a:p>
        </p:txBody>
      </p:sp>
      <p:sp>
        <p:nvSpPr>
          <p:cNvPr id="8" name="Footer Placeholder 7">
            <a:extLst>
              <a:ext uri="{FF2B5EF4-FFF2-40B4-BE49-F238E27FC236}">
                <a16:creationId xmlns:a16="http://schemas.microsoft.com/office/drawing/2014/main" id="{9E9578D3-73F5-4B45-880E-D728A04E5519}"/>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E8EB04BC-3E8E-2741-8C53-EE2B482A6F48}"/>
              </a:ext>
            </a:extLst>
          </p:cNvPr>
          <p:cNvSpPr>
            <a:spLocks noGrp="1"/>
          </p:cNvSpPr>
          <p:nvPr>
            <p:ph type="title" hasCustomPrompt="1"/>
          </p:nvPr>
        </p:nvSpPr>
        <p:spPr>
          <a:xfrm>
            <a:off x="504825" y="250215"/>
            <a:ext cx="10412557" cy="584297"/>
          </a:xfrm>
        </p:spPr>
        <p:txBody>
          <a:bodyPr/>
          <a:lstStyle>
            <a:lvl1pPr>
              <a:defRPr/>
            </a:lvl1pPr>
          </a:lstStyle>
          <a:p>
            <a:r>
              <a:rPr lang="en-US" dirty="0"/>
              <a:t>3-column project showcase</a:t>
            </a:r>
          </a:p>
        </p:txBody>
      </p:sp>
      <p:sp>
        <p:nvSpPr>
          <p:cNvPr id="3" name="Text Placeholder 2">
            <a:extLst>
              <a:ext uri="{FF2B5EF4-FFF2-40B4-BE49-F238E27FC236}">
                <a16:creationId xmlns:a16="http://schemas.microsoft.com/office/drawing/2014/main" id="{EC316D93-A762-F242-A2EA-25CE18AA65CA}"/>
              </a:ext>
            </a:extLst>
          </p:cNvPr>
          <p:cNvSpPr>
            <a:spLocks noGrp="1"/>
          </p:cNvSpPr>
          <p:nvPr>
            <p:ph type="body" idx="1" hasCustomPrompt="1"/>
          </p:nvPr>
        </p:nvSpPr>
        <p:spPr>
          <a:xfrm>
            <a:off x="855881" y="3870396"/>
            <a:ext cx="3240000" cy="303677"/>
          </a:xfrm>
        </p:spPr>
        <p:txBody>
          <a:bodyPr lIns="0" tIns="0" rIns="0" bIns="0" anchor="b">
            <a:normAutofit/>
          </a:bodyPr>
          <a:lstStyle>
            <a:lvl1pPr marL="0" indent="0">
              <a:buNone/>
              <a:defRPr sz="2400" b="0">
                <a:solidFill>
                  <a:schemeClr val="tx1">
                    <a:lumMod val="95000"/>
                    <a:lumOff val="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header</a:t>
            </a:r>
          </a:p>
        </p:txBody>
      </p:sp>
      <p:sp>
        <p:nvSpPr>
          <p:cNvPr id="9" name="Slide Number Placeholder 8">
            <a:extLst>
              <a:ext uri="{FF2B5EF4-FFF2-40B4-BE49-F238E27FC236}">
                <a16:creationId xmlns:a16="http://schemas.microsoft.com/office/drawing/2014/main" id="{3486B81E-3E88-4647-9E8D-B2561FD3D768}"/>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20" name="Picture Placeholder 14">
            <a:extLst>
              <a:ext uri="{FF2B5EF4-FFF2-40B4-BE49-F238E27FC236}">
                <a16:creationId xmlns:a16="http://schemas.microsoft.com/office/drawing/2014/main" id="{FC9E2B90-5A98-D947-A29D-1372DADDA8DA}"/>
              </a:ext>
            </a:extLst>
          </p:cNvPr>
          <p:cNvSpPr>
            <a:spLocks noGrp="1"/>
          </p:cNvSpPr>
          <p:nvPr>
            <p:ph type="pic" sz="quarter" idx="14"/>
          </p:nvPr>
        </p:nvSpPr>
        <p:spPr>
          <a:xfrm>
            <a:off x="855881" y="1198518"/>
            <a:ext cx="3240000" cy="2520000"/>
          </a:xfrm>
        </p:spPr>
        <p:txBody>
          <a:bodyPr anchor="ctr"/>
          <a:lstStyle>
            <a:lvl1pPr marL="0" indent="0" algn="ctr">
              <a:buNone/>
              <a:defRPr/>
            </a:lvl1pPr>
          </a:lstStyle>
          <a:p>
            <a:r>
              <a:rPr lang="en-US"/>
              <a:t>Click icon to add picture</a:t>
            </a:r>
            <a:endParaRPr lang="en-US" dirty="0"/>
          </a:p>
        </p:txBody>
      </p:sp>
      <p:sp>
        <p:nvSpPr>
          <p:cNvPr id="21" name="Picture Placeholder 14">
            <a:extLst>
              <a:ext uri="{FF2B5EF4-FFF2-40B4-BE49-F238E27FC236}">
                <a16:creationId xmlns:a16="http://schemas.microsoft.com/office/drawing/2014/main" id="{C087033D-C8DB-864A-92FE-5CDCB4253B35}"/>
              </a:ext>
            </a:extLst>
          </p:cNvPr>
          <p:cNvSpPr>
            <a:spLocks noGrp="1"/>
          </p:cNvSpPr>
          <p:nvPr>
            <p:ph type="pic" sz="quarter" idx="15"/>
          </p:nvPr>
        </p:nvSpPr>
        <p:spPr>
          <a:xfrm>
            <a:off x="7992511" y="1198518"/>
            <a:ext cx="3240000" cy="2520000"/>
          </a:xfrm>
        </p:spPr>
        <p:txBody>
          <a:bodyPr anchor="ctr"/>
          <a:lstStyle>
            <a:lvl1pPr marL="0" indent="0" algn="ctr">
              <a:buNone/>
              <a:defRPr/>
            </a:lvl1pPr>
          </a:lstStyle>
          <a:p>
            <a:r>
              <a:rPr lang="en-US"/>
              <a:t>Click icon to add picture</a:t>
            </a:r>
            <a:endParaRPr lang="en-US" dirty="0"/>
          </a:p>
        </p:txBody>
      </p:sp>
      <p:sp>
        <p:nvSpPr>
          <p:cNvPr id="22" name="Text Placeholder 5">
            <a:extLst>
              <a:ext uri="{FF2B5EF4-FFF2-40B4-BE49-F238E27FC236}">
                <a16:creationId xmlns:a16="http://schemas.microsoft.com/office/drawing/2014/main" id="{57BA9409-A7B4-5147-B2B4-81AD8C98D8FE}"/>
              </a:ext>
            </a:extLst>
          </p:cNvPr>
          <p:cNvSpPr>
            <a:spLocks noGrp="1"/>
          </p:cNvSpPr>
          <p:nvPr>
            <p:ph type="body" sz="quarter" idx="17" hasCustomPrompt="1"/>
          </p:nvPr>
        </p:nvSpPr>
        <p:spPr>
          <a:xfrm>
            <a:off x="4476000" y="4184650"/>
            <a:ext cx="3240000" cy="1371600"/>
          </a:xfrm>
        </p:spPr>
        <p:txBody>
          <a:bodyPr lIns="0" tIns="0" rIns="0" bIns="0">
            <a:normAutofit/>
          </a:bodyPr>
          <a:lstStyle>
            <a:lvl1pPr marL="0" indent="0">
              <a:buNone/>
              <a:defRPr sz="1200">
                <a:solidFill>
                  <a:srgbClr val="6C6C6C"/>
                </a:solidFill>
              </a:defRPr>
            </a:lvl1pPr>
            <a:lvl2pPr marL="457200" indent="0">
              <a:buNone/>
              <a:defRPr sz="1200">
                <a:solidFill>
                  <a:srgbClr val="6C6C6C"/>
                </a:solidFill>
              </a:defRPr>
            </a:lvl2pPr>
            <a:lvl3pPr marL="914400" indent="0">
              <a:buNone/>
              <a:defRPr sz="1200">
                <a:solidFill>
                  <a:srgbClr val="6C6C6C"/>
                </a:solidFill>
              </a:defRPr>
            </a:lvl3pPr>
            <a:lvl4pPr marL="1371600" indent="0">
              <a:buNone/>
              <a:defRPr sz="1200">
                <a:solidFill>
                  <a:srgbClr val="6C6C6C"/>
                </a:solidFill>
              </a:defRPr>
            </a:lvl4pPr>
            <a:lvl5pPr marL="1828800" indent="0">
              <a:buNone/>
              <a:defRPr sz="1200">
                <a:solidFill>
                  <a:srgbClr val="6C6C6C"/>
                </a:solidFill>
              </a:defRPr>
            </a:lvl5pPr>
          </a:lstStyle>
          <a:p>
            <a:pPr lvl="0"/>
            <a:r>
              <a:rPr lang="en-US" dirty="0"/>
              <a:t>Edit Text</a:t>
            </a:r>
          </a:p>
        </p:txBody>
      </p:sp>
      <p:sp>
        <p:nvSpPr>
          <p:cNvPr id="23" name="Text Placeholder 2">
            <a:extLst>
              <a:ext uri="{FF2B5EF4-FFF2-40B4-BE49-F238E27FC236}">
                <a16:creationId xmlns:a16="http://schemas.microsoft.com/office/drawing/2014/main" id="{D142D9D1-526E-CC4D-8FE6-90CB7593C04F}"/>
              </a:ext>
            </a:extLst>
          </p:cNvPr>
          <p:cNvSpPr>
            <a:spLocks noGrp="1"/>
          </p:cNvSpPr>
          <p:nvPr>
            <p:ph type="body" idx="18" hasCustomPrompt="1"/>
          </p:nvPr>
        </p:nvSpPr>
        <p:spPr>
          <a:xfrm>
            <a:off x="4476000" y="3870396"/>
            <a:ext cx="3240000" cy="303677"/>
          </a:xfrm>
        </p:spPr>
        <p:txBody>
          <a:bodyPr lIns="0" tIns="0" rIns="0" bIns="0" anchor="b">
            <a:normAutofit/>
          </a:bodyPr>
          <a:lstStyle>
            <a:lvl1pPr marL="0" indent="0">
              <a:buNone/>
              <a:defRPr sz="2400" b="0">
                <a:solidFill>
                  <a:schemeClr val="tx1">
                    <a:lumMod val="95000"/>
                    <a:lumOff val="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header</a:t>
            </a:r>
          </a:p>
        </p:txBody>
      </p:sp>
      <p:sp>
        <p:nvSpPr>
          <p:cNvPr id="24" name="Text Placeholder 5">
            <a:extLst>
              <a:ext uri="{FF2B5EF4-FFF2-40B4-BE49-F238E27FC236}">
                <a16:creationId xmlns:a16="http://schemas.microsoft.com/office/drawing/2014/main" id="{0D9B4493-7B31-C644-B62E-32A90C658F44}"/>
              </a:ext>
            </a:extLst>
          </p:cNvPr>
          <p:cNvSpPr>
            <a:spLocks noGrp="1"/>
          </p:cNvSpPr>
          <p:nvPr>
            <p:ph type="body" sz="quarter" idx="19" hasCustomPrompt="1"/>
          </p:nvPr>
        </p:nvSpPr>
        <p:spPr>
          <a:xfrm>
            <a:off x="7992511" y="4184650"/>
            <a:ext cx="3240000" cy="1371600"/>
          </a:xfrm>
        </p:spPr>
        <p:txBody>
          <a:bodyPr lIns="0" tIns="0" rIns="0" bIns="0">
            <a:normAutofit/>
          </a:bodyPr>
          <a:lstStyle>
            <a:lvl1pPr marL="0" indent="0">
              <a:buNone/>
              <a:defRPr sz="1200">
                <a:solidFill>
                  <a:srgbClr val="6C6C6C"/>
                </a:solidFill>
              </a:defRPr>
            </a:lvl1pPr>
            <a:lvl2pPr marL="457200" indent="0">
              <a:buNone/>
              <a:defRPr sz="1200">
                <a:solidFill>
                  <a:srgbClr val="6C6C6C"/>
                </a:solidFill>
              </a:defRPr>
            </a:lvl2pPr>
            <a:lvl3pPr marL="914400" indent="0">
              <a:buNone/>
              <a:defRPr sz="1200">
                <a:solidFill>
                  <a:srgbClr val="6C6C6C"/>
                </a:solidFill>
              </a:defRPr>
            </a:lvl3pPr>
            <a:lvl4pPr marL="1371600" indent="0">
              <a:buNone/>
              <a:defRPr sz="1200">
                <a:solidFill>
                  <a:srgbClr val="6C6C6C"/>
                </a:solidFill>
              </a:defRPr>
            </a:lvl4pPr>
            <a:lvl5pPr marL="1828800" indent="0">
              <a:buNone/>
              <a:defRPr sz="1200">
                <a:solidFill>
                  <a:srgbClr val="6C6C6C"/>
                </a:solidFill>
              </a:defRPr>
            </a:lvl5pPr>
          </a:lstStyle>
          <a:p>
            <a:pPr lvl="0"/>
            <a:r>
              <a:rPr lang="en-US" dirty="0"/>
              <a:t>Edit Text</a:t>
            </a:r>
          </a:p>
        </p:txBody>
      </p:sp>
      <p:sp>
        <p:nvSpPr>
          <p:cNvPr id="25" name="Text Placeholder 2">
            <a:extLst>
              <a:ext uri="{FF2B5EF4-FFF2-40B4-BE49-F238E27FC236}">
                <a16:creationId xmlns:a16="http://schemas.microsoft.com/office/drawing/2014/main" id="{207568BA-2550-D849-9CC9-D47F24A15E41}"/>
              </a:ext>
            </a:extLst>
          </p:cNvPr>
          <p:cNvSpPr>
            <a:spLocks noGrp="1"/>
          </p:cNvSpPr>
          <p:nvPr>
            <p:ph type="body" idx="20" hasCustomPrompt="1"/>
          </p:nvPr>
        </p:nvSpPr>
        <p:spPr>
          <a:xfrm>
            <a:off x="7992511" y="3870396"/>
            <a:ext cx="3240000" cy="303677"/>
          </a:xfrm>
        </p:spPr>
        <p:txBody>
          <a:bodyPr lIns="0" tIns="0" rIns="0" bIns="0" anchor="b">
            <a:normAutofit/>
          </a:bodyPr>
          <a:lstStyle>
            <a:lvl1pPr marL="0" indent="0">
              <a:buNone/>
              <a:defRPr sz="2400" b="0">
                <a:solidFill>
                  <a:schemeClr val="tx1">
                    <a:lumMod val="95000"/>
                    <a:lumOff val="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header</a:t>
            </a:r>
          </a:p>
        </p:txBody>
      </p:sp>
      <p:sp>
        <p:nvSpPr>
          <p:cNvPr id="5" name="Text Placeholder 4"/>
          <p:cNvSpPr>
            <a:spLocks noGrp="1"/>
          </p:cNvSpPr>
          <p:nvPr>
            <p:ph type="body" sz="quarter" idx="21" hasCustomPrompt="1"/>
          </p:nvPr>
        </p:nvSpPr>
        <p:spPr>
          <a:xfrm>
            <a:off x="504825" y="6356350"/>
            <a:ext cx="33686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1968364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Opt 01)">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4BD3B939-3B16-F441-83B2-1414FC3CE098}"/>
              </a:ext>
            </a:extLst>
          </p:cNvPr>
          <p:cNvSpPr>
            <a:spLocks noGrp="1"/>
          </p:cNvSpPr>
          <p:nvPr>
            <p:ph type="body" sz="quarter" idx="13" hasCustomPrompt="1"/>
          </p:nvPr>
        </p:nvSpPr>
        <p:spPr>
          <a:xfrm>
            <a:off x="834887" y="1302547"/>
            <a:ext cx="3060000" cy="612000"/>
          </a:xfrm>
          <a:prstGeom prst="roundRect">
            <a:avLst/>
          </a:prstGeom>
          <a:ln w="12700">
            <a:solidFill>
              <a:srgbClr val="FFBB13"/>
            </a:solidFill>
          </a:ln>
        </p:spPr>
        <p:txBody>
          <a:bodyPr anchor="ctr">
            <a:normAutofit/>
          </a:bodyPr>
          <a:lstStyle>
            <a:lvl1pPr marL="357188" indent="0">
              <a:buNone/>
              <a:tabLst/>
              <a:defRPr sz="1800" b="1">
                <a:solidFill>
                  <a:schemeClr val="tx1">
                    <a:lumMod val="95000"/>
                    <a:lumOff val="5000"/>
                  </a:schemeClr>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dirty="0"/>
              <a:t>Header</a:t>
            </a:r>
          </a:p>
        </p:txBody>
      </p:sp>
      <p:sp>
        <p:nvSpPr>
          <p:cNvPr id="6" name="Footer Placeholder 5">
            <a:extLst>
              <a:ext uri="{FF2B5EF4-FFF2-40B4-BE49-F238E27FC236}">
                <a16:creationId xmlns:a16="http://schemas.microsoft.com/office/drawing/2014/main" id="{12BBE763-1218-9947-9A47-DF757A782627}"/>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1CBDDC26-D28A-CC47-A903-3215875BC210}"/>
              </a:ext>
            </a:extLst>
          </p:cNvPr>
          <p:cNvSpPr>
            <a:spLocks noGrp="1"/>
          </p:cNvSpPr>
          <p:nvPr>
            <p:ph type="title" hasCustomPrompt="1"/>
          </p:nvPr>
        </p:nvSpPr>
        <p:spPr/>
        <p:txBody>
          <a:bodyPr/>
          <a:lstStyle>
            <a:lvl1pPr>
              <a:defRPr/>
            </a:lvl1pPr>
          </a:lstStyle>
          <a:p>
            <a:r>
              <a:rPr lang="en-US" sz="2800" dirty="0">
                <a:latin typeface="Trebuchet MS" panose="020B0603020202020204" pitchFamily="34" charset="0"/>
              </a:rPr>
              <a:t>Comparisons (opt 01)</a:t>
            </a:r>
            <a:endParaRPr lang="en-US" dirty="0"/>
          </a:p>
        </p:txBody>
      </p:sp>
      <p:sp>
        <p:nvSpPr>
          <p:cNvPr id="7" name="Slide Number Placeholder 6">
            <a:extLst>
              <a:ext uri="{FF2B5EF4-FFF2-40B4-BE49-F238E27FC236}">
                <a16:creationId xmlns:a16="http://schemas.microsoft.com/office/drawing/2014/main" id="{3F94BA0A-67FA-4247-9601-DC5CB851E8D1}"/>
              </a:ext>
            </a:extLst>
          </p:cNvPr>
          <p:cNvSpPr>
            <a:spLocks noGrp="1"/>
          </p:cNvSpPr>
          <p:nvPr>
            <p:ph type="sldNum" sz="quarter" idx="12"/>
          </p:nvPr>
        </p:nvSpPr>
        <p:spPr/>
        <p:txBody>
          <a:bodyPr/>
          <a:lstStyle/>
          <a:p>
            <a:fld id="{7C03E8FC-7EBD-BF42-9ED4-90D4B1E23A24}" type="slidenum">
              <a:rPr lang="en-US" smtClean="0"/>
              <a:t>‹#›</a:t>
            </a:fld>
            <a:endParaRPr lang="en-US"/>
          </a:p>
        </p:txBody>
      </p:sp>
      <p:pic>
        <p:nvPicPr>
          <p:cNvPr id="8" name="Picture 7">
            <a:extLst>
              <a:ext uri="{FF2B5EF4-FFF2-40B4-BE49-F238E27FC236}">
                <a16:creationId xmlns:a16="http://schemas.microsoft.com/office/drawing/2014/main" id="{2A57548A-77DE-7545-8751-6597417007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66277" y="213615"/>
            <a:ext cx="620897" cy="620897"/>
          </a:xfrm>
          <a:prstGeom prst="rect">
            <a:avLst/>
          </a:prstGeom>
        </p:spPr>
      </p:pic>
      <p:sp>
        <p:nvSpPr>
          <p:cNvPr id="24" name="Text Placeholder 23">
            <a:extLst>
              <a:ext uri="{FF2B5EF4-FFF2-40B4-BE49-F238E27FC236}">
                <a16:creationId xmlns:a16="http://schemas.microsoft.com/office/drawing/2014/main" id="{F03422E6-CE47-5B4C-8C92-FA13F1EA2762}"/>
              </a:ext>
            </a:extLst>
          </p:cNvPr>
          <p:cNvSpPr>
            <a:spLocks noGrp="1"/>
          </p:cNvSpPr>
          <p:nvPr>
            <p:ph type="body" sz="quarter" idx="14" hasCustomPrompt="1"/>
          </p:nvPr>
        </p:nvSpPr>
        <p:spPr>
          <a:xfrm>
            <a:off x="581891" y="1302547"/>
            <a:ext cx="612000" cy="612000"/>
          </a:xfrm>
          <a:prstGeom prst="ellipse">
            <a:avLst/>
          </a:prstGeom>
          <a:solidFill>
            <a:srgbClr val="FEBC11"/>
          </a:solidFill>
        </p:spPr>
        <p:txBody>
          <a:bodyPr lIns="0" tIns="0" rIns="0" bIns="0" anchor="ctr">
            <a:normAutofit/>
          </a:bodyPr>
          <a:lstStyle>
            <a:lvl1pPr marL="0" indent="0" algn="ctr">
              <a:buNone/>
              <a:defRPr sz="1600" b="1">
                <a:solidFill>
                  <a:schemeClr val="bg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stStyle>
          <a:p>
            <a:pPr lvl="0"/>
            <a:r>
              <a:rPr lang="en-US" dirty="0"/>
              <a:t>##</a:t>
            </a:r>
          </a:p>
        </p:txBody>
      </p:sp>
      <p:sp>
        <p:nvSpPr>
          <p:cNvPr id="26" name="Text Placeholder 25">
            <a:extLst>
              <a:ext uri="{FF2B5EF4-FFF2-40B4-BE49-F238E27FC236}">
                <a16:creationId xmlns:a16="http://schemas.microsoft.com/office/drawing/2014/main" id="{278BC178-06E1-BF4D-98E6-06661E7FB494}"/>
              </a:ext>
            </a:extLst>
          </p:cNvPr>
          <p:cNvSpPr>
            <a:spLocks noGrp="1"/>
          </p:cNvSpPr>
          <p:nvPr>
            <p:ph type="body" sz="quarter" idx="15"/>
          </p:nvPr>
        </p:nvSpPr>
        <p:spPr>
          <a:xfrm>
            <a:off x="834886" y="2100030"/>
            <a:ext cx="2975113" cy="4047676"/>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1">
            <a:extLst>
              <a:ext uri="{FF2B5EF4-FFF2-40B4-BE49-F238E27FC236}">
                <a16:creationId xmlns:a16="http://schemas.microsoft.com/office/drawing/2014/main" id="{FF0BFB3C-8987-A449-857D-BE505C75ABED}"/>
              </a:ext>
            </a:extLst>
          </p:cNvPr>
          <p:cNvSpPr>
            <a:spLocks noGrp="1"/>
          </p:cNvSpPr>
          <p:nvPr>
            <p:ph type="body" sz="quarter" idx="16" hasCustomPrompt="1"/>
          </p:nvPr>
        </p:nvSpPr>
        <p:spPr>
          <a:xfrm>
            <a:off x="4742858" y="1302547"/>
            <a:ext cx="3060000" cy="612000"/>
          </a:xfrm>
          <a:prstGeom prst="roundRect">
            <a:avLst/>
          </a:prstGeom>
          <a:ln w="12700">
            <a:solidFill>
              <a:srgbClr val="FFBB13"/>
            </a:solidFill>
          </a:ln>
        </p:spPr>
        <p:txBody>
          <a:bodyPr anchor="ctr">
            <a:normAutofit/>
          </a:bodyPr>
          <a:lstStyle>
            <a:lvl1pPr marL="357188" indent="0">
              <a:buNone/>
              <a:tabLst/>
              <a:defRPr sz="1800" b="1">
                <a:solidFill>
                  <a:schemeClr val="tx1">
                    <a:lumMod val="95000"/>
                    <a:lumOff val="5000"/>
                  </a:schemeClr>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dirty="0"/>
              <a:t>Header</a:t>
            </a:r>
          </a:p>
        </p:txBody>
      </p:sp>
      <p:sp>
        <p:nvSpPr>
          <p:cNvPr id="29" name="Text Placeholder 23">
            <a:extLst>
              <a:ext uri="{FF2B5EF4-FFF2-40B4-BE49-F238E27FC236}">
                <a16:creationId xmlns:a16="http://schemas.microsoft.com/office/drawing/2014/main" id="{6C59BA92-114B-CA46-8F65-30948BB2E36E}"/>
              </a:ext>
            </a:extLst>
          </p:cNvPr>
          <p:cNvSpPr>
            <a:spLocks noGrp="1"/>
          </p:cNvSpPr>
          <p:nvPr>
            <p:ph type="body" sz="quarter" idx="17" hasCustomPrompt="1"/>
          </p:nvPr>
        </p:nvSpPr>
        <p:spPr>
          <a:xfrm>
            <a:off x="4489862" y="1302547"/>
            <a:ext cx="612000" cy="612000"/>
          </a:xfrm>
          <a:prstGeom prst="ellipse">
            <a:avLst/>
          </a:prstGeom>
          <a:solidFill>
            <a:srgbClr val="FEBC11"/>
          </a:solidFill>
        </p:spPr>
        <p:txBody>
          <a:bodyPr lIns="0" tIns="0" rIns="0" bIns="0" anchor="ctr">
            <a:normAutofit/>
          </a:bodyPr>
          <a:lstStyle>
            <a:lvl1pPr marL="0" indent="0" algn="ctr">
              <a:buNone/>
              <a:defRPr sz="1600" b="1">
                <a:solidFill>
                  <a:schemeClr val="bg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stStyle>
          <a:p>
            <a:pPr lvl="0"/>
            <a:r>
              <a:rPr lang="en-US" dirty="0"/>
              <a:t>##</a:t>
            </a:r>
          </a:p>
        </p:txBody>
      </p:sp>
      <p:sp>
        <p:nvSpPr>
          <p:cNvPr id="30" name="Text Placeholder 25">
            <a:extLst>
              <a:ext uri="{FF2B5EF4-FFF2-40B4-BE49-F238E27FC236}">
                <a16:creationId xmlns:a16="http://schemas.microsoft.com/office/drawing/2014/main" id="{B16A439E-D494-B345-A2DC-0ED9729C73AF}"/>
              </a:ext>
            </a:extLst>
          </p:cNvPr>
          <p:cNvSpPr>
            <a:spLocks noGrp="1"/>
          </p:cNvSpPr>
          <p:nvPr>
            <p:ph type="body" sz="quarter" idx="18"/>
          </p:nvPr>
        </p:nvSpPr>
        <p:spPr>
          <a:xfrm>
            <a:off x="4742857" y="2100030"/>
            <a:ext cx="2975113" cy="4047676"/>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21">
            <a:extLst>
              <a:ext uri="{FF2B5EF4-FFF2-40B4-BE49-F238E27FC236}">
                <a16:creationId xmlns:a16="http://schemas.microsoft.com/office/drawing/2014/main" id="{AC3AA84A-179B-C44A-A390-FBE7CF18792C}"/>
              </a:ext>
            </a:extLst>
          </p:cNvPr>
          <p:cNvSpPr>
            <a:spLocks noGrp="1"/>
          </p:cNvSpPr>
          <p:nvPr>
            <p:ph type="body" sz="quarter" idx="19" hasCustomPrompt="1"/>
          </p:nvPr>
        </p:nvSpPr>
        <p:spPr>
          <a:xfrm>
            <a:off x="8740609" y="1302547"/>
            <a:ext cx="3060000" cy="612000"/>
          </a:xfrm>
          <a:prstGeom prst="roundRect">
            <a:avLst/>
          </a:prstGeom>
          <a:solidFill>
            <a:srgbClr val="FEBC11"/>
          </a:solidFill>
          <a:ln w="12700">
            <a:solidFill>
              <a:srgbClr val="FFBB13"/>
            </a:solidFill>
          </a:ln>
        </p:spPr>
        <p:txBody>
          <a:bodyPr anchor="ctr">
            <a:normAutofit/>
          </a:bodyPr>
          <a:lstStyle>
            <a:lvl1pPr marL="357188" indent="0">
              <a:buNone/>
              <a:tabLst/>
              <a:defRPr sz="1800" b="1">
                <a:solidFill>
                  <a:schemeClr val="bg1"/>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dirty="0"/>
              <a:t>Header</a:t>
            </a:r>
          </a:p>
        </p:txBody>
      </p:sp>
      <p:sp>
        <p:nvSpPr>
          <p:cNvPr id="37" name="Text Placeholder 23">
            <a:extLst>
              <a:ext uri="{FF2B5EF4-FFF2-40B4-BE49-F238E27FC236}">
                <a16:creationId xmlns:a16="http://schemas.microsoft.com/office/drawing/2014/main" id="{DB0369DC-C42C-BC44-B24A-FD8EE3F70AB4}"/>
              </a:ext>
            </a:extLst>
          </p:cNvPr>
          <p:cNvSpPr>
            <a:spLocks noGrp="1"/>
          </p:cNvSpPr>
          <p:nvPr>
            <p:ph type="body" sz="quarter" idx="20" hasCustomPrompt="1"/>
          </p:nvPr>
        </p:nvSpPr>
        <p:spPr>
          <a:xfrm>
            <a:off x="8487613" y="1302547"/>
            <a:ext cx="612000" cy="612000"/>
          </a:xfrm>
          <a:prstGeom prst="ellipse">
            <a:avLst/>
          </a:prstGeom>
          <a:solidFill>
            <a:srgbClr val="FEBC11"/>
          </a:solidFill>
          <a:ln w="25400">
            <a:solidFill>
              <a:schemeClr val="bg1"/>
            </a:solidFill>
          </a:ln>
        </p:spPr>
        <p:txBody>
          <a:bodyPr lIns="0" tIns="0" rIns="0" bIns="0" anchor="ctr">
            <a:normAutofit/>
          </a:bodyPr>
          <a:lstStyle>
            <a:lvl1pPr marL="0" indent="0" algn="ctr">
              <a:buNone/>
              <a:defRPr sz="1600" b="1">
                <a:solidFill>
                  <a:schemeClr val="bg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stStyle>
          <a:p>
            <a:pPr lvl="0"/>
            <a:r>
              <a:rPr lang="en-US" dirty="0"/>
              <a:t>##</a:t>
            </a:r>
          </a:p>
        </p:txBody>
      </p:sp>
      <p:sp>
        <p:nvSpPr>
          <p:cNvPr id="38" name="Text Placeholder 25">
            <a:extLst>
              <a:ext uri="{FF2B5EF4-FFF2-40B4-BE49-F238E27FC236}">
                <a16:creationId xmlns:a16="http://schemas.microsoft.com/office/drawing/2014/main" id="{E4A1293A-D1F4-1941-A787-F87122B6427B}"/>
              </a:ext>
            </a:extLst>
          </p:cNvPr>
          <p:cNvSpPr>
            <a:spLocks noGrp="1"/>
          </p:cNvSpPr>
          <p:nvPr>
            <p:ph type="body" sz="quarter" idx="21"/>
          </p:nvPr>
        </p:nvSpPr>
        <p:spPr>
          <a:xfrm>
            <a:off x="8740608" y="2100030"/>
            <a:ext cx="2975113" cy="4047676"/>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quarter" idx="22" hasCustomPrompt="1"/>
          </p:nvPr>
        </p:nvSpPr>
        <p:spPr>
          <a:xfrm>
            <a:off x="406400" y="6356350"/>
            <a:ext cx="3403600"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1380601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s - with image / chart / icon (opt 02)">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4BD3B939-3B16-F441-83B2-1414FC3CE098}"/>
              </a:ext>
            </a:extLst>
          </p:cNvPr>
          <p:cNvSpPr>
            <a:spLocks noGrp="1"/>
          </p:cNvSpPr>
          <p:nvPr>
            <p:ph type="body" sz="quarter" idx="13" hasCustomPrompt="1"/>
          </p:nvPr>
        </p:nvSpPr>
        <p:spPr>
          <a:xfrm>
            <a:off x="504825" y="1012874"/>
            <a:ext cx="3600000" cy="468000"/>
          </a:xfrm>
          <a:prstGeom prst="rect">
            <a:avLst/>
          </a:prstGeom>
          <a:solidFill>
            <a:srgbClr val="EEECED"/>
          </a:solidFill>
          <a:ln w="12700">
            <a:noFill/>
          </a:ln>
        </p:spPr>
        <p:txBody>
          <a:bodyPr anchor="ctr">
            <a:normAutofit/>
          </a:bodyPr>
          <a:lstStyle>
            <a:lvl1pPr marL="12700" indent="0" algn="ctr">
              <a:buNone/>
              <a:tabLst/>
              <a:defRPr sz="1600" b="1">
                <a:solidFill>
                  <a:srgbClr val="595959"/>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a:t>Header</a:t>
            </a:r>
            <a:endParaRPr lang="en-US" dirty="0"/>
          </a:p>
        </p:txBody>
      </p:sp>
      <p:sp>
        <p:nvSpPr>
          <p:cNvPr id="6" name="Footer Placeholder 5">
            <a:extLst>
              <a:ext uri="{FF2B5EF4-FFF2-40B4-BE49-F238E27FC236}">
                <a16:creationId xmlns:a16="http://schemas.microsoft.com/office/drawing/2014/main" id="{12BBE763-1218-9947-9A47-DF757A782627}"/>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1CBDDC26-D28A-CC47-A903-3215875BC210}"/>
              </a:ext>
            </a:extLst>
          </p:cNvPr>
          <p:cNvSpPr>
            <a:spLocks noGrp="1"/>
          </p:cNvSpPr>
          <p:nvPr>
            <p:ph type="title" hasCustomPrompt="1"/>
          </p:nvPr>
        </p:nvSpPr>
        <p:spPr>
          <a:xfrm>
            <a:off x="504825" y="250215"/>
            <a:ext cx="10412557" cy="584297"/>
          </a:xfrm>
        </p:spPr>
        <p:txBody>
          <a:bodyPr/>
          <a:lstStyle>
            <a:lvl1pPr>
              <a:defRPr/>
            </a:lvl1pPr>
          </a:lstStyle>
          <a:p>
            <a:r>
              <a:rPr lang="en-US" sz="2800" dirty="0">
                <a:latin typeface="Trebuchet MS" panose="020B0603020202020204" pitchFamily="34" charset="0"/>
              </a:rPr>
              <a:t>Comparisons - with image / chart / icon (opt 02)</a:t>
            </a:r>
            <a:endParaRPr lang="en-US" dirty="0"/>
          </a:p>
        </p:txBody>
      </p:sp>
      <p:sp>
        <p:nvSpPr>
          <p:cNvPr id="7" name="Slide Number Placeholder 6">
            <a:extLst>
              <a:ext uri="{FF2B5EF4-FFF2-40B4-BE49-F238E27FC236}">
                <a16:creationId xmlns:a16="http://schemas.microsoft.com/office/drawing/2014/main" id="{3F94BA0A-67FA-4247-9601-DC5CB851E8D1}"/>
              </a:ext>
            </a:extLst>
          </p:cNvPr>
          <p:cNvSpPr>
            <a:spLocks noGrp="1"/>
          </p:cNvSpPr>
          <p:nvPr>
            <p:ph type="sldNum" sz="quarter" idx="12"/>
          </p:nvPr>
        </p:nvSpPr>
        <p:spPr/>
        <p:txBody>
          <a:bodyPr/>
          <a:lstStyle/>
          <a:p>
            <a:fld id="{7C03E8FC-7EBD-BF42-9ED4-90D4B1E23A24}" type="slidenum">
              <a:rPr lang="en-US" smtClean="0"/>
              <a:t>‹#›</a:t>
            </a:fld>
            <a:endParaRPr lang="en-US"/>
          </a:p>
        </p:txBody>
      </p:sp>
      <p:pic>
        <p:nvPicPr>
          <p:cNvPr id="8" name="Picture 7">
            <a:extLst>
              <a:ext uri="{FF2B5EF4-FFF2-40B4-BE49-F238E27FC236}">
                <a16:creationId xmlns:a16="http://schemas.microsoft.com/office/drawing/2014/main" id="{2A57548A-77DE-7545-8751-6597417007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66277" y="213615"/>
            <a:ext cx="620897" cy="620897"/>
          </a:xfrm>
          <a:prstGeom prst="rect">
            <a:avLst/>
          </a:prstGeom>
        </p:spPr>
      </p:pic>
      <p:sp>
        <p:nvSpPr>
          <p:cNvPr id="26" name="Text Placeholder 25">
            <a:extLst>
              <a:ext uri="{FF2B5EF4-FFF2-40B4-BE49-F238E27FC236}">
                <a16:creationId xmlns:a16="http://schemas.microsoft.com/office/drawing/2014/main" id="{278BC178-06E1-BF4D-98E6-06661E7FB494}"/>
              </a:ext>
            </a:extLst>
          </p:cNvPr>
          <p:cNvSpPr>
            <a:spLocks noGrp="1"/>
          </p:cNvSpPr>
          <p:nvPr>
            <p:ph type="body" sz="quarter" idx="15"/>
          </p:nvPr>
        </p:nvSpPr>
        <p:spPr>
          <a:xfrm>
            <a:off x="504825" y="2869808"/>
            <a:ext cx="3600000" cy="3420000"/>
          </a:xfrm>
          <a:solidFill>
            <a:srgbClr val="FCFDE9"/>
          </a:solidFill>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DF6BE7-BA67-1B46-8163-B7A3DFBB32E9}"/>
              </a:ext>
            </a:extLst>
          </p:cNvPr>
          <p:cNvSpPr>
            <a:spLocks noGrp="1"/>
          </p:cNvSpPr>
          <p:nvPr>
            <p:ph sz="quarter" idx="21" hasCustomPrompt="1"/>
          </p:nvPr>
        </p:nvSpPr>
        <p:spPr>
          <a:xfrm>
            <a:off x="504825" y="1631950"/>
            <a:ext cx="3600000" cy="1080000"/>
          </a:xfrm>
        </p:spPr>
        <p:txBody>
          <a:bodyPr anchor="ct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Insert Picture</a:t>
            </a:r>
          </a:p>
        </p:txBody>
      </p:sp>
      <p:sp>
        <p:nvSpPr>
          <p:cNvPr id="19" name="Text Placeholder 21">
            <a:extLst>
              <a:ext uri="{FF2B5EF4-FFF2-40B4-BE49-F238E27FC236}">
                <a16:creationId xmlns:a16="http://schemas.microsoft.com/office/drawing/2014/main" id="{072E3C89-2DC2-D745-AC1A-40F655B2CE22}"/>
              </a:ext>
            </a:extLst>
          </p:cNvPr>
          <p:cNvSpPr>
            <a:spLocks noGrp="1"/>
          </p:cNvSpPr>
          <p:nvPr>
            <p:ph type="body" sz="quarter" idx="22" hasCustomPrompt="1"/>
          </p:nvPr>
        </p:nvSpPr>
        <p:spPr>
          <a:xfrm>
            <a:off x="4331237" y="1012874"/>
            <a:ext cx="3600000" cy="468000"/>
          </a:xfrm>
          <a:prstGeom prst="rect">
            <a:avLst/>
          </a:prstGeom>
          <a:solidFill>
            <a:srgbClr val="EEECED"/>
          </a:solidFill>
          <a:ln w="12700">
            <a:noFill/>
          </a:ln>
        </p:spPr>
        <p:txBody>
          <a:bodyPr anchor="ctr">
            <a:normAutofit/>
          </a:bodyPr>
          <a:lstStyle>
            <a:lvl1pPr marL="12700" indent="0" algn="ctr">
              <a:buNone/>
              <a:tabLst/>
              <a:defRPr sz="1600" b="1">
                <a:solidFill>
                  <a:srgbClr val="595959"/>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a:t>Header</a:t>
            </a:r>
            <a:endParaRPr lang="en-US" dirty="0"/>
          </a:p>
        </p:txBody>
      </p:sp>
      <p:sp>
        <p:nvSpPr>
          <p:cNvPr id="20" name="Text Placeholder 25">
            <a:extLst>
              <a:ext uri="{FF2B5EF4-FFF2-40B4-BE49-F238E27FC236}">
                <a16:creationId xmlns:a16="http://schemas.microsoft.com/office/drawing/2014/main" id="{5565FFAC-83E0-5641-B638-1A58E427F71E}"/>
              </a:ext>
            </a:extLst>
          </p:cNvPr>
          <p:cNvSpPr>
            <a:spLocks noGrp="1"/>
          </p:cNvSpPr>
          <p:nvPr>
            <p:ph type="body" sz="quarter" idx="23"/>
          </p:nvPr>
        </p:nvSpPr>
        <p:spPr>
          <a:xfrm>
            <a:off x="4331237" y="2869808"/>
            <a:ext cx="3600000" cy="3420000"/>
          </a:xfrm>
          <a:solidFill>
            <a:srgbClr val="FCFDE9"/>
          </a:solidFill>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3">
            <a:extLst>
              <a:ext uri="{FF2B5EF4-FFF2-40B4-BE49-F238E27FC236}">
                <a16:creationId xmlns:a16="http://schemas.microsoft.com/office/drawing/2014/main" id="{793719C8-1987-8A4C-A63E-B740FD53052B}"/>
              </a:ext>
            </a:extLst>
          </p:cNvPr>
          <p:cNvSpPr>
            <a:spLocks noGrp="1"/>
          </p:cNvSpPr>
          <p:nvPr>
            <p:ph sz="quarter" idx="24" hasCustomPrompt="1"/>
          </p:nvPr>
        </p:nvSpPr>
        <p:spPr>
          <a:xfrm>
            <a:off x="4331237" y="1631950"/>
            <a:ext cx="3600000" cy="1080000"/>
          </a:xfrm>
        </p:spPr>
        <p:txBody>
          <a:bodyPr anchor="ct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Insert Picture</a:t>
            </a:r>
          </a:p>
        </p:txBody>
      </p:sp>
      <p:sp>
        <p:nvSpPr>
          <p:cNvPr id="23" name="Text Placeholder 21">
            <a:extLst>
              <a:ext uri="{FF2B5EF4-FFF2-40B4-BE49-F238E27FC236}">
                <a16:creationId xmlns:a16="http://schemas.microsoft.com/office/drawing/2014/main" id="{3EBF9622-0B52-5D4E-BF04-71D838A7A6A4}"/>
              </a:ext>
            </a:extLst>
          </p:cNvPr>
          <p:cNvSpPr>
            <a:spLocks noGrp="1"/>
          </p:cNvSpPr>
          <p:nvPr>
            <p:ph type="body" sz="quarter" idx="25" hasCustomPrompt="1"/>
          </p:nvPr>
        </p:nvSpPr>
        <p:spPr>
          <a:xfrm>
            <a:off x="8157650" y="1012874"/>
            <a:ext cx="3600000" cy="468000"/>
          </a:xfrm>
          <a:prstGeom prst="rect">
            <a:avLst/>
          </a:prstGeom>
          <a:solidFill>
            <a:srgbClr val="EEECED"/>
          </a:solidFill>
          <a:ln w="12700">
            <a:noFill/>
          </a:ln>
        </p:spPr>
        <p:txBody>
          <a:bodyPr anchor="ctr">
            <a:normAutofit/>
          </a:bodyPr>
          <a:lstStyle>
            <a:lvl1pPr marL="12700" indent="0" algn="ctr">
              <a:buNone/>
              <a:tabLst/>
              <a:defRPr sz="1600" b="1">
                <a:solidFill>
                  <a:srgbClr val="595959"/>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a:t>Header</a:t>
            </a:r>
            <a:endParaRPr lang="en-US" dirty="0"/>
          </a:p>
        </p:txBody>
      </p:sp>
      <p:sp>
        <p:nvSpPr>
          <p:cNvPr id="25" name="Text Placeholder 25">
            <a:extLst>
              <a:ext uri="{FF2B5EF4-FFF2-40B4-BE49-F238E27FC236}">
                <a16:creationId xmlns:a16="http://schemas.microsoft.com/office/drawing/2014/main" id="{DAA0B8D7-4C30-1648-86CE-0F510E7EB760}"/>
              </a:ext>
            </a:extLst>
          </p:cNvPr>
          <p:cNvSpPr>
            <a:spLocks noGrp="1"/>
          </p:cNvSpPr>
          <p:nvPr>
            <p:ph type="body" sz="quarter" idx="26"/>
          </p:nvPr>
        </p:nvSpPr>
        <p:spPr>
          <a:xfrm>
            <a:off x="8157650" y="2869808"/>
            <a:ext cx="3600000" cy="3420000"/>
          </a:xfrm>
          <a:solidFill>
            <a:srgbClr val="FCFDE9"/>
          </a:solidFill>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Content Placeholder 3">
            <a:extLst>
              <a:ext uri="{FF2B5EF4-FFF2-40B4-BE49-F238E27FC236}">
                <a16:creationId xmlns:a16="http://schemas.microsoft.com/office/drawing/2014/main" id="{6C08569C-0B31-6C47-AAB3-3B9388505ED4}"/>
              </a:ext>
            </a:extLst>
          </p:cNvPr>
          <p:cNvSpPr>
            <a:spLocks noGrp="1"/>
          </p:cNvSpPr>
          <p:nvPr>
            <p:ph sz="quarter" idx="27" hasCustomPrompt="1"/>
          </p:nvPr>
        </p:nvSpPr>
        <p:spPr>
          <a:xfrm>
            <a:off x="8157650" y="1631950"/>
            <a:ext cx="3600000" cy="1080000"/>
          </a:xfrm>
        </p:spPr>
        <p:txBody>
          <a:bodyPr anchor="ct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Insert Picture</a:t>
            </a:r>
          </a:p>
        </p:txBody>
      </p:sp>
      <p:sp>
        <p:nvSpPr>
          <p:cNvPr id="5" name="Text Placeholder 4"/>
          <p:cNvSpPr>
            <a:spLocks noGrp="1"/>
          </p:cNvSpPr>
          <p:nvPr>
            <p:ph type="body" sz="quarter" idx="28" hasCustomPrompt="1"/>
          </p:nvPr>
        </p:nvSpPr>
        <p:spPr>
          <a:xfrm>
            <a:off x="504825" y="6356350"/>
            <a:ext cx="39528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1730256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layout with copy">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9E9578D3-73F5-4B45-880E-D728A04E5519}"/>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E8EB04BC-3E8E-2741-8C53-EE2B482A6F48}"/>
              </a:ext>
            </a:extLst>
          </p:cNvPr>
          <p:cNvSpPr>
            <a:spLocks noGrp="1"/>
          </p:cNvSpPr>
          <p:nvPr>
            <p:ph type="title" hasCustomPrompt="1"/>
          </p:nvPr>
        </p:nvSpPr>
        <p:spPr>
          <a:xfrm>
            <a:off x="504825" y="250215"/>
            <a:ext cx="10412557" cy="584297"/>
          </a:xfrm>
        </p:spPr>
        <p:txBody>
          <a:bodyPr/>
          <a:lstStyle>
            <a:lvl1pPr>
              <a:defRPr/>
            </a:lvl1pPr>
          </a:lstStyle>
          <a:p>
            <a:r>
              <a:rPr lang="en-US" sz="2800" dirty="0">
                <a:latin typeface="Trebuchet MS" panose="020B0603020202020204" pitchFamily="34" charset="0"/>
              </a:rPr>
              <a:t>Table layout with copy</a:t>
            </a:r>
            <a:endParaRPr lang="en-US" dirty="0"/>
          </a:p>
        </p:txBody>
      </p:sp>
      <p:sp>
        <p:nvSpPr>
          <p:cNvPr id="3" name="Text Placeholder 2">
            <a:extLst>
              <a:ext uri="{FF2B5EF4-FFF2-40B4-BE49-F238E27FC236}">
                <a16:creationId xmlns:a16="http://schemas.microsoft.com/office/drawing/2014/main" id="{EC316D93-A762-F242-A2EA-25CE18AA65CA}"/>
              </a:ext>
            </a:extLst>
          </p:cNvPr>
          <p:cNvSpPr>
            <a:spLocks noGrp="1"/>
          </p:cNvSpPr>
          <p:nvPr>
            <p:ph type="body" idx="1" hasCustomPrompt="1"/>
          </p:nvPr>
        </p:nvSpPr>
        <p:spPr>
          <a:xfrm>
            <a:off x="1422545" y="-640493"/>
            <a:ext cx="5891996" cy="303677"/>
          </a:xfrm>
        </p:spPr>
        <p:txBody>
          <a:bodyPr anchor="b">
            <a:normAutofit/>
          </a:bodyPr>
          <a:lstStyle>
            <a:lvl1pPr marL="0" indent="0">
              <a:buNone/>
              <a:defRPr sz="1400" b="1">
                <a:solidFill>
                  <a:srgbClr val="59595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EAF8B3DA-4F87-9E44-9E87-E64D2C891546}"/>
              </a:ext>
            </a:extLst>
          </p:cNvPr>
          <p:cNvSpPr>
            <a:spLocks noGrp="1"/>
          </p:cNvSpPr>
          <p:nvPr>
            <p:ph sz="half" idx="2"/>
          </p:nvPr>
        </p:nvSpPr>
        <p:spPr>
          <a:xfrm>
            <a:off x="465942" y="1653951"/>
            <a:ext cx="3346403" cy="2831544"/>
          </a:xfrm>
        </p:spPr>
        <p:txBody>
          <a:bodyPr>
            <a:normAutofit/>
          </a:bodyPr>
          <a:lstStyle>
            <a:lvl1pPr marL="0" indent="0">
              <a:buNone/>
              <a:defRPr sz="1800">
                <a:solidFill>
                  <a:schemeClr val="tx1">
                    <a:lumMod val="85000"/>
                    <a:lumOff val="15000"/>
                  </a:schemeClr>
                </a:solidFill>
              </a:defRPr>
            </a:lvl1pPr>
            <a:lvl2pPr marL="180975" indent="-168275">
              <a:buFont typeface="Arial" panose="020B0604020202020204" pitchFamily="34" charset="0"/>
              <a:buChar char="•"/>
              <a:tabLst/>
              <a:defRPr sz="1600">
                <a:solidFill>
                  <a:schemeClr val="tx1">
                    <a:lumMod val="85000"/>
                    <a:lumOff val="15000"/>
                  </a:schemeClr>
                </a:solidFill>
              </a:defRPr>
            </a:lvl2pPr>
            <a:lvl3pPr marL="361950" indent="-139700">
              <a:buFont typeface="Arial" panose="020B0604020202020204" pitchFamily="34" charset="0"/>
              <a:buChar char="•"/>
              <a:tabLst/>
              <a:defRPr sz="1400">
                <a:solidFill>
                  <a:schemeClr val="tx1">
                    <a:lumMod val="85000"/>
                    <a:lumOff val="15000"/>
                  </a:schemeClr>
                </a:solidFill>
              </a:defRPr>
            </a:lvl3pPr>
            <a:lvl4pPr marL="501650" indent="-139700">
              <a:buFont typeface="Arial" panose="020B0604020202020204" pitchFamily="34" charset="0"/>
              <a:buChar char="•"/>
              <a:tabLst/>
              <a:defRPr sz="1200">
                <a:solidFill>
                  <a:schemeClr val="tx1">
                    <a:lumMod val="85000"/>
                    <a:lumOff val="15000"/>
                  </a:schemeClr>
                </a:solidFill>
              </a:defRPr>
            </a:lvl4pPr>
            <a:lvl5pPr marL="668338" indent="-166688">
              <a:buFont typeface="Arial" panose="020B0604020202020204" pitchFamily="34" charset="0"/>
              <a:buChar char="•"/>
              <a:tabLst/>
              <a:defRPr sz="1000">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3486B81E-3E88-4647-9E8D-B2561FD3D768}"/>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6" name="Table Placeholder 5">
            <a:extLst>
              <a:ext uri="{FF2B5EF4-FFF2-40B4-BE49-F238E27FC236}">
                <a16:creationId xmlns:a16="http://schemas.microsoft.com/office/drawing/2014/main" id="{804F53D6-FE15-014B-8637-4816D8C8D57E}"/>
              </a:ext>
            </a:extLst>
          </p:cNvPr>
          <p:cNvSpPr>
            <a:spLocks noGrp="1"/>
          </p:cNvSpPr>
          <p:nvPr>
            <p:ph type="tbl" sz="quarter" idx="13"/>
          </p:nvPr>
        </p:nvSpPr>
        <p:spPr>
          <a:xfrm>
            <a:off x="3955805" y="1605397"/>
            <a:ext cx="7705970" cy="4387416"/>
          </a:xfrm>
        </p:spPr>
        <p:txBody>
          <a:bodyPr/>
          <a:lstStyle/>
          <a:p>
            <a:r>
              <a:rPr lang="en-US"/>
              <a:t>Click icon to add table</a:t>
            </a:r>
            <a:endParaRPr lang="en-US" dirty="0"/>
          </a:p>
        </p:txBody>
      </p:sp>
      <p:sp>
        <p:nvSpPr>
          <p:cNvPr id="7" name="Text Placeholder 6"/>
          <p:cNvSpPr>
            <a:spLocks noGrp="1"/>
          </p:cNvSpPr>
          <p:nvPr>
            <p:ph type="body" sz="quarter" idx="14" hasCustomPrompt="1"/>
          </p:nvPr>
        </p:nvSpPr>
        <p:spPr>
          <a:xfrm>
            <a:off x="466725" y="6356350"/>
            <a:ext cx="42195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2548213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01ACCC9-0B01-4140-AB97-B2D5AAF74A13}"/>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B814FBDE-2BA1-4740-A145-BE005D1192D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BA6741B0-2215-8A46-88BF-F2E66B8FCFBF}"/>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7" name="Text Placeholder 6"/>
          <p:cNvSpPr>
            <a:spLocks noGrp="1"/>
          </p:cNvSpPr>
          <p:nvPr>
            <p:ph type="body" sz="quarter" idx="13" hasCustomPrompt="1"/>
          </p:nvPr>
        </p:nvSpPr>
        <p:spPr>
          <a:xfrm>
            <a:off x="504825" y="6356350"/>
            <a:ext cx="3800475" cy="501650"/>
          </a:xfrm>
        </p:spPr>
        <p:txBody>
          <a:bodyPr>
            <a:norm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34892548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7AE889-C293-674E-B5E9-01862CB4F1BA}"/>
              </a:ext>
            </a:extLst>
          </p:cNvPr>
          <p:cNvSpPr>
            <a:spLocks noGrp="1"/>
          </p:cNvSpPr>
          <p:nvPr>
            <p:ph type="pic" idx="1"/>
          </p:nvPr>
        </p:nvSpPr>
        <p:spPr>
          <a:xfrm>
            <a:off x="0" y="0"/>
            <a:ext cx="60579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Footer Placeholder 5">
            <a:extLst>
              <a:ext uri="{FF2B5EF4-FFF2-40B4-BE49-F238E27FC236}">
                <a16:creationId xmlns:a16="http://schemas.microsoft.com/office/drawing/2014/main" id="{F3565BFD-3AF0-F64F-BA5A-7FAD6F793F06}"/>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BC330D6F-16E3-BB4D-AAD6-AF24CD8A2838}"/>
              </a:ext>
            </a:extLst>
          </p:cNvPr>
          <p:cNvSpPr>
            <a:spLocks noGrp="1"/>
          </p:cNvSpPr>
          <p:nvPr>
            <p:ph type="title" hasCustomPrompt="1"/>
          </p:nvPr>
        </p:nvSpPr>
        <p:spPr>
          <a:xfrm>
            <a:off x="6669088" y="2256296"/>
            <a:ext cx="4397190" cy="523220"/>
          </a:xfrm>
        </p:spPr>
        <p:txBody>
          <a:bodyPr anchor="b">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8EA95580-89D1-2F44-B156-FC0FE81704F9}"/>
              </a:ext>
            </a:extLst>
          </p:cNvPr>
          <p:cNvSpPr>
            <a:spLocks noGrp="1"/>
          </p:cNvSpPr>
          <p:nvPr>
            <p:ph type="body" sz="half" idx="2"/>
          </p:nvPr>
        </p:nvSpPr>
        <p:spPr>
          <a:xfrm>
            <a:off x="6669088" y="3284782"/>
            <a:ext cx="4397190" cy="2584206"/>
          </a:xfrm>
        </p:spPr>
        <p:txBody>
          <a:bodyPr>
            <a:normAutofit/>
          </a:bodyPr>
          <a:lstStyle>
            <a:lvl1pPr marL="0" indent="0">
              <a:buNone/>
              <a:defRPr sz="2000">
                <a:solidFill>
                  <a:srgbClr val="7F7F7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698C8ABB-4A3F-E348-ADA0-77696158B139}"/>
              </a:ext>
            </a:extLst>
          </p:cNvPr>
          <p:cNvSpPr>
            <a:spLocks noGrp="1"/>
          </p:cNvSpPr>
          <p:nvPr>
            <p:ph type="sldNum" sz="quarter" idx="12"/>
          </p:nvPr>
        </p:nvSpPr>
        <p:spPr/>
        <p:txBody>
          <a:bodyPr/>
          <a:lstStyle/>
          <a:p>
            <a:fld id="{7C03E8FC-7EBD-BF42-9ED4-90D4B1E23A24}" type="slidenum">
              <a:rPr lang="en-US" smtClean="0"/>
              <a:t>‹#›</a:t>
            </a:fld>
            <a:endParaRPr lang="en-US"/>
          </a:p>
        </p:txBody>
      </p:sp>
    </p:spTree>
    <p:extLst>
      <p:ext uri="{BB962C8B-B14F-4D97-AF65-F5344CB8AC3E}">
        <p14:creationId xmlns:p14="http://schemas.microsoft.com/office/powerpoint/2010/main" val="454902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270" imgH="270" progId="TCLayout.ActiveDocument.1">
                  <p:embed/>
                </p:oleObj>
              </mc:Choice>
              <mc:Fallback>
                <p:oleObj name="think-cell Slide" r:id="rId15" imgW="270" imgH="270" progId="TCLayout.ActiveDocument.1">
                  <p:embed/>
                  <p:pic>
                    <p:nvPicPr>
                      <p:cNvPr id="9" name="Object 8" hidden="1"/>
                      <p:cNvPicPr/>
                      <p:nvPr/>
                    </p:nvPicPr>
                    <p:blipFill>
                      <a:blip r:embed="rId16"/>
                      <a:stretch>
                        <a:fillRect/>
                      </a:stretch>
                    </p:blipFill>
                    <p:spPr>
                      <a:xfrm>
                        <a:off x="1588" y="1588"/>
                        <a:ext cx="1588" cy="1588"/>
                      </a:xfrm>
                      <a:prstGeom prst="rect">
                        <a:avLst/>
                      </a:prstGeom>
                    </p:spPr>
                  </p:pic>
                </p:oleObj>
              </mc:Fallback>
            </mc:AlternateContent>
          </a:graphicData>
        </a:graphic>
      </p:graphicFrame>
      <p:pic>
        <p:nvPicPr>
          <p:cNvPr id="18" name="Picture 17">
            <a:extLst>
              <a:ext uri="{FF2B5EF4-FFF2-40B4-BE49-F238E27FC236}">
                <a16:creationId xmlns:a16="http://schemas.microsoft.com/office/drawing/2014/main" id="{D332AD5B-E72D-A94F-98AE-656377385D6B}"/>
              </a:ext>
            </a:extLst>
          </p:cNvPr>
          <p:cNvPicPr>
            <a:picLocks noChangeAspect="1"/>
          </p:cNvPicPr>
          <p:nvPr userDrawn="1"/>
        </p:nvPicPr>
        <p:blipFill>
          <a:blip r:embed="rId17" cstate="screen">
            <a:lum/>
            <a:extLst>
              <a:ext uri="{28A0092B-C50C-407E-A947-70E740481C1C}">
                <a14:useLocalDpi xmlns:a14="http://schemas.microsoft.com/office/drawing/2010/main"/>
              </a:ext>
            </a:extLst>
          </a:blip>
          <a:stretch>
            <a:fillRect/>
          </a:stretch>
        </p:blipFill>
        <p:spPr>
          <a:xfrm>
            <a:off x="11081394" y="223339"/>
            <a:ext cx="603250" cy="603250"/>
          </a:xfrm>
          <a:prstGeom prst="rect">
            <a:avLst/>
          </a:prstGeom>
        </p:spPr>
      </p:pic>
      <p:sp>
        <p:nvSpPr>
          <p:cNvPr id="17" name="Rectangle 16">
            <a:extLst>
              <a:ext uri="{FF2B5EF4-FFF2-40B4-BE49-F238E27FC236}">
                <a16:creationId xmlns:a16="http://schemas.microsoft.com/office/drawing/2014/main" id="{4B1F3A1E-7DB8-E942-A26E-AA47434BAB2A}"/>
              </a:ext>
            </a:extLst>
          </p:cNvPr>
          <p:cNvSpPr/>
          <p:nvPr userDrawn="1"/>
        </p:nvSpPr>
        <p:spPr>
          <a:xfrm>
            <a:off x="0" y="321764"/>
            <a:ext cx="504824" cy="365125"/>
          </a:xfrm>
          <a:prstGeom prst="rect">
            <a:avLst/>
          </a:prstGeom>
          <a:solidFill>
            <a:srgbClr val="A6A6A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9D2D0EB2-9874-914F-813F-217E2062148A}"/>
              </a:ext>
            </a:extLst>
          </p:cNvPr>
          <p:cNvSpPr>
            <a:spLocks noGrp="1"/>
          </p:cNvSpPr>
          <p:nvPr>
            <p:ph type="ftr" sz="quarter" idx="3"/>
          </p:nvPr>
        </p:nvSpPr>
        <p:spPr>
          <a:xfrm>
            <a:off x="9278470" y="6356350"/>
            <a:ext cx="2197675" cy="360000"/>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endParaRPr lang="en-US" dirty="0"/>
          </a:p>
        </p:txBody>
      </p:sp>
      <p:cxnSp>
        <p:nvCxnSpPr>
          <p:cNvPr id="7" name="Straight Connector 6">
            <a:extLst>
              <a:ext uri="{FF2B5EF4-FFF2-40B4-BE49-F238E27FC236}">
                <a16:creationId xmlns:a16="http://schemas.microsoft.com/office/drawing/2014/main" id="{1F060E8E-1590-EC47-B852-A8EDA70D52E9}"/>
              </a:ext>
            </a:extLst>
          </p:cNvPr>
          <p:cNvCxnSpPr/>
          <p:nvPr userDrawn="1"/>
        </p:nvCxnSpPr>
        <p:spPr>
          <a:xfrm>
            <a:off x="504825" y="6333935"/>
            <a:ext cx="11273981" cy="0"/>
          </a:xfrm>
          <a:prstGeom prst="line">
            <a:avLst/>
          </a:prstGeom>
          <a:ln w="22225">
            <a:solidFill>
              <a:schemeClr val="accent4">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1AF1BBB8-66EF-AE41-A86C-2B947B05AAFE}"/>
              </a:ext>
            </a:extLst>
          </p:cNvPr>
          <p:cNvSpPr>
            <a:spLocks noGrp="1"/>
          </p:cNvSpPr>
          <p:nvPr>
            <p:ph type="title"/>
          </p:nvPr>
        </p:nvSpPr>
        <p:spPr>
          <a:xfrm>
            <a:off x="504825" y="250215"/>
            <a:ext cx="10412557" cy="58429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5B460CC-4201-9F45-950F-D8B26925AAAC}"/>
              </a:ext>
            </a:extLst>
          </p:cNvPr>
          <p:cNvSpPr>
            <a:spLocks noGrp="1"/>
          </p:cNvSpPr>
          <p:nvPr>
            <p:ph type="body" idx="1"/>
          </p:nvPr>
        </p:nvSpPr>
        <p:spPr>
          <a:xfrm>
            <a:off x="666596" y="1321555"/>
            <a:ext cx="10515600" cy="485540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704F3C0-4E01-514C-A6AC-261444DB95E2}"/>
              </a:ext>
            </a:extLst>
          </p:cNvPr>
          <p:cNvSpPr>
            <a:spLocks noGrp="1"/>
          </p:cNvSpPr>
          <p:nvPr>
            <p:ph type="sldNum" sz="quarter" idx="4"/>
          </p:nvPr>
        </p:nvSpPr>
        <p:spPr>
          <a:xfrm>
            <a:off x="11508806" y="6356350"/>
            <a:ext cx="270000" cy="360000"/>
          </a:xfrm>
          <a:prstGeom prst="rect">
            <a:avLst/>
          </a:prstGeom>
        </p:spPr>
        <p:txBody>
          <a:bodyPr vert="horz" lIns="0" tIns="0" rIns="0" bIns="0" rtlCol="0" anchor="ctr"/>
          <a:lstStyle>
            <a:lvl1pPr algn="r">
              <a:defRPr sz="1000" b="1">
                <a:solidFill>
                  <a:srgbClr val="898989"/>
                </a:solidFill>
              </a:defRPr>
            </a:lvl1pPr>
          </a:lstStyle>
          <a:p>
            <a:fld id="{7C03E8FC-7EBD-BF42-9ED4-90D4B1E23A24}" type="slidenum">
              <a:rPr lang="en-US" smtClean="0"/>
              <a:pPr/>
              <a:t>‹#›</a:t>
            </a:fld>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MY" dirty="0"/>
          </a:p>
        </p:txBody>
      </p:sp>
      <p:grpSp>
        <p:nvGrpSpPr>
          <p:cNvPr id="11" name="Group 10"/>
          <p:cNvGrpSpPr/>
          <p:nvPr userDrawn="1"/>
        </p:nvGrpSpPr>
        <p:grpSpPr>
          <a:xfrm>
            <a:off x="-767806" y="0"/>
            <a:ext cx="457200" cy="2413535"/>
            <a:chOff x="-533400" y="0"/>
            <a:chExt cx="457200" cy="2413535"/>
          </a:xfrm>
          <a:effectLst>
            <a:outerShdw blurRad="50800" dist="38100" dir="2700000" algn="tl" rotWithShape="0">
              <a:prstClr val="black">
                <a:alpha val="40000"/>
              </a:prstClr>
            </a:outerShdw>
          </a:effectLst>
        </p:grpSpPr>
        <p:sp>
          <p:nvSpPr>
            <p:cNvPr id="12" name="Rectangle 11"/>
            <p:cNvSpPr/>
            <p:nvPr userDrawn="1"/>
          </p:nvSpPr>
          <p:spPr>
            <a:xfrm>
              <a:off x="-533400" y="0"/>
              <a:ext cx="457200" cy="35613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Rectangle 12"/>
            <p:cNvSpPr/>
            <p:nvPr userDrawn="1"/>
          </p:nvSpPr>
          <p:spPr>
            <a:xfrm>
              <a:off x="-533400" y="357071"/>
              <a:ext cx="457200" cy="356135"/>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Rectangle 13"/>
            <p:cNvSpPr/>
            <p:nvPr userDrawn="1"/>
          </p:nvSpPr>
          <p:spPr>
            <a:xfrm>
              <a:off x="-533400" y="714142"/>
              <a:ext cx="457200" cy="356135"/>
            </a:xfrm>
            <a:prstGeom prst="rect">
              <a:avLst/>
            </a:prstGeom>
            <a:solidFill>
              <a:srgbClr val="FFB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5" name="Rectangle 14"/>
            <p:cNvSpPr/>
            <p:nvPr userDrawn="1"/>
          </p:nvSpPr>
          <p:spPr>
            <a:xfrm>
              <a:off x="-533400" y="1071213"/>
              <a:ext cx="457200" cy="35613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Rectangle 15"/>
            <p:cNvSpPr/>
            <p:nvPr userDrawn="1"/>
          </p:nvSpPr>
          <p:spPr>
            <a:xfrm>
              <a:off x="-533400" y="1428284"/>
              <a:ext cx="457200" cy="356135"/>
            </a:xfrm>
            <a:prstGeom prst="rect">
              <a:avLst/>
            </a:prstGeom>
            <a:solidFill>
              <a:srgbClr val="E7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9" name="Rectangle 18"/>
            <p:cNvSpPr/>
            <p:nvPr userDrawn="1"/>
          </p:nvSpPr>
          <p:spPr>
            <a:xfrm>
              <a:off x="-533400" y="1785355"/>
              <a:ext cx="457200" cy="356135"/>
            </a:xfrm>
            <a:prstGeom prst="rect">
              <a:avLst/>
            </a:prstGeom>
            <a:solidFill>
              <a:srgbClr val="FFF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0" name="Rectangle 19"/>
            <p:cNvSpPr/>
            <p:nvPr userDrawn="1"/>
          </p:nvSpPr>
          <p:spPr>
            <a:xfrm>
              <a:off x="-533400" y="2057400"/>
              <a:ext cx="457200" cy="356135"/>
            </a:xfrm>
            <a:prstGeom prst="rect">
              <a:avLst/>
            </a:prstGeom>
            <a:solidFill>
              <a:srgbClr val="FBE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spTree>
    <p:extLst>
      <p:ext uri="{BB962C8B-B14F-4D97-AF65-F5344CB8AC3E}">
        <p14:creationId xmlns:p14="http://schemas.microsoft.com/office/powerpoint/2010/main" val="39123595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2" r:id="rId11"/>
    <p:sldLayoutId id="2147483675" r:id="rId12"/>
  </p:sldLayoutIdLst>
  <p:hf hdr="0" ftr="0" dt="0"/>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2">
            <a:extLst>
              <a:ext uri="{FF2B5EF4-FFF2-40B4-BE49-F238E27FC236}">
                <a16:creationId xmlns:a16="http://schemas.microsoft.com/office/drawing/2014/main" id="{2FF7E56D-75A9-416C-34E9-54803DC84CEA}"/>
              </a:ext>
            </a:extLst>
          </p:cNvPr>
          <p:cNvSpPr>
            <a:spLocks noGrp="1"/>
          </p:cNvSpPr>
          <p:nvPr>
            <p:ph type="title"/>
          </p:nvPr>
        </p:nvSpPr>
        <p:spPr>
          <a:xfrm>
            <a:off x="504825" y="250215"/>
            <a:ext cx="10412557" cy="584297"/>
          </a:xfrm>
        </p:spPr>
        <p:txBody>
          <a:bodyPr/>
          <a:lstStyle/>
          <a:p>
            <a:r>
              <a:rPr lang="en-SG" dirty="0"/>
              <a:t>Cross Distribution of customer for credit rating vs ESG score</a:t>
            </a:r>
            <a:endParaRPr lang="en-US" dirty="0"/>
          </a:p>
        </p:txBody>
      </p:sp>
      <p:sp>
        <p:nvSpPr>
          <p:cNvPr id="4" name="Slide Number Placeholder 3">
            <a:extLst>
              <a:ext uri="{FF2B5EF4-FFF2-40B4-BE49-F238E27FC236}">
                <a16:creationId xmlns:a16="http://schemas.microsoft.com/office/drawing/2014/main" id="{9160F6EF-0DFB-7A20-F709-6D73D36743AF}"/>
              </a:ext>
            </a:extLst>
          </p:cNvPr>
          <p:cNvSpPr>
            <a:spLocks noGrp="1"/>
          </p:cNvSpPr>
          <p:nvPr>
            <p:ph type="sldNum" sz="quarter" idx="12"/>
          </p:nvPr>
        </p:nvSpPr>
        <p:spPr>
          <a:xfrm>
            <a:off x="11508806" y="6356350"/>
            <a:ext cx="270000" cy="360000"/>
          </a:xfrm>
        </p:spPr>
        <p:txBody>
          <a:bodyPr anchor="ctr">
            <a:normAutofit/>
          </a:bodyPr>
          <a:lstStyle/>
          <a:p>
            <a:pPr>
              <a:spcAft>
                <a:spcPts val="600"/>
              </a:spcAft>
            </a:pPr>
            <a:fld id="{7C03E8FC-7EBD-BF42-9ED4-90D4B1E23A24}" type="slidenum">
              <a:rPr lang="en-US" smtClean="0"/>
              <a:pPr>
                <a:spcAft>
                  <a:spcPts val="600"/>
                </a:spcAft>
              </a:pPr>
              <a:t>1</a:t>
            </a:fld>
            <a:endParaRPr lang="en-US"/>
          </a:p>
        </p:txBody>
      </p:sp>
      <p:sp>
        <p:nvSpPr>
          <p:cNvPr id="17" name="Text Placeholder 6">
            <a:extLst>
              <a:ext uri="{FF2B5EF4-FFF2-40B4-BE49-F238E27FC236}">
                <a16:creationId xmlns:a16="http://schemas.microsoft.com/office/drawing/2014/main" id="{5B65D9D8-5AB7-781A-64AF-1B2406DB0455}"/>
              </a:ext>
            </a:extLst>
          </p:cNvPr>
          <p:cNvSpPr>
            <a:spLocks noGrp="1"/>
          </p:cNvSpPr>
          <p:nvPr>
            <p:ph type="body" sz="quarter" idx="14"/>
          </p:nvPr>
        </p:nvSpPr>
        <p:spPr>
          <a:xfrm>
            <a:off x="466725" y="6356350"/>
            <a:ext cx="3444875" cy="360363"/>
          </a:xfrm>
        </p:spPr>
        <p:txBody>
          <a:bodyPr/>
          <a:lstStyle/>
          <a:p>
            <a:endParaRPr lang="en-US"/>
          </a:p>
        </p:txBody>
      </p:sp>
      <p:pic>
        <p:nvPicPr>
          <p:cNvPr id="9" name="Picture 8" descr="A screen shot of a graph&#10;&#10;AI-generated content may be incorrect.">
            <a:extLst>
              <a:ext uri="{FF2B5EF4-FFF2-40B4-BE49-F238E27FC236}">
                <a16:creationId xmlns:a16="http://schemas.microsoft.com/office/drawing/2014/main" id="{E3F89312-AA8C-938F-E342-E23CB7C3D0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825" y="1109367"/>
            <a:ext cx="5622652" cy="3373591"/>
          </a:xfrm>
          <a:prstGeom prst="rect">
            <a:avLst/>
          </a:prstGeom>
        </p:spPr>
      </p:pic>
      <p:pic>
        <p:nvPicPr>
          <p:cNvPr id="11" name="Picture 10" descr="A screenshot of a graph&#10;&#10;AI-generated content may be incorrect.">
            <a:extLst>
              <a:ext uri="{FF2B5EF4-FFF2-40B4-BE49-F238E27FC236}">
                <a16:creationId xmlns:a16="http://schemas.microsoft.com/office/drawing/2014/main" id="{9F5E21B1-58FC-4648-A06F-305E454A7B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109368"/>
            <a:ext cx="5903784" cy="3373590"/>
          </a:xfrm>
          <a:prstGeom prst="rect">
            <a:avLst/>
          </a:prstGeom>
        </p:spPr>
      </p:pic>
      <p:sp>
        <p:nvSpPr>
          <p:cNvPr id="12" name="TextBox 11">
            <a:extLst>
              <a:ext uri="{FF2B5EF4-FFF2-40B4-BE49-F238E27FC236}">
                <a16:creationId xmlns:a16="http://schemas.microsoft.com/office/drawing/2014/main" id="{715FEA88-B4B1-F932-322C-E6E204D7CBFA}"/>
              </a:ext>
            </a:extLst>
          </p:cNvPr>
          <p:cNvSpPr txBox="1"/>
          <p:nvPr/>
        </p:nvSpPr>
        <p:spPr>
          <a:xfrm>
            <a:off x="2098766" y="4482958"/>
            <a:ext cx="1672253" cy="215444"/>
          </a:xfrm>
          <a:prstGeom prst="rect">
            <a:avLst/>
          </a:prstGeom>
          <a:noFill/>
        </p:spPr>
        <p:txBody>
          <a:bodyPr wrap="none" rtlCol="0">
            <a:spAutoFit/>
          </a:bodyPr>
          <a:lstStyle/>
          <a:p>
            <a:r>
              <a:rPr lang="en-US" sz="800" dirty="0"/>
              <a:t>Before: 3 ESG bins, 4 credit bins</a:t>
            </a:r>
          </a:p>
        </p:txBody>
      </p:sp>
      <p:sp>
        <p:nvSpPr>
          <p:cNvPr id="14" name="TextBox 13">
            <a:extLst>
              <a:ext uri="{FF2B5EF4-FFF2-40B4-BE49-F238E27FC236}">
                <a16:creationId xmlns:a16="http://schemas.microsoft.com/office/drawing/2014/main" id="{5A783A62-A3A2-B62C-08FD-6D95B1A76127}"/>
              </a:ext>
            </a:extLst>
          </p:cNvPr>
          <p:cNvSpPr txBox="1"/>
          <p:nvPr/>
        </p:nvSpPr>
        <p:spPr>
          <a:xfrm>
            <a:off x="7977052" y="4482958"/>
            <a:ext cx="1604927" cy="215444"/>
          </a:xfrm>
          <a:prstGeom prst="rect">
            <a:avLst/>
          </a:prstGeom>
          <a:noFill/>
        </p:spPr>
        <p:txBody>
          <a:bodyPr wrap="none" rtlCol="0">
            <a:spAutoFit/>
          </a:bodyPr>
          <a:lstStyle/>
          <a:p>
            <a:r>
              <a:rPr lang="en-US" sz="800" dirty="0"/>
              <a:t>After: 8 ESG bins, 8 credit bins</a:t>
            </a:r>
          </a:p>
        </p:txBody>
      </p:sp>
      <p:sp>
        <p:nvSpPr>
          <p:cNvPr id="16" name="TextBox 15">
            <a:extLst>
              <a:ext uri="{FF2B5EF4-FFF2-40B4-BE49-F238E27FC236}">
                <a16:creationId xmlns:a16="http://schemas.microsoft.com/office/drawing/2014/main" id="{89B6C645-B4B5-A6A6-7D9C-F1C2D4BCCC8D}"/>
              </a:ext>
            </a:extLst>
          </p:cNvPr>
          <p:cNvSpPr txBox="1"/>
          <p:nvPr/>
        </p:nvSpPr>
        <p:spPr>
          <a:xfrm>
            <a:off x="466725" y="820238"/>
            <a:ext cx="11003981" cy="276999"/>
          </a:xfrm>
          <a:prstGeom prst="rect">
            <a:avLst/>
          </a:prstGeom>
          <a:noFill/>
        </p:spPr>
        <p:txBody>
          <a:bodyPr wrap="square" rtlCol="0">
            <a:spAutoFit/>
          </a:bodyPr>
          <a:lstStyle/>
          <a:p>
            <a:r>
              <a:rPr lang="en-US" sz="1200" dirty="0"/>
              <a:t>Dataset (‘</a:t>
            </a:r>
            <a:r>
              <a:rPr lang="en-US" sz="1200" dirty="0" err="1"/>
              <a:t>combined_data</a:t>
            </a:r>
            <a:r>
              <a:rPr lang="en-US" sz="1200" dirty="0"/>
              <a:t>’) includes </a:t>
            </a:r>
            <a:r>
              <a:rPr lang="en-US" sz="1200" b="1" dirty="0"/>
              <a:t>181 rows</a:t>
            </a:r>
            <a:r>
              <a:rPr lang="en-US" sz="1200" dirty="0"/>
              <a:t>, variables included</a:t>
            </a:r>
            <a:r>
              <a:rPr lang="en-SG" sz="1200" dirty="0"/>
              <a:t>: ‘</a:t>
            </a:r>
            <a:r>
              <a:rPr lang="en-SG" sz="1200" b="1" dirty="0"/>
              <a:t>Total ESG Risk Score</a:t>
            </a:r>
            <a:r>
              <a:rPr lang="en-SG" sz="1200" dirty="0"/>
              <a:t>’, (credit) ‘</a:t>
            </a:r>
            <a:r>
              <a:rPr lang="en-SG" sz="1200" b="1" dirty="0"/>
              <a:t>Numerical Rating’</a:t>
            </a:r>
            <a:r>
              <a:rPr lang="en-SG" sz="1200" dirty="0"/>
              <a:t>) – converted from ‘</a:t>
            </a:r>
            <a:r>
              <a:rPr lang="en-SG" sz="1200" b="1" dirty="0"/>
              <a:t>Rating</a:t>
            </a:r>
            <a:r>
              <a:rPr lang="en-SG" sz="1200" dirty="0"/>
              <a:t>’</a:t>
            </a:r>
            <a:endParaRPr lang="en-US" dirty="0"/>
          </a:p>
        </p:txBody>
      </p:sp>
      <p:sp>
        <p:nvSpPr>
          <p:cNvPr id="18" name="TextBox 17">
            <a:extLst>
              <a:ext uri="{FF2B5EF4-FFF2-40B4-BE49-F238E27FC236}">
                <a16:creationId xmlns:a16="http://schemas.microsoft.com/office/drawing/2014/main" id="{0A31ECF7-0B15-9323-0D3E-867EAAD919F0}"/>
              </a:ext>
            </a:extLst>
          </p:cNvPr>
          <p:cNvSpPr txBox="1"/>
          <p:nvPr/>
        </p:nvSpPr>
        <p:spPr>
          <a:xfrm>
            <a:off x="504825" y="4768070"/>
            <a:ext cx="11103701" cy="1384995"/>
          </a:xfrm>
          <a:prstGeom prst="rect">
            <a:avLst/>
          </a:prstGeom>
          <a:noFill/>
        </p:spPr>
        <p:txBody>
          <a:bodyPr wrap="square" rtlCol="0">
            <a:spAutoFit/>
          </a:bodyPr>
          <a:lstStyle/>
          <a:p>
            <a:pPr>
              <a:buNone/>
            </a:pPr>
            <a:r>
              <a:rPr lang="en-SG" sz="1200" b="1" dirty="0"/>
              <a:t>1. No Strong Linear Trend</a:t>
            </a:r>
            <a:endParaRPr lang="en-SG" sz="1200" dirty="0"/>
          </a:p>
          <a:p>
            <a:pPr>
              <a:buFont typeface="Arial" panose="020B0604020202020204" pitchFamily="34" charset="0"/>
              <a:buChar char="•"/>
            </a:pPr>
            <a:r>
              <a:rPr lang="en-SG" sz="1200" dirty="0"/>
              <a:t>While there is some clustering, there is no clear linear relationship between ESG risk and credit rating. Companies with both good and bad credit ratings are spread across different ESG risk levels, suggesting other factors influence creditworthiness beyond ESG considerations.</a:t>
            </a:r>
          </a:p>
          <a:p>
            <a:pPr>
              <a:buFont typeface="Arial" panose="020B0604020202020204" pitchFamily="34" charset="0"/>
              <a:buChar char="•"/>
            </a:pPr>
            <a:endParaRPr lang="en-SG" sz="1200" dirty="0"/>
          </a:p>
          <a:p>
            <a:pPr>
              <a:buNone/>
            </a:pPr>
            <a:r>
              <a:rPr lang="en-SG" sz="1200" dirty="0"/>
              <a:t>2. </a:t>
            </a:r>
            <a:r>
              <a:rPr lang="en-SG" sz="1200" b="1" dirty="0"/>
              <a:t>Highest Density Cluster</a:t>
            </a:r>
            <a:endParaRPr lang="en-SG" sz="1200" dirty="0"/>
          </a:p>
          <a:p>
            <a:pPr>
              <a:buFont typeface="Arial" panose="020B0604020202020204" pitchFamily="34" charset="0"/>
              <a:buChar char="•"/>
            </a:pPr>
            <a:r>
              <a:rPr lang="en-SG" sz="1200" dirty="0"/>
              <a:t>The densest region appears around ESG scores </a:t>
            </a:r>
            <a:r>
              <a:rPr lang="en-SG" sz="1200" b="1" dirty="0"/>
              <a:t>20-25</a:t>
            </a:r>
            <a:r>
              <a:rPr lang="en-SG" sz="1200" dirty="0"/>
              <a:t> and credit ratings </a:t>
            </a:r>
            <a:r>
              <a:rPr lang="en-SG" sz="1200" b="1" dirty="0"/>
              <a:t>6-10</a:t>
            </a:r>
            <a:r>
              <a:rPr lang="en-SG" sz="1200" dirty="0"/>
              <a:t>, indicating that most companies in this dataset have moderate ESG risk and mid-tier credit ratings.</a:t>
            </a:r>
          </a:p>
        </p:txBody>
      </p:sp>
    </p:spTree>
    <p:extLst>
      <p:ext uri="{BB962C8B-B14F-4D97-AF65-F5344CB8AC3E}">
        <p14:creationId xmlns:p14="http://schemas.microsoft.com/office/powerpoint/2010/main" val="1139285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ESG Metric Extraction Framework</a:t>
            </a:r>
            <a:endParaRPr lang="en-SG" dirty="0"/>
          </a:p>
        </p:txBody>
      </p:sp>
      <p:sp>
        <p:nvSpPr>
          <p:cNvPr id="3" name="Content Placeholder 2"/>
          <p:cNvSpPr>
            <a:spLocks noGrp="1"/>
          </p:cNvSpPr>
          <p:nvPr>
            <p:ph idx="1"/>
          </p:nvPr>
        </p:nvSpPr>
        <p:spPr>
          <a:xfrm>
            <a:off x="255480" y="853162"/>
            <a:ext cx="11681039" cy="1098430"/>
          </a:xfrm>
        </p:spPr>
        <p:txBody>
          <a:bodyPr>
            <a:normAutofit/>
          </a:bodyPr>
          <a:lstStyle/>
          <a:p>
            <a:pPr marL="0" indent="0">
              <a:buNone/>
            </a:pPr>
            <a:r>
              <a:rPr lang="en-SG" sz="1400" dirty="0"/>
              <a:t>Task Overview: Framework is designed for an AI model to analyse ESG (environmental, social and governance) reports and extract key ESG metrics based on a predefined list. Extracted data is then structured into an Excel file for further analysis</a:t>
            </a:r>
          </a:p>
        </p:txBody>
      </p:sp>
      <p:sp>
        <p:nvSpPr>
          <p:cNvPr id="4" name="Slide Number Placeholder 3"/>
          <p:cNvSpPr>
            <a:spLocks noGrp="1"/>
          </p:cNvSpPr>
          <p:nvPr>
            <p:ph type="sldNum" sz="quarter" idx="12"/>
          </p:nvPr>
        </p:nvSpPr>
        <p:spPr/>
        <p:txBody>
          <a:bodyPr/>
          <a:lstStyle/>
          <a:p>
            <a:fld id="{7C03E8FC-7EBD-BF42-9ED4-90D4B1E23A24}" type="slidenum">
              <a:rPr lang="en-US" smtClean="0"/>
              <a:t>2</a:t>
            </a:fld>
            <a:endParaRPr lang="en-US" dirty="0"/>
          </a:p>
        </p:txBody>
      </p:sp>
      <p:sp>
        <p:nvSpPr>
          <p:cNvPr id="5" name="Text Placeholder 4"/>
          <p:cNvSpPr>
            <a:spLocks noGrp="1"/>
          </p:cNvSpPr>
          <p:nvPr>
            <p:ph type="body" sz="quarter" idx="13"/>
          </p:nvPr>
        </p:nvSpPr>
        <p:spPr/>
        <p:txBody>
          <a:bodyPr/>
          <a:lstStyle/>
          <a:p>
            <a:endParaRPr lang="en-SG"/>
          </a:p>
        </p:txBody>
      </p:sp>
      <p:pic>
        <p:nvPicPr>
          <p:cNvPr id="8" name="Picture 7" descr="A group of circular icons with text&#10;&#10;AI-generated content may be incorrect.">
            <a:extLst>
              <a:ext uri="{FF2B5EF4-FFF2-40B4-BE49-F238E27FC236}">
                <a16:creationId xmlns:a16="http://schemas.microsoft.com/office/drawing/2014/main" id="{34573825-330E-CE5A-BFCE-489D65E4D4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512" y="1475741"/>
            <a:ext cx="3313599" cy="1948522"/>
          </a:xfrm>
          <a:prstGeom prst="rect">
            <a:avLst/>
          </a:prstGeom>
          <a:solidFill>
            <a:srgbClr val="FFFFFF">
              <a:shade val="85000"/>
            </a:srgbClr>
          </a:solidFill>
          <a:ln w="88900" cap="sq">
            <a:solidFill>
              <a:schemeClr val="accent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TextBox 9">
            <a:extLst>
              <a:ext uri="{FF2B5EF4-FFF2-40B4-BE49-F238E27FC236}">
                <a16:creationId xmlns:a16="http://schemas.microsoft.com/office/drawing/2014/main" id="{A329FE50-B97A-5A73-D61F-8A5C57A69533}"/>
              </a:ext>
            </a:extLst>
          </p:cNvPr>
          <p:cNvSpPr txBox="1"/>
          <p:nvPr/>
        </p:nvSpPr>
        <p:spPr>
          <a:xfrm>
            <a:off x="255480" y="3489816"/>
            <a:ext cx="3442461" cy="461665"/>
          </a:xfrm>
          <a:prstGeom prst="rect">
            <a:avLst/>
          </a:prstGeom>
          <a:noFill/>
        </p:spPr>
        <p:txBody>
          <a:bodyPr wrap="square" rtlCol="0">
            <a:spAutoFit/>
          </a:bodyPr>
          <a:lstStyle/>
          <a:p>
            <a:r>
              <a:rPr lang="en-US" sz="1200" dirty="0"/>
              <a:t>1. Input company sustainability report and framework scans the text for key metrics</a:t>
            </a:r>
          </a:p>
        </p:txBody>
      </p:sp>
      <p:pic>
        <p:nvPicPr>
          <p:cNvPr id="12" name="Picture 11" descr="A screenshot of a report&#10;&#10;AI-generated content may be incorrect.">
            <a:extLst>
              <a:ext uri="{FF2B5EF4-FFF2-40B4-BE49-F238E27FC236}">
                <a16:creationId xmlns:a16="http://schemas.microsoft.com/office/drawing/2014/main" id="{D976BE21-42A8-25D3-3C39-E11FF15B2F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89135" y="1563516"/>
            <a:ext cx="3699653" cy="1964417"/>
          </a:xfrm>
          <a:prstGeom prst="rect">
            <a:avLst/>
          </a:prstGeom>
          <a:solidFill>
            <a:srgbClr val="FFFFFF">
              <a:shade val="85000"/>
            </a:srgbClr>
          </a:solidFill>
          <a:ln w="88900" cap="sq">
            <a:solidFill>
              <a:schemeClr val="accent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TextBox 12">
            <a:extLst>
              <a:ext uri="{FF2B5EF4-FFF2-40B4-BE49-F238E27FC236}">
                <a16:creationId xmlns:a16="http://schemas.microsoft.com/office/drawing/2014/main" id="{BF148194-63DF-51D1-8F9C-D9F32E21E18A}"/>
              </a:ext>
            </a:extLst>
          </p:cNvPr>
          <p:cNvSpPr txBox="1"/>
          <p:nvPr/>
        </p:nvSpPr>
        <p:spPr>
          <a:xfrm>
            <a:off x="4279052" y="3601627"/>
            <a:ext cx="3919817" cy="276999"/>
          </a:xfrm>
          <a:prstGeom prst="rect">
            <a:avLst/>
          </a:prstGeom>
          <a:noFill/>
        </p:spPr>
        <p:txBody>
          <a:bodyPr wrap="square" rtlCol="0">
            <a:spAutoFit/>
          </a:bodyPr>
          <a:lstStyle/>
          <a:p>
            <a:r>
              <a:rPr lang="en-US" sz="1200" dirty="0"/>
              <a:t>2. Extract numerical values if explicitly stated</a:t>
            </a:r>
          </a:p>
        </p:txBody>
      </p:sp>
      <p:pic>
        <p:nvPicPr>
          <p:cNvPr id="15" name="Picture 14" descr="A white and black page with text&#10;&#10;AI-generated content may be incorrect.">
            <a:extLst>
              <a:ext uri="{FF2B5EF4-FFF2-40B4-BE49-F238E27FC236}">
                <a16:creationId xmlns:a16="http://schemas.microsoft.com/office/drawing/2014/main" id="{5D130433-79C9-EEC5-3A35-4BE88F70C8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28812" y="1489823"/>
            <a:ext cx="3027676" cy="2111804"/>
          </a:xfrm>
          <a:prstGeom prst="rect">
            <a:avLst/>
          </a:prstGeom>
          <a:solidFill>
            <a:srgbClr val="FFFFFF">
              <a:shade val="85000"/>
            </a:srgbClr>
          </a:solidFill>
          <a:ln w="88900" cap="sq">
            <a:solidFill>
              <a:schemeClr val="accent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TextBox 15">
            <a:extLst>
              <a:ext uri="{FF2B5EF4-FFF2-40B4-BE49-F238E27FC236}">
                <a16:creationId xmlns:a16="http://schemas.microsoft.com/office/drawing/2014/main" id="{4E6B7145-16F3-9E73-7E7E-4E2590E438CA}"/>
              </a:ext>
            </a:extLst>
          </p:cNvPr>
          <p:cNvSpPr txBox="1"/>
          <p:nvPr/>
        </p:nvSpPr>
        <p:spPr>
          <a:xfrm>
            <a:off x="8729963" y="3693959"/>
            <a:ext cx="3206556" cy="461665"/>
          </a:xfrm>
          <a:prstGeom prst="rect">
            <a:avLst/>
          </a:prstGeom>
          <a:noFill/>
        </p:spPr>
        <p:txBody>
          <a:bodyPr wrap="square" rtlCol="0">
            <a:spAutoFit/>
          </a:bodyPr>
          <a:lstStyle/>
          <a:p>
            <a:r>
              <a:rPr lang="en-US" sz="1200" dirty="0"/>
              <a:t>3. Use NLP techniques to infer or calculate estimates when direct values are missing</a:t>
            </a:r>
          </a:p>
        </p:txBody>
      </p:sp>
      <p:sp>
        <p:nvSpPr>
          <p:cNvPr id="17" name="Right Arrow 16">
            <a:extLst>
              <a:ext uri="{FF2B5EF4-FFF2-40B4-BE49-F238E27FC236}">
                <a16:creationId xmlns:a16="http://schemas.microsoft.com/office/drawing/2014/main" id="{7455715A-A771-33EF-ECE8-E3345511AE29}"/>
              </a:ext>
            </a:extLst>
          </p:cNvPr>
          <p:cNvSpPr/>
          <p:nvPr/>
        </p:nvSpPr>
        <p:spPr>
          <a:xfrm>
            <a:off x="3852345" y="2502740"/>
            <a:ext cx="333555" cy="2070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9A8D66B3-C4E1-612B-97A0-3AA5A9AD773C}"/>
              </a:ext>
            </a:extLst>
          </p:cNvPr>
          <p:cNvSpPr/>
          <p:nvPr/>
        </p:nvSpPr>
        <p:spPr>
          <a:xfrm>
            <a:off x="8292022" y="2502740"/>
            <a:ext cx="333555" cy="2070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D807C26E-7264-E13D-C592-CCF3005BC586}"/>
              </a:ext>
            </a:extLst>
          </p:cNvPr>
          <p:cNvSpPr/>
          <p:nvPr/>
        </p:nvSpPr>
        <p:spPr>
          <a:xfrm rot="5400000">
            <a:off x="10153130" y="4241518"/>
            <a:ext cx="360221" cy="2070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5AE63A91-897A-D558-473D-3217284265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18259" y="4731919"/>
            <a:ext cx="5961219" cy="562565"/>
          </a:xfrm>
          <a:prstGeom prst="rect">
            <a:avLst/>
          </a:prstGeom>
          <a:solidFill>
            <a:srgbClr val="FFFFFF">
              <a:shade val="85000"/>
            </a:srgbClr>
          </a:solidFill>
          <a:ln w="88900" cap="sq">
            <a:solidFill>
              <a:schemeClr val="accent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2" name="TextBox 21">
            <a:extLst>
              <a:ext uri="{FF2B5EF4-FFF2-40B4-BE49-F238E27FC236}">
                <a16:creationId xmlns:a16="http://schemas.microsoft.com/office/drawing/2014/main" id="{0CBD790D-2F71-37B6-77A0-340F0537A5D7}"/>
              </a:ext>
            </a:extLst>
          </p:cNvPr>
          <p:cNvSpPr txBox="1"/>
          <p:nvPr/>
        </p:nvSpPr>
        <p:spPr>
          <a:xfrm>
            <a:off x="5137176" y="5392939"/>
            <a:ext cx="6575212" cy="461665"/>
          </a:xfrm>
          <a:prstGeom prst="rect">
            <a:avLst/>
          </a:prstGeom>
          <a:noFill/>
        </p:spPr>
        <p:txBody>
          <a:bodyPr wrap="square" rtlCol="0">
            <a:spAutoFit/>
          </a:bodyPr>
          <a:lstStyle/>
          <a:p>
            <a:r>
              <a:rPr lang="en-US" sz="1200" dirty="0"/>
              <a:t>4. Provide context by including relevant supporting text, and include remarks when information is inferred or indirectly mentioned.</a:t>
            </a:r>
          </a:p>
        </p:txBody>
      </p:sp>
      <p:sp>
        <p:nvSpPr>
          <p:cNvPr id="23" name="Right Arrow 22">
            <a:extLst>
              <a:ext uri="{FF2B5EF4-FFF2-40B4-BE49-F238E27FC236}">
                <a16:creationId xmlns:a16="http://schemas.microsoft.com/office/drawing/2014/main" id="{CD2B687D-0EF4-73FB-166A-D4C7B6A52063}"/>
              </a:ext>
            </a:extLst>
          </p:cNvPr>
          <p:cNvSpPr/>
          <p:nvPr/>
        </p:nvSpPr>
        <p:spPr>
          <a:xfrm rot="10800000">
            <a:off x="4625457" y="4909684"/>
            <a:ext cx="333555" cy="2070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descr="A screenshot of a computer&#10;&#10;AI-generated content may be incorrect.">
            <a:extLst>
              <a:ext uri="{FF2B5EF4-FFF2-40B4-BE49-F238E27FC236}">
                <a16:creationId xmlns:a16="http://schemas.microsoft.com/office/drawing/2014/main" id="{4A2AFE58-E0A5-FD46-1A84-6C246703FCD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9636" y="4017035"/>
            <a:ext cx="3866573" cy="2153612"/>
          </a:xfrm>
          <a:prstGeom prst="rect">
            <a:avLst/>
          </a:prstGeom>
          <a:solidFill>
            <a:srgbClr val="FFFFFF">
              <a:shade val="85000"/>
            </a:srgbClr>
          </a:solidFill>
          <a:ln w="88900" cap="sq">
            <a:solidFill>
              <a:schemeClr val="accent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48869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90CAA-A50C-7EB9-B57B-9E302CF9F69F}"/>
              </a:ext>
            </a:extLst>
          </p:cNvPr>
          <p:cNvSpPr>
            <a:spLocks noGrp="1"/>
          </p:cNvSpPr>
          <p:nvPr>
            <p:ph type="title"/>
          </p:nvPr>
        </p:nvSpPr>
        <p:spPr/>
        <p:txBody>
          <a:bodyPr>
            <a:normAutofit fontScale="90000"/>
          </a:bodyPr>
          <a:lstStyle/>
          <a:p>
            <a:r>
              <a:rPr lang="en-US" dirty="0"/>
              <a:t>Key ESG Metrics for Extraction – available in sample </a:t>
            </a:r>
            <a:r>
              <a:rPr lang="en-US" dirty="0" err="1"/>
              <a:t>ESGpedia</a:t>
            </a:r>
            <a:r>
              <a:rPr lang="en-US" dirty="0"/>
              <a:t> report</a:t>
            </a:r>
          </a:p>
        </p:txBody>
      </p:sp>
      <p:sp>
        <p:nvSpPr>
          <p:cNvPr id="4" name="Slide Number Placeholder 3">
            <a:extLst>
              <a:ext uri="{FF2B5EF4-FFF2-40B4-BE49-F238E27FC236}">
                <a16:creationId xmlns:a16="http://schemas.microsoft.com/office/drawing/2014/main" id="{9916B6BE-2B1A-4CE2-3B31-766A7A3190C7}"/>
              </a:ext>
            </a:extLst>
          </p:cNvPr>
          <p:cNvSpPr>
            <a:spLocks noGrp="1"/>
          </p:cNvSpPr>
          <p:nvPr>
            <p:ph type="sldNum" sz="quarter" idx="12"/>
          </p:nvPr>
        </p:nvSpPr>
        <p:spPr/>
        <p:txBody>
          <a:bodyPr/>
          <a:lstStyle/>
          <a:p>
            <a:fld id="{7C03E8FC-7EBD-BF42-9ED4-90D4B1E23A24}" type="slidenum">
              <a:rPr lang="en-US" smtClean="0"/>
              <a:t>3</a:t>
            </a:fld>
            <a:endParaRPr lang="en-US" dirty="0"/>
          </a:p>
        </p:txBody>
      </p:sp>
      <p:sp>
        <p:nvSpPr>
          <p:cNvPr id="5" name="Text Placeholder 4">
            <a:extLst>
              <a:ext uri="{FF2B5EF4-FFF2-40B4-BE49-F238E27FC236}">
                <a16:creationId xmlns:a16="http://schemas.microsoft.com/office/drawing/2014/main" id="{9EE94EF7-6353-07F0-46BD-514B4A770345}"/>
              </a:ext>
            </a:extLst>
          </p:cNvPr>
          <p:cNvSpPr>
            <a:spLocks noGrp="1"/>
          </p:cNvSpPr>
          <p:nvPr>
            <p:ph type="body" sz="quarter" idx="13"/>
          </p:nvPr>
        </p:nvSpPr>
        <p:spPr/>
        <p:txBody>
          <a:bodyPr/>
          <a:lstStyle/>
          <a:p>
            <a:endParaRPr lang="en-US"/>
          </a:p>
        </p:txBody>
      </p:sp>
      <p:sp>
        <p:nvSpPr>
          <p:cNvPr id="12" name="TextBox 11">
            <a:extLst>
              <a:ext uri="{FF2B5EF4-FFF2-40B4-BE49-F238E27FC236}">
                <a16:creationId xmlns:a16="http://schemas.microsoft.com/office/drawing/2014/main" id="{981D66EC-37D1-BE42-3EBE-47BCC36CD55F}"/>
              </a:ext>
            </a:extLst>
          </p:cNvPr>
          <p:cNvSpPr txBox="1"/>
          <p:nvPr/>
        </p:nvSpPr>
        <p:spPr>
          <a:xfrm>
            <a:off x="6096000" y="724039"/>
            <a:ext cx="5803192" cy="5632311"/>
          </a:xfrm>
          <a:prstGeom prst="rect">
            <a:avLst/>
          </a:prstGeom>
          <a:noFill/>
        </p:spPr>
        <p:txBody>
          <a:bodyPr wrap="square" rtlCol="0">
            <a:spAutoFit/>
          </a:bodyPr>
          <a:lstStyle/>
          <a:p>
            <a:pPr>
              <a:buNone/>
            </a:pPr>
            <a:r>
              <a:rPr lang="en-SG" sz="1200" b="1" dirty="0">
                <a:solidFill>
                  <a:srgbClr val="00B050"/>
                </a:solidFill>
              </a:rPr>
              <a:t>Environmental Metrics:</a:t>
            </a:r>
          </a:p>
          <a:p>
            <a:pPr>
              <a:buFont typeface="Arial" panose="020B0604020202020204" pitchFamily="34" charset="0"/>
              <a:buChar char="•"/>
            </a:pPr>
            <a:r>
              <a:rPr lang="en-SG" sz="1200" dirty="0"/>
              <a:t>Fuel Consumption (Mobile Combustion)</a:t>
            </a:r>
          </a:p>
          <a:p>
            <a:pPr>
              <a:buFont typeface="Arial" panose="020B0604020202020204" pitchFamily="34" charset="0"/>
              <a:buChar char="•"/>
            </a:pPr>
            <a:r>
              <a:rPr lang="en-SG" sz="1200" dirty="0"/>
              <a:t>Fuel Consumption (Stationary Combustion)</a:t>
            </a:r>
          </a:p>
          <a:p>
            <a:pPr>
              <a:buFont typeface="Arial" panose="020B0604020202020204" pitchFamily="34" charset="0"/>
              <a:buChar char="•"/>
            </a:pPr>
            <a:r>
              <a:rPr lang="en-SG" sz="1200" dirty="0"/>
              <a:t>Electricity Consumption</a:t>
            </a:r>
          </a:p>
          <a:p>
            <a:pPr>
              <a:buFont typeface="Arial" panose="020B0604020202020204" pitchFamily="34" charset="0"/>
              <a:buChar char="•"/>
            </a:pPr>
            <a:r>
              <a:rPr lang="en-SG" sz="1200" dirty="0"/>
              <a:t>Water Consumption</a:t>
            </a:r>
          </a:p>
          <a:p>
            <a:pPr>
              <a:buFont typeface="Arial" panose="020B0604020202020204" pitchFamily="34" charset="0"/>
              <a:buChar char="•"/>
            </a:pPr>
            <a:r>
              <a:rPr lang="en-SG" sz="1200" dirty="0"/>
              <a:t>Waste Disposed (Non-hazardous)</a:t>
            </a:r>
          </a:p>
          <a:p>
            <a:pPr>
              <a:buFont typeface="Arial" panose="020B0604020202020204" pitchFamily="34" charset="0"/>
              <a:buChar char="•"/>
            </a:pPr>
            <a:r>
              <a:rPr lang="en-SG" sz="1200" dirty="0"/>
              <a:t>Waste Disposed (Hazardous)</a:t>
            </a:r>
          </a:p>
          <a:p>
            <a:pPr>
              <a:buFont typeface="Arial" panose="020B0604020202020204" pitchFamily="34" charset="0"/>
              <a:buChar char="•"/>
            </a:pPr>
            <a:r>
              <a:rPr lang="en-SG" sz="1200" dirty="0"/>
              <a:t>Scope 1 Emissions</a:t>
            </a:r>
          </a:p>
          <a:p>
            <a:pPr>
              <a:buFont typeface="Arial" panose="020B0604020202020204" pitchFamily="34" charset="0"/>
              <a:buChar char="•"/>
            </a:pPr>
            <a:r>
              <a:rPr lang="en-SG" sz="1200" dirty="0"/>
              <a:t>Scope 2 Emissions</a:t>
            </a:r>
          </a:p>
          <a:p>
            <a:pPr>
              <a:buFont typeface="Arial" panose="020B0604020202020204" pitchFamily="34" charset="0"/>
              <a:buChar char="•"/>
            </a:pPr>
            <a:r>
              <a:rPr lang="en-SG" sz="1200" dirty="0"/>
              <a:t>Emissions Intensity</a:t>
            </a:r>
          </a:p>
          <a:p>
            <a:pPr>
              <a:buNone/>
            </a:pPr>
            <a:r>
              <a:rPr lang="en-SG" sz="1200" b="1" dirty="0">
                <a:solidFill>
                  <a:srgbClr val="FF0000"/>
                </a:solidFill>
              </a:rPr>
              <a:t>Social Metrics:</a:t>
            </a:r>
          </a:p>
          <a:p>
            <a:pPr>
              <a:buFont typeface="Arial" panose="020B0604020202020204" pitchFamily="34" charset="0"/>
              <a:buChar char="•"/>
            </a:pPr>
            <a:r>
              <a:rPr lang="en-SG" sz="1200" dirty="0"/>
              <a:t>Current Employee by Age Group (Under 30, 30-50, Over 50)</a:t>
            </a:r>
          </a:p>
          <a:p>
            <a:pPr>
              <a:buFont typeface="Arial" panose="020B0604020202020204" pitchFamily="34" charset="0"/>
              <a:buChar char="•"/>
            </a:pPr>
            <a:r>
              <a:rPr lang="en-SG" sz="1200" dirty="0"/>
              <a:t>Current Employee by Gender (Male, Female)</a:t>
            </a:r>
          </a:p>
          <a:p>
            <a:pPr>
              <a:buFont typeface="Arial" panose="020B0604020202020204" pitchFamily="34" charset="0"/>
              <a:buChar char="•"/>
            </a:pPr>
            <a:r>
              <a:rPr lang="en-SG" sz="1200" dirty="0"/>
              <a:t>Total Number of Current Employees</a:t>
            </a:r>
          </a:p>
          <a:p>
            <a:pPr>
              <a:buFont typeface="Arial" panose="020B0604020202020204" pitchFamily="34" charset="0"/>
              <a:buChar char="•"/>
            </a:pPr>
            <a:r>
              <a:rPr lang="en-SG" sz="1200" dirty="0"/>
              <a:t>Total number of new employees hired by age group &amp; gender</a:t>
            </a:r>
          </a:p>
          <a:p>
            <a:pPr>
              <a:buFont typeface="Arial" panose="020B0604020202020204" pitchFamily="34" charset="0"/>
              <a:buChar char="•"/>
            </a:pPr>
            <a:r>
              <a:rPr lang="en-SG" sz="1200" dirty="0"/>
              <a:t>Number of fatalities as a result of work-related injury</a:t>
            </a:r>
          </a:p>
          <a:p>
            <a:pPr>
              <a:buFont typeface="Arial" panose="020B0604020202020204" pitchFamily="34" charset="0"/>
              <a:buChar char="•"/>
            </a:pPr>
            <a:r>
              <a:rPr lang="en-SG" sz="1200" dirty="0"/>
              <a:t>Number of high-consequence work-related injuries</a:t>
            </a:r>
          </a:p>
          <a:p>
            <a:pPr>
              <a:buFont typeface="Arial" panose="020B0604020202020204" pitchFamily="34" charset="0"/>
              <a:buChar char="•"/>
            </a:pPr>
            <a:r>
              <a:rPr lang="en-SG" sz="1200" dirty="0"/>
              <a:t>Number of recordable work-related injuries</a:t>
            </a:r>
          </a:p>
          <a:p>
            <a:pPr>
              <a:buFont typeface="Arial" panose="020B0604020202020204" pitchFamily="34" charset="0"/>
              <a:buChar char="•"/>
            </a:pPr>
            <a:r>
              <a:rPr lang="en-SG" sz="1200" dirty="0"/>
              <a:t>Number of recordable work-related ill-health cases</a:t>
            </a:r>
          </a:p>
          <a:p>
            <a:pPr>
              <a:buFont typeface="Arial" panose="020B0604020202020204" pitchFamily="34" charset="0"/>
              <a:buChar char="•"/>
            </a:pPr>
            <a:r>
              <a:rPr lang="en-SG" sz="1200" dirty="0"/>
              <a:t>Average training hours per employee (Total, Male, Female)</a:t>
            </a:r>
          </a:p>
          <a:p>
            <a:pPr>
              <a:buFont typeface="Arial" panose="020B0604020202020204" pitchFamily="34" charset="0"/>
              <a:buChar char="•"/>
            </a:pPr>
            <a:r>
              <a:rPr lang="en-SG" sz="1200" dirty="0"/>
              <a:t>Type and scope of programs implemented to upgrade employee skills</a:t>
            </a:r>
          </a:p>
          <a:p>
            <a:pPr>
              <a:buFont typeface="Arial" panose="020B0604020202020204" pitchFamily="34" charset="0"/>
              <a:buChar char="•"/>
            </a:pPr>
            <a:r>
              <a:rPr lang="en-SG" sz="1200" dirty="0"/>
              <a:t>Employees who received a performance and career review (by gender)</a:t>
            </a:r>
          </a:p>
          <a:p>
            <a:pPr>
              <a:buNone/>
            </a:pPr>
            <a:r>
              <a:rPr lang="en-SG" sz="1200" b="1" dirty="0">
                <a:solidFill>
                  <a:srgbClr val="00B0F0"/>
                </a:solidFill>
              </a:rPr>
              <a:t>Governance Metrics:</a:t>
            </a:r>
          </a:p>
          <a:p>
            <a:pPr>
              <a:buFont typeface="Arial" panose="020B0604020202020204" pitchFamily="34" charset="0"/>
              <a:buChar char="•"/>
            </a:pPr>
            <a:r>
              <a:rPr lang="en-SG" sz="1200" dirty="0"/>
              <a:t>Number of Independent Board Directors</a:t>
            </a:r>
          </a:p>
          <a:p>
            <a:pPr>
              <a:buFont typeface="Arial" panose="020B0604020202020204" pitchFamily="34" charset="0"/>
              <a:buChar char="•"/>
            </a:pPr>
            <a:r>
              <a:rPr lang="en-SG" sz="1200" dirty="0"/>
              <a:t>Number of Women on the Board of Directors</a:t>
            </a:r>
          </a:p>
          <a:p>
            <a:pPr>
              <a:buFont typeface="Arial" panose="020B0604020202020204" pitchFamily="34" charset="0"/>
              <a:buChar char="•"/>
            </a:pPr>
            <a:r>
              <a:rPr lang="en-SG" sz="1200" dirty="0"/>
              <a:t>Anti-corruption policy presence</a:t>
            </a:r>
          </a:p>
          <a:p>
            <a:pPr>
              <a:buFont typeface="Arial" panose="020B0604020202020204" pitchFamily="34" charset="0"/>
              <a:buChar char="•"/>
            </a:pPr>
            <a:r>
              <a:rPr lang="en-SG" sz="1200" dirty="0"/>
              <a:t>Number of operations assessed for corruption risks</a:t>
            </a:r>
          </a:p>
          <a:p>
            <a:pPr>
              <a:buFont typeface="Arial" panose="020B0604020202020204" pitchFamily="34" charset="0"/>
              <a:buChar char="•"/>
            </a:pPr>
            <a:r>
              <a:rPr lang="en-SG" sz="1200" dirty="0"/>
              <a:t>Significant risks related to corruption identified</a:t>
            </a:r>
          </a:p>
          <a:p>
            <a:pPr>
              <a:buFont typeface="Arial" panose="020B0604020202020204" pitchFamily="34" charset="0"/>
              <a:buChar char="•"/>
            </a:pPr>
            <a:r>
              <a:rPr lang="en-SG" sz="1200" dirty="0"/>
              <a:t>Number and percentage of governance body members trained on anti-corruption</a:t>
            </a:r>
          </a:p>
          <a:p>
            <a:pPr>
              <a:buFont typeface="Arial" panose="020B0604020202020204" pitchFamily="34" charset="0"/>
              <a:buChar char="•"/>
            </a:pPr>
            <a:r>
              <a:rPr lang="en-SG" sz="1200" dirty="0"/>
              <a:t>Number and percentage of employees trained on anti-corruption</a:t>
            </a:r>
          </a:p>
        </p:txBody>
      </p:sp>
      <p:pic>
        <p:nvPicPr>
          <p:cNvPr id="14" name="Picture 13" descr="A table of information&#10;&#10;AI-generated content may be incorrect.">
            <a:extLst>
              <a:ext uri="{FF2B5EF4-FFF2-40B4-BE49-F238E27FC236}">
                <a16:creationId xmlns:a16="http://schemas.microsoft.com/office/drawing/2014/main" id="{33062BBA-E8AB-D5A2-DEED-B294DCC6B9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808" y="1364726"/>
            <a:ext cx="5550150" cy="4128548"/>
          </a:xfrm>
          <a:prstGeom prst="rect">
            <a:avLst/>
          </a:prstGeom>
          <a:ln>
            <a:solidFill>
              <a:schemeClr val="accent1"/>
            </a:solidFill>
          </a:ln>
        </p:spPr>
        <p:style>
          <a:lnRef idx="2">
            <a:schemeClr val="accent2">
              <a:shade val="15000"/>
            </a:schemeClr>
          </a:lnRef>
          <a:fillRef idx="1">
            <a:schemeClr val="accent2"/>
          </a:fillRef>
          <a:effectRef idx="0">
            <a:schemeClr val="accent2"/>
          </a:effectRef>
          <a:fontRef idx="minor">
            <a:schemeClr val="lt1"/>
          </a:fontRef>
        </p:style>
      </p:pic>
      <p:sp>
        <p:nvSpPr>
          <p:cNvPr id="15" name="TextBox 14">
            <a:extLst>
              <a:ext uri="{FF2B5EF4-FFF2-40B4-BE49-F238E27FC236}">
                <a16:creationId xmlns:a16="http://schemas.microsoft.com/office/drawing/2014/main" id="{DA72022E-E518-086B-3A17-E5E393E1417E}"/>
              </a:ext>
            </a:extLst>
          </p:cNvPr>
          <p:cNvSpPr txBox="1"/>
          <p:nvPr/>
        </p:nvSpPr>
        <p:spPr>
          <a:xfrm>
            <a:off x="1366135" y="5493274"/>
            <a:ext cx="3403496" cy="215444"/>
          </a:xfrm>
          <a:prstGeom prst="rect">
            <a:avLst/>
          </a:prstGeom>
          <a:noFill/>
        </p:spPr>
        <p:txBody>
          <a:bodyPr wrap="none" rtlCol="0">
            <a:spAutoFit/>
          </a:bodyPr>
          <a:lstStyle/>
          <a:p>
            <a:r>
              <a:rPr lang="en-US" sz="800" dirty="0"/>
              <a:t>Fig. Sample of list of extracted metrics from </a:t>
            </a:r>
            <a:r>
              <a:rPr lang="en-US" sz="800" dirty="0" err="1"/>
              <a:t>ESGpedia</a:t>
            </a:r>
            <a:r>
              <a:rPr lang="en-US" sz="800" dirty="0"/>
              <a:t> sample report </a:t>
            </a:r>
          </a:p>
        </p:txBody>
      </p:sp>
    </p:spTree>
    <p:extLst>
      <p:ext uri="{BB962C8B-B14F-4D97-AF65-F5344CB8AC3E}">
        <p14:creationId xmlns:p14="http://schemas.microsoft.com/office/powerpoint/2010/main" val="465749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951B1-2A20-AF58-B979-00A098818972}"/>
              </a:ext>
            </a:extLst>
          </p:cNvPr>
          <p:cNvSpPr>
            <a:spLocks noGrp="1"/>
          </p:cNvSpPr>
          <p:nvPr>
            <p:ph type="title"/>
          </p:nvPr>
        </p:nvSpPr>
        <p:spPr/>
        <p:txBody>
          <a:bodyPr>
            <a:normAutofit fontScale="90000"/>
          </a:bodyPr>
          <a:lstStyle/>
          <a:p>
            <a:r>
              <a:rPr lang="en-US" dirty="0"/>
              <a:t>Output Format, NLP Techniques for extraction and Expected Response</a:t>
            </a:r>
          </a:p>
        </p:txBody>
      </p:sp>
      <p:sp>
        <p:nvSpPr>
          <p:cNvPr id="4" name="Slide Number Placeholder 3">
            <a:extLst>
              <a:ext uri="{FF2B5EF4-FFF2-40B4-BE49-F238E27FC236}">
                <a16:creationId xmlns:a16="http://schemas.microsoft.com/office/drawing/2014/main" id="{94E5ABB8-5DA9-FB2D-6935-433D5AA486CF}"/>
              </a:ext>
            </a:extLst>
          </p:cNvPr>
          <p:cNvSpPr>
            <a:spLocks noGrp="1"/>
          </p:cNvSpPr>
          <p:nvPr>
            <p:ph type="sldNum" sz="quarter" idx="12"/>
          </p:nvPr>
        </p:nvSpPr>
        <p:spPr/>
        <p:txBody>
          <a:bodyPr/>
          <a:lstStyle/>
          <a:p>
            <a:fld id="{7C03E8FC-7EBD-BF42-9ED4-90D4B1E23A24}" type="slidenum">
              <a:rPr lang="en-US" smtClean="0"/>
              <a:t>4</a:t>
            </a:fld>
            <a:endParaRPr lang="en-US" dirty="0"/>
          </a:p>
        </p:txBody>
      </p:sp>
      <p:sp>
        <p:nvSpPr>
          <p:cNvPr id="5" name="Text Placeholder 4">
            <a:extLst>
              <a:ext uri="{FF2B5EF4-FFF2-40B4-BE49-F238E27FC236}">
                <a16:creationId xmlns:a16="http://schemas.microsoft.com/office/drawing/2014/main" id="{5CDACCDF-325F-2021-1514-599AD37E3B02}"/>
              </a:ext>
            </a:extLst>
          </p:cNvPr>
          <p:cNvSpPr>
            <a:spLocks noGrp="1"/>
          </p:cNvSpPr>
          <p:nvPr>
            <p:ph type="body" sz="quarter" idx="13"/>
          </p:nvPr>
        </p:nvSpPr>
        <p:spPr/>
        <p:txBody>
          <a:bodyPr/>
          <a:lstStyle/>
          <a:p>
            <a:endParaRPr lang="en-US"/>
          </a:p>
        </p:txBody>
      </p:sp>
      <p:sp>
        <p:nvSpPr>
          <p:cNvPr id="6" name="TextBox 5">
            <a:extLst>
              <a:ext uri="{FF2B5EF4-FFF2-40B4-BE49-F238E27FC236}">
                <a16:creationId xmlns:a16="http://schemas.microsoft.com/office/drawing/2014/main" id="{E23DF3F7-1D88-0744-468B-74C4C5EDFFEF}"/>
              </a:ext>
            </a:extLst>
          </p:cNvPr>
          <p:cNvSpPr txBox="1"/>
          <p:nvPr/>
        </p:nvSpPr>
        <p:spPr>
          <a:xfrm>
            <a:off x="249331" y="4372788"/>
            <a:ext cx="6220226" cy="1754326"/>
          </a:xfrm>
          <a:prstGeom prst="rect">
            <a:avLst/>
          </a:prstGeom>
          <a:noFill/>
        </p:spPr>
        <p:txBody>
          <a:bodyPr wrap="square" rtlCol="0">
            <a:spAutoFit/>
          </a:bodyPr>
          <a:lstStyle/>
          <a:p>
            <a:pPr>
              <a:buNone/>
            </a:pPr>
            <a:r>
              <a:rPr lang="en-SG" sz="1200" b="1" dirty="0">
                <a:solidFill>
                  <a:srgbClr val="ED7D31"/>
                </a:solidFill>
              </a:rPr>
              <a:t>Output Format</a:t>
            </a:r>
          </a:p>
          <a:p>
            <a:pPr>
              <a:buFont typeface="Arial" panose="020B0604020202020204" pitchFamily="34" charset="0"/>
              <a:buChar char="•"/>
            </a:pPr>
            <a:r>
              <a:rPr lang="en-SG" sz="1200" b="1" dirty="0"/>
              <a:t>File Type:</a:t>
            </a:r>
            <a:r>
              <a:rPr lang="en-SG" sz="1200" dirty="0"/>
              <a:t> Excel (.xlsx)</a:t>
            </a:r>
          </a:p>
          <a:p>
            <a:pPr>
              <a:buFont typeface="Arial" panose="020B0604020202020204" pitchFamily="34" charset="0"/>
              <a:buChar char="•"/>
            </a:pPr>
            <a:r>
              <a:rPr lang="en-SG" sz="1200" b="1" dirty="0"/>
              <a:t>File Naming Convention:</a:t>
            </a:r>
            <a:r>
              <a:rPr lang="en-SG" sz="1200" dirty="0"/>
              <a:t> {Report Name}_</a:t>
            </a:r>
            <a:r>
              <a:rPr lang="en-SG" sz="1200" dirty="0" err="1"/>
              <a:t>Extracted_ESG_Metrics.xlsx</a:t>
            </a:r>
            <a:endParaRPr lang="en-SG" sz="1200" dirty="0"/>
          </a:p>
          <a:p>
            <a:pPr>
              <a:buFont typeface="Arial" panose="020B0604020202020204" pitchFamily="34" charset="0"/>
              <a:buChar char="•"/>
            </a:pPr>
            <a:r>
              <a:rPr lang="en-SG" sz="1200" b="1" dirty="0"/>
              <a:t>Columns in the Output File:</a:t>
            </a:r>
            <a:endParaRPr lang="en-SG" sz="1200" dirty="0"/>
          </a:p>
          <a:p>
            <a:pPr marL="742950" lvl="1" indent="-285750">
              <a:buFont typeface="Arial" panose="020B0604020202020204" pitchFamily="34" charset="0"/>
              <a:buChar char="•"/>
            </a:pPr>
            <a:r>
              <a:rPr lang="en-SG" sz="1200" b="1" dirty="0"/>
              <a:t>Metric Name</a:t>
            </a:r>
            <a:r>
              <a:rPr lang="en-SG" sz="1200" dirty="0"/>
              <a:t> – The ESG metric extracted</a:t>
            </a:r>
          </a:p>
          <a:p>
            <a:pPr marL="742950" lvl="1" indent="-285750">
              <a:buFont typeface="Arial" panose="020B0604020202020204" pitchFamily="34" charset="0"/>
              <a:buChar char="•"/>
            </a:pPr>
            <a:r>
              <a:rPr lang="en-SG" sz="1200" b="1" dirty="0"/>
              <a:t>Extracted Value</a:t>
            </a:r>
            <a:r>
              <a:rPr lang="en-SG" sz="1200" dirty="0"/>
              <a:t> – The numerical or qualitative value found</a:t>
            </a:r>
          </a:p>
          <a:p>
            <a:pPr marL="742950" lvl="1" indent="-285750">
              <a:buFont typeface="Arial" panose="020B0604020202020204" pitchFamily="34" charset="0"/>
              <a:buChar char="•"/>
            </a:pPr>
            <a:r>
              <a:rPr lang="en-SG" sz="1200" b="1" dirty="0"/>
              <a:t>Extracted Text</a:t>
            </a:r>
            <a:r>
              <a:rPr lang="en-SG" sz="1200" dirty="0"/>
              <a:t> – Supporting text from the report</a:t>
            </a:r>
          </a:p>
          <a:p>
            <a:pPr marL="742950" lvl="1" indent="-285750">
              <a:buFont typeface="Arial" panose="020B0604020202020204" pitchFamily="34" charset="0"/>
              <a:buChar char="•"/>
            </a:pPr>
            <a:r>
              <a:rPr lang="en-SG" sz="1200" b="1" dirty="0"/>
              <a:t>Remarks</a:t>
            </a:r>
            <a:r>
              <a:rPr lang="en-SG" sz="1200" dirty="0"/>
              <a:t> – Notes on whether the value was directly found, estimated, or inferred</a:t>
            </a:r>
          </a:p>
        </p:txBody>
      </p:sp>
      <p:pic>
        <p:nvPicPr>
          <p:cNvPr id="8" name="Picture 7" descr="A screenshot of a computer&#10;&#10;AI-generated content may be incorrect.">
            <a:extLst>
              <a:ext uri="{FF2B5EF4-FFF2-40B4-BE49-F238E27FC236}">
                <a16:creationId xmlns:a16="http://schemas.microsoft.com/office/drawing/2014/main" id="{71E2E411-7744-5D96-D564-2538316E7F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799" y="891554"/>
            <a:ext cx="6147758" cy="3424192"/>
          </a:xfrm>
          <a:prstGeom prst="rect">
            <a:avLst/>
          </a:prstGeom>
        </p:spPr>
      </p:pic>
      <p:sp>
        <p:nvSpPr>
          <p:cNvPr id="9" name="TextBox 8">
            <a:extLst>
              <a:ext uri="{FF2B5EF4-FFF2-40B4-BE49-F238E27FC236}">
                <a16:creationId xmlns:a16="http://schemas.microsoft.com/office/drawing/2014/main" id="{F472A4D0-510C-CEC0-CC8A-D524F0EEA1E6}"/>
              </a:ext>
            </a:extLst>
          </p:cNvPr>
          <p:cNvSpPr txBox="1"/>
          <p:nvPr/>
        </p:nvSpPr>
        <p:spPr>
          <a:xfrm>
            <a:off x="6767006" y="964909"/>
            <a:ext cx="4876800" cy="2862322"/>
          </a:xfrm>
          <a:prstGeom prst="rect">
            <a:avLst/>
          </a:prstGeom>
          <a:noFill/>
        </p:spPr>
        <p:txBody>
          <a:bodyPr wrap="square" rtlCol="0">
            <a:spAutoFit/>
          </a:bodyPr>
          <a:lstStyle/>
          <a:p>
            <a:pPr>
              <a:buNone/>
            </a:pPr>
            <a:r>
              <a:rPr lang="en-SG" sz="1200" b="1" dirty="0">
                <a:solidFill>
                  <a:srgbClr val="ED7D31"/>
                </a:solidFill>
              </a:rPr>
              <a:t>NLP Techniques for Extraction</a:t>
            </a:r>
          </a:p>
          <a:p>
            <a:pPr>
              <a:buFont typeface="Arial" panose="020B0604020202020204" pitchFamily="34" charset="0"/>
              <a:buChar char="•"/>
            </a:pPr>
            <a:r>
              <a:rPr lang="en-SG" sz="1200" dirty="0"/>
              <a:t>Identify percentages, proportions, or related numerical statements.</a:t>
            </a:r>
          </a:p>
          <a:p>
            <a:pPr>
              <a:buFont typeface="Arial" panose="020B0604020202020204" pitchFamily="34" charset="0"/>
              <a:buChar char="•"/>
            </a:pPr>
            <a:r>
              <a:rPr lang="en-SG" sz="1200" dirty="0"/>
              <a:t>Convert numbers mentioned in text format into numerical values.</a:t>
            </a:r>
          </a:p>
          <a:p>
            <a:pPr>
              <a:buFont typeface="Arial" panose="020B0604020202020204" pitchFamily="34" charset="0"/>
              <a:buChar char="•"/>
            </a:pPr>
            <a:r>
              <a:rPr lang="en-SG" sz="1200" dirty="0"/>
              <a:t>Cross-check other sections of the report for implied figures.</a:t>
            </a:r>
          </a:p>
          <a:p>
            <a:pPr>
              <a:buFont typeface="Arial" panose="020B0604020202020204" pitchFamily="34" charset="0"/>
              <a:buChar char="•"/>
            </a:pPr>
            <a:r>
              <a:rPr lang="en-SG" sz="1200" dirty="0"/>
              <a:t>Identify qualitative statements suggesting approximate values.</a:t>
            </a:r>
          </a:p>
          <a:p>
            <a:pPr>
              <a:buFont typeface="Arial" panose="020B0604020202020204" pitchFamily="34" charset="0"/>
              <a:buChar char="•"/>
            </a:pPr>
            <a:endParaRPr lang="en-SG" sz="1200" dirty="0"/>
          </a:p>
          <a:p>
            <a:pPr>
              <a:buNone/>
            </a:pPr>
            <a:r>
              <a:rPr lang="en-SG" sz="1200" b="1" dirty="0">
                <a:solidFill>
                  <a:srgbClr val="ED7D31"/>
                </a:solidFill>
              </a:rPr>
              <a:t>Expected Response</a:t>
            </a:r>
          </a:p>
          <a:p>
            <a:pPr>
              <a:buFont typeface="Arial" panose="020B0604020202020204" pitchFamily="34" charset="0"/>
              <a:buChar char="•"/>
            </a:pPr>
            <a:r>
              <a:rPr lang="en-SG" sz="1200" b="1" dirty="0"/>
              <a:t>File Format:</a:t>
            </a:r>
            <a:r>
              <a:rPr lang="en-SG" sz="1200" dirty="0"/>
              <a:t> Downloadable Excel File</a:t>
            </a:r>
          </a:p>
          <a:p>
            <a:pPr>
              <a:buFont typeface="Arial" panose="020B0604020202020204" pitchFamily="34" charset="0"/>
              <a:buChar char="•"/>
            </a:pPr>
            <a:r>
              <a:rPr lang="en-SG" sz="1200" b="1" dirty="0"/>
              <a:t>Conditions:</a:t>
            </a:r>
            <a:endParaRPr lang="en-SG" sz="1200" dirty="0"/>
          </a:p>
          <a:p>
            <a:pPr marL="742950" lvl="1" indent="-285750">
              <a:buFont typeface="Arial" panose="020B0604020202020204" pitchFamily="34" charset="0"/>
              <a:buChar char="•"/>
            </a:pPr>
            <a:r>
              <a:rPr lang="en-SG" sz="1200" dirty="0"/>
              <a:t>If a metric is not found, use NLP to deduce possible values.</a:t>
            </a:r>
          </a:p>
          <a:p>
            <a:pPr marL="742950" lvl="1" indent="-285750">
              <a:buFont typeface="Arial" panose="020B0604020202020204" pitchFamily="34" charset="0"/>
              <a:buChar char="•"/>
            </a:pPr>
            <a:r>
              <a:rPr lang="en-SG" sz="1200" dirty="0"/>
              <a:t>Provide remarks explaining whether the value was estimated, inferred, or unavailable.</a:t>
            </a:r>
          </a:p>
          <a:p>
            <a:endParaRPr lang="en-US" sz="1200" dirty="0"/>
          </a:p>
        </p:txBody>
      </p:sp>
      <p:sp>
        <p:nvSpPr>
          <p:cNvPr id="10" name="TextBox 9">
            <a:extLst>
              <a:ext uri="{FF2B5EF4-FFF2-40B4-BE49-F238E27FC236}">
                <a16:creationId xmlns:a16="http://schemas.microsoft.com/office/drawing/2014/main" id="{57709DA3-CFCE-991B-768C-93E5A45B4E44}"/>
              </a:ext>
            </a:extLst>
          </p:cNvPr>
          <p:cNvSpPr txBox="1"/>
          <p:nvPr/>
        </p:nvSpPr>
        <p:spPr>
          <a:xfrm>
            <a:off x="6672470" y="3664226"/>
            <a:ext cx="5197731" cy="1384995"/>
          </a:xfrm>
          <a:prstGeom prst="rect">
            <a:avLst/>
          </a:prstGeom>
          <a:noFill/>
        </p:spPr>
        <p:txBody>
          <a:bodyPr wrap="square" rtlCol="0">
            <a:spAutoFit/>
          </a:bodyPr>
          <a:lstStyle/>
          <a:p>
            <a:pPr>
              <a:buNone/>
            </a:pPr>
            <a:r>
              <a:rPr lang="en-SG" sz="1200" b="1" dirty="0">
                <a:solidFill>
                  <a:srgbClr val="44546A"/>
                </a:solidFill>
              </a:rPr>
              <a:t>Future Improvements:</a:t>
            </a:r>
          </a:p>
          <a:p>
            <a:pPr marL="228600" indent="-228600">
              <a:buAutoNum type="arabicPeriod"/>
            </a:pPr>
            <a:r>
              <a:rPr lang="en-SG" sz="1200" b="1" dirty="0"/>
              <a:t>Enhance metric categorisation – </a:t>
            </a:r>
            <a:r>
              <a:rPr lang="en-SG" sz="1200" dirty="0"/>
              <a:t>add brief descriptions for each category, such as “Environmental Metrics: Metrics related to resource usage, emissions and employee development”</a:t>
            </a:r>
          </a:p>
          <a:p>
            <a:pPr marL="228600" indent="-228600">
              <a:buAutoNum type="arabicPeriod"/>
            </a:pPr>
            <a:r>
              <a:rPr lang="en-SG" sz="1200" dirty="0"/>
              <a:t>Expanding NLP models to handle </a:t>
            </a:r>
            <a:r>
              <a:rPr lang="en-SG" sz="1200" b="1" dirty="0"/>
              <a:t>industry-specific terminology</a:t>
            </a:r>
            <a:r>
              <a:rPr lang="en-SG" sz="1200" dirty="0"/>
              <a:t>, integrating external data sources for validation and improving inferential accuracy for missing metrics.</a:t>
            </a:r>
          </a:p>
        </p:txBody>
      </p:sp>
    </p:spTree>
    <p:extLst>
      <p:ext uri="{BB962C8B-B14F-4D97-AF65-F5344CB8AC3E}">
        <p14:creationId xmlns:p14="http://schemas.microsoft.com/office/powerpoint/2010/main" val="26667292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Custom 1">
      <a:dk1>
        <a:srgbClr val="000000"/>
      </a:dk1>
      <a:lt1>
        <a:srgbClr val="FFFFFF"/>
      </a:lt1>
      <a:dk2>
        <a:srgbClr val="44546A"/>
      </a:dk2>
      <a:lt2>
        <a:srgbClr val="E7E6E6"/>
      </a:lt2>
      <a:accent1>
        <a:srgbClr val="FFBF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lcome to Maybank.potx" id="{B1755CDD-9389-4DA6-A402-0508EFACCC3C}" vid="{DBE61ACF-C050-4415-ACE3-83AB375712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89635</TotalTime>
  <Words>676</Words>
  <Application>Microsoft Macintosh PowerPoint</Application>
  <PresentationFormat>Widescreen</PresentationFormat>
  <Paragraphs>74</Paragraphs>
  <Slides>4</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9" baseType="lpstr">
      <vt:lpstr>Arial</vt:lpstr>
      <vt:lpstr>Calibri</vt:lpstr>
      <vt:lpstr>Trebuchet MS</vt:lpstr>
      <vt:lpstr>1_Office Theme</vt:lpstr>
      <vt:lpstr>think-cell Slide</vt:lpstr>
      <vt:lpstr>Cross Distribution of customer for credit rating vs ESG score</vt:lpstr>
      <vt:lpstr>ESG Metric Extraction Framework</vt:lpstr>
      <vt:lpstr>Key ESG Metrics for Extraction – available in sample ESGpedia report</vt:lpstr>
      <vt:lpstr>Output Format, NLP Techniques for extraction and Expected Response</vt:lpstr>
    </vt:vector>
  </TitlesOfParts>
  <Company>Maybank Singapore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SP4A SG Model deployment activity</dc:title>
  <dc:creator>CHEN CHIN LIN SAMUEL</dc:creator>
  <cp:lastModifiedBy>Yu Seung Gyun</cp:lastModifiedBy>
  <cp:revision>1331</cp:revision>
  <dcterms:created xsi:type="dcterms:W3CDTF">2024-06-11T10:26:34Z</dcterms:created>
  <dcterms:modified xsi:type="dcterms:W3CDTF">2025-03-19T10:00:53Z</dcterms:modified>
</cp:coreProperties>
</file>